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0A1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3694210"/>
            <a:ext cx="12191969" cy="475450"/>
          </a:xfrm>
          <a:custGeom>
            <a:avLst/>
            <a:gdLst/>
            <a:ahLst/>
            <a:cxnLst/>
            <a:rect l="l" t="t" r="r" b="b"/>
            <a:pathLst>
              <a:path w="12191969" h="475450">
                <a:moveTo>
                  <a:pt x="0" y="237710"/>
                </a:moveTo>
                <a:lnTo>
                  <a:pt x="55418" y="253993"/>
                </a:lnTo>
                <a:lnTo>
                  <a:pt x="110836" y="270199"/>
                </a:lnTo>
                <a:lnTo>
                  <a:pt x="166254" y="286253"/>
                </a:lnTo>
                <a:lnTo>
                  <a:pt x="221672" y="302079"/>
                </a:lnTo>
                <a:lnTo>
                  <a:pt x="277090" y="317603"/>
                </a:lnTo>
                <a:lnTo>
                  <a:pt x="332508" y="332752"/>
                </a:lnTo>
                <a:lnTo>
                  <a:pt x="387926" y="347454"/>
                </a:lnTo>
                <a:lnTo>
                  <a:pt x="443344" y="361641"/>
                </a:lnTo>
                <a:lnTo>
                  <a:pt x="498762" y="375246"/>
                </a:lnTo>
                <a:lnTo>
                  <a:pt x="554180" y="388204"/>
                </a:lnTo>
                <a:lnTo>
                  <a:pt x="609598" y="400456"/>
                </a:lnTo>
                <a:lnTo>
                  <a:pt x="665016" y="411944"/>
                </a:lnTo>
                <a:lnTo>
                  <a:pt x="720434" y="422614"/>
                </a:lnTo>
                <a:lnTo>
                  <a:pt x="775852" y="432415"/>
                </a:lnTo>
                <a:lnTo>
                  <a:pt x="831270" y="441301"/>
                </a:lnTo>
                <a:lnTo>
                  <a:pt x="886688" y="449232"/>
                </a:lnTo>
                <a:lnTo>
                  <a:pt x="942106" y="456169"/>
                </a:lnTo>
                <a:lnTo>
                  <a:pt x="997524" y="462080"/>
                </a:lnTo>
                <a:lnTo>
                  <a:pt x="1052942" y="466937"/>
                </a:lnTo>
                <a:lnTo>
                  <a:pt x="1108360" y="470718"/>
                </a:lnTo>
                <a:lnTo>
                  <a:pt x="1163778" y="473405"/>
                </a:lnTo>
                <a:lnTo>
                  <a:pt x="1219196" y="474984"/>
                </a:lnTo>
                <a:lnTo>
                  <a:pt x="1274614" y="475450"/>
                </a:lnTo>
                <a:lnTo>
                  <a:pt x="1330033" y="474798"/>
                </a:lnTo>
                <a:lnTo>
                  <a:pt x="1385451" y="473034"/>
                </a:lnTo>
                <a:lnTo>
                  <a:pt x="1440869" y="470164"/>
                </a:lnTo>
                <a:lnTo>
                  <a:pt x="1496287" y="466202"/>
                </a:lnTo>
                <a:lnTo>
                  <a:pt x="1551705" y="461167"/>
                </a:lnTo>
                <a:lnTo>
                  <a:pt x="1607123" y="455083"/>
                </a:lnTo>
                <a:lnTo>
                  <a:pt x="1662541" y="447978"/>
                </a:lnTo>
                <a:lnTo>
                  <a:pt x="1717959" y="439886"/>
                </a:lnTo>
                <a:lnTo>
                  <a:pt x="1773377" y="430844"/>
                </a:lnTo>
                <a:lnTo>
                  <a:pt x="1828795" y="420894"/>
                </a:lnTo>
                <a:lnTo>
                  <a:pt x="1884213" y="410085"/>
                </a:lnTo>
                <a:lnTo>
                  <a:pt x="1939631" y="398466"/>
                </a:lnTo>
                <a:lnTo>
                  <a:pt x="1995049" y="386092"/>
                </a:lnTo>
                <a:lnTo>
                  <a:pt x="2050467" y="373021"/>
                </a:lnTo>
                <a:lnTo>
                  <a:pt x="2105885" y="359315"/>
                </a:lnTo>
                <a:lnTo>
                  <a:pt x="2161303" y="345038"/>
                </a:lnTo>
                <a:lnTo>
                  <a:pt x="2216721" y="330256"/>
                </a:lnTo>
                <a:lnTo>
                  <a:pt x="2272139" y="315040"/>
                </a:lnTo>
                <a:lnTo>
                  <a:pt x="2327557" y="299461"/>
                </a:lnTo>
                <a:lnTo>
                  <a:pt x="2382975" y="283591"/>
                </a:lnTo>
                <a:lnTo>
                  <a:pt x="2438393" y="267507"/>
                </a:lnTo>
                <a:lnTo>
                  <a:pt x="2493811" y="251282"/>
                </a:lnTo>
                <a:lnTo>
                  <a:pt x="2549229" y="234994"/>
                </a:lnTo>
                <a:lnTo>
                  <a:pt x="2604648" y="218718"/>
                </a:lnTo>
                <a:lnTo>
                  <a:pt x="2660066" y="202531"/>
                </a:lnTo>
                <a:lnTo>
                  <a:pt x="2715484" y="186510"/>
                </a:lnTo>
                <a:lnTo>
                  <a:pt x="2770902" y="170729"/>
                </a:lnTo>
                <a:lnTo>
                  <a:pt x="2826320" y="155263"/>
                </a:lnTo>
                <a:lnTo>
                  <a:pt x="2881738" y="140184"/>
                </a:lnTo>
                <a:lnTo>
                  <a:pt x="2937156" y="125563"/>
                </a:lnTo>
                <a:lnTo>
                  <a:pt x="2992574" y="111469"/>
                </a:lnTo>
                <a:lnTo>
                  <a:pt x="3047992" y="97967"/>
                </a:lnTo>
                <a:lnTo>
                  <a:pt x="3103410" y="85122"/>
                </a:lnTo>
                <a:lnTo>
                  <a:pt x="3158828" y="72993"/>
                </a:lnTo>
                <a:lnTo>
                  <a:pt x="3214246" y="61638"/>
                </a:lnTo>
                <a:lnTo>
                  <a:pt x="3269664" y="51110"/>
                </a:lnTo>
                <a:lnTo>
                  <a:pt x="3325082" y="41459"/>
                </a:lnTo>
                <a:lnTo>
                  <a:pt x="3380500" y="32728"/>
                </a:lnTo>
                <a:lnTo>
                  <a:pt x="3435918" y="24961"/>
                </a:lnTo>
                <a:lnTo>
                  <a:pt x="3491336" y="18193"/>
                </a:lnTo>
                <a:lnTo>
                  <a:pt x="3546754" y="12456"/>
                </a:lnTo>
                <a:lnTo>
                  <a:pt x="3602172" y="7776"/>
                </a:lnTo>
                <a:lnTo>
                  <a:pt x="3657590" y="4177"/>
                </a:lnTo>
                <a:lnTo>
                  <a:pt x="3713008" y="1674"/>
                </a:lnTo>
                <a:lnTo>
                  <a:pt x="3768426" y="280"/>
                </a:lnTo>
                <a:lnTo>
                  <a:pt x="3823844" y="0"/>
                </a:lnTo>
                <a:lnTo>
                  <a:pt x="3879263" y="838"/>
                </a:lnTo>
                <a:lnTo>
                  <a:pt x="3934681" y="2787"/>
                </a:lnTo>
                <a:lnTo>
                  <a:pt x="3990099" y="5840"/>
                </a:lnTo>
                <a:lnTo>
                  <a:pt x="4045517" y="9982"/>
                </a:lnTo>
                <a:lnTo>
                  <a:pt x="4100935" y="15194"/>
                </a:lnTo>
                <a:lnTo>
                  <a:pt x="4156353" y="21450"/>
                </a:lnTo>
                <a:lnTo>
                  <a:pt x="4211771" y="28722"/>
                </a:lnTo>
                <a:lnTo>
                  <a:pt x="4267189" y="36976"/>
                </a:lnTo>
                <a:lnTo>
                  <a:pt x="4322607" y="46172"/>
                </a:lnTo>
                <a:lnTo>
                  <a:pt x="4378025" y="56268"/>
                </a:lnTo>
                <a:lnTo>
                  <a:pt x="4433443" y="67216"/>
                </a:lnTo>
                <a:lnTo>
                  <a:pt x="4488861" y="78964"/>
                </a:lnTo>
                <a:lnTo>
                  <a:pt x="4544279" y="91459"/>
                </a:lnTo>
                <a:lnTo>
                  <a:pt x="4599697" y="104640"/>
                </a:lnTo>
                <a:lnTo>
                  <a:pt x="4655115" y="118446"/>
                </a:lnTo>
                <a:lnTo>
                  <a:pt x="4710533" y="132812"/>
                </a:lnTo>
                <a:lnTo>
                  <a:pt x="4765951" y="147671"/>
                </a:lnTo>
                <a:lnTo>
                  <a:pt x="4821369" y="162952"/>
                </a:lnTo>
                <a:lnTo>
                  <a:pt x="4876787" y="178585"/>
                </a:lnTo>
                <a:lnTo>
                  <a:pt x="4932205" y="194495"/>
                </a:lnTo>
                <a:lnTo>
                  <a:pt x="4987623" y="210609"/>
                </a:lnTo>
                <a:lnTo>
                  <a:pt x="5043041" y="226849"/>
                </a:lnTo>
                <a:lnTo>
                  <a:pt x="5098459" y="243141"/>
                </a:lnTo>
                <a:lnTo>
                  <a:pt x="5153878" y="259407"/>
                </a:lnTo>
                <a:lnTo>
                  <a:pt x="5209296" y="275571"/>
                </a:lnTo>
                <a:lnTo>
                  <a:pt x="5264714" y="291558"/>
                </a:lnTo>
                <a:lnTo>
                  <a:pt x="5320132" y="307291"/>
                </a:lnTo>
                <a:lnTo>
                  <a:pt x="5375550" y="322698"/>
                </a:lnTo>
                <a:lnTo>
                  <a:pt x="5430968" y="337706"/>
                </a:lnTo>
                <a:lnTo>
                  <a:pt x="5486386" y="352244"/>
                </a:lnTo>
                <a:lnTo>
                  <a:pt x="5541804" y="366244"/>
                </a:lnTo>
                <a:lnTo>
                  <a:pt x="5597222" y="379640"/>
                </a:lnTo>
                <a:lnTo>
                  <a:pt x="5652640" y="392370"/>
                </a:lnTo>
                <a:lnTo>
                  <a:pt x="5708058" y="404373"/>
                </a:lnTo>
                <a:lnTo>
                  <a:pt x="5763476" y="415594"/>
                </a:lnTo>
                <a:lnTo>
                  <a:pt x="5818894" y="425980"/>
                </a:lnTo>
                <a:lnTo>
                  <a:pt x="5874312" y="435481"/>
                </a:lnTo>
                <a:lnTo>
                  <a:pt x="5929730" y="444053"/>
                </a:lnTo>
                <a:lnTo>
                  <a:pt x="5985148" y="451656"/>
                </a:lnTo>
                <a:lnTo>
                  <a:pt x="6040566" y="458255"/>
                </a:lnTo>
                <a:lnTo>
                  <a:pt x="6095984" y="463817"/>
                </a:lnTo>
                <a:lnTo>
                  <a:pt x="6151402" y="468318"/>
                </a:lnTo>
                <a:lnTo>
                  <a:pt x="6206820" y="471736"/>
                </a:lnTo>
                <a:lnTo>
                  <a:pt x="6262238" y="474055"/>
                </a:lnTo>
                <a:lnTo>
                  <a:pt x="6317656" y="475263"/>
                </a:lnTo>
                <a:lnTo>
                  <a:pt x="6373074" y="475357"/>
                </a:lnTo>
                <a:lnTo>
                  <a:pt x="6428493" y="474334"/>
                </a:lnTo>
                <a:lnTo>
                  <a:pt x="6483911" y="472199"/>
                </a:lnTo>
                <a:lnTo>
                  <a:pt x="6539329" y="468964"/>
                </a:lnTo>
                <a:lnTo>
                  <a:pt x="6594747" y="464642"/>
                </a:lnTo>
                <a:lnTo>
                  <a:pt x="6650165" y="459255"/>
                </a:lnTo>
                <a:lnTo>
                  <a:pt x="6705583" y="452827"/>
                </a:lnTo>
                <a:lnTo>
                  <a:pt x="6761001" y="445389"/>
                </a:lnTo>
                <a:lnTo>
                  <a:pt x="6816419" y="436975"/>
                </a:lnTo>
                <a:lnTo>
                  <a:pt x="6871837" y="427626"/>
                </a:lnTo>
                <a:lnTo>
                  <a:pt x="6927255" y="417384"/>
                </a:lnTo>
                <a:lnTo>
                  <a:pt x="6982673" y="406299"/>
                </a:lnTo>
                <a:lnTo>
                  <a:pt x="7038091" y="394422"/>
                </a:lnTo>
                <a:lnTo>
                  <a:pt x="7093509" y="381810"/>
                </a:lnTo>
                <a:lnTo>
                  <a:pt x="7148927" y="368520"/>
                </a:lnTo>
                <a:lnTo>
                  <a:pt x="7204345" y="354616"/>
                </a:lnTo>
                <a:lnTo>
                  <a:pt x="7259763" y="340163"/>
                </a:lnTo>
                <a:lnTo>
                  <a:pt x="7315181" y="325229"/>
                </a:lnTo>
                <a:lnTo>
                  <a:pt x="7370599" y="309884"/>
                </a:lnTo>
                <a:lnTo>
                  <a:pt x="7426017" y="294200"/>
                </a:lnTo>
                <a:lnTo>
                  <a:pt x="7481435" y="278250"/>
                </a:lnTo>
                <a:lnTo>
                  <a:pt x="7536853" y="262110"/>
                </a:lnTo>
                <a:lnTo>
                  <a:pt x="7592271" y="245856"/>
                </a:lnTo>
                <a:lnTo>
                  <a:pt x="7647689" y="229563"/>
                </a:lnTo>
                <a:lnTo>
                  <a:pt x="7703108" y="213309"/>
                </a:lnTo>
                <a:lnTo>
                  <a:pt x="7758526" y="197169"/>
                </a:lnTo>
                <a:lnTo>
                  <a:pt x="7813944" y="181219"/>
                </a:lnTo>
                <a:lnTo>
                  <a:pt x="7869362" y="165535"/>
                </a:lnTo>
                <a:lnTo>
                  <a:pt x="7924780" y="150190"/>
                </a:lnTo>
                <a:lnTo>
                  <a:pt x="7980198" y="135256"/>
                </a:lnTo>
                <a:lnTo>
                  <a:pt x="8035616" y="120803"/>
                </a:lnTo>
                <a:lnTo>
                  <a:pt x="8091034" y="106899"/>
                </a:lnTo>
                <a:lnTo>
                  <a:pt x="8146452" y="93609"/>
                </a:lnTo>
                <a:lnTo>
                  <a:pt x="8201870" y="80997"/>
                </a:lnTo>
                <a:lnTo>
                  <a:pt x="8257288" y="69120"/>
                </a:lnTo>
                <a:lnTo>
                  <a:pt x="8312706" y="58035"/>
                </a:lnTo>
                <a:lnTo>
                  <a:pt x="8368124" y="47793"/>
                </a:lnTo>
                <a:lnTo>
                  <a:pt x="8423542" y="38444"/>
                </a:lnTo>
                <a:lnTo>
                  <a:pt x="8478960" y="30030"/>
                </a:lnTo>
                <a:lnTo>
                  <a:pt x="8534378" y="22592"/>
                </a:lnTo>
                <a:lnTo>
                  <a:pt x="8589796" y="16164"/>
                </a:lnTo>
                <a:lnTo>
                  <a:pt x="8645214" y="10777"/>
                </a:lnTo>
                <a:lnTo>
                  <a:pt x="8700632" y="6455"/>
                </a:lnTo>
                <a:lnTo>
                  <a:pt x="8756050" y="3220"/>
                </a:lnTo>
                <a:lnTo>
                  <a:pt x="8811468" y="1085"/>
                </a:lnTo>
                <a:lnTo>
                  <a:pt x="8866886" y="62"/>
                </a:lnTo>
                <a:lnTo>
                  <a:pt x="8922304" y="156"/>
                </a:lnTo>
                <a:lnTo>
                  <a:pt x="8977723" y="1364"/>
                </a:lnTo>
                <a:lnTo>
                  <a:pt x="9033141" y="3683"/>
                </a:lnTo>
                <a:lnTo>
                  <a:pt x="9088559" y="7101"/>
                </a:lnTo>
                <a:lnTo>
                  <a:pt x="9143977" y="11602"/>
                </a:lnTo>
                <a:lnTo>
                  <a:pt x="9199395" y="17164"/>
                </a:lnTo>
                <a:lnTo>
                  <a:pt x="9254813" y="23763"/>
                </a:lnTo>
                <a:lnTo>
                  <a:pt x="9310231" y="31366"/>
                </a:lnTo>
                <a:lnTo>
                  <a:pt x="9365649" y="39938"/>
                </a:lnTo>
                <a:lnTo>
                  <a:pt x="9421067" y="49439"/>
                </a:lnTo>
                <a:lnTo>
                  <a:pt x="9476485" y="59825"/>
                </a:lnTo>
                <a:lnTo>
                  <a:pt x="9531903" y="71046"/>
                </a:lnTo>
                <a:lnTo>
                  <a:pt x="9587321" y="83049"/>
                </a:lnTo>
                <a:lnTo>
                  <a:pt x="9642739" y="95779"/>
                </a:lnTo>
                <a:lnTo>
                  <a:pt x="9698157" y="109175"/>
                </a:lnTo>
                <a:lnTo>
                  <a:pt x="9753575" y="123175"/>
                </a:lnTo>
                <a:lnTo>
                  <a:pt x="9808993" y="137713"/>
                </a:lnTo>
                <a:lnTo>
                  <a:pt x="9864411" y="152721"/>
                </a:lnTo>
                <a:lnTo>
                  <a:pt x="9919829" y="168128"/>
                </a:lnTo>
                <a:lnTo>
                  <a:pt x="9975247" y="183861"/>
                </a:lnTo>
                <a:lnTo>
                  <a:pt x="10030665" y="199848"/>
                </a:lnTo>
                <a:lnTo>
                  <a:pt x="10086083" y="216012"/>
                </a:lnTo>
                <a:lnTo>
                  <a:pt x="10141501" y="232278"/>
                </a:lnTo>
                <a:lnTo>
                  <a:pt x="10196919" y="248570"/>
                </a:lnTo>
                <a:lnTo>
                  <a:pt x="10252338" y="264810"/>
                </a:lnTo>
                <a:lnTo>
                  <a:pt x="10307756" y="280924"/>
                </a:lnTo>
                <a:lnTo>
                  <a:pt x="10363174" y="296834"/>
                </a:lnTo>
                <a:lnTo>
                  <a:pt x="10418592" y="312467"/>
                </a:lnTo>
                <a:lnTo>
                  <a:pt x="10474010" y="327748"/>
                </a:lnTo>
                <a:lnTo>
                  <a:pt x="10529428" y="342607"/>
                </a:lnTo>
                <a:lnTo>
                  <a:pt x="10584846" y="356973"/>
                </a:lnTo>
                <a:lnTo>
                  <a:pt x="10640264" y="370779"/>
                </a:lnTo>
                <a:lnTo>
                  <a:pt x="10695682" y="383960"/>
                </a:lnTo>
                <a:lnTo>
                  <a:pt x="10751100" y="396455"/>
                </a:lnTo>
                <a:lnTo>
                  <a:pt x="10806518" y="408203"/>
                </a:lnTo>
                <a:lnTo>
                  <a:pt x="10861936" y="419151"/>
                </a:lnTo>
                <a:lnTo>
                  <a:pt x="10917354" y="429247"/>
                </a:lnTo>
                <a:lnTo>
                  <a:pt x="10972772" y="438443"/>
                </a:lnTo>
                <a:lnTo>
                  <a:pt x="11028190" y="446697"/>
                </a:lnTo>
                <a:lnTo>
                  <a:pt x="11083608" y="453969"/>
                </a:lnTo>
                <a:lnTo>
                  <a:pt x="11139026" y="460225"/>
                </a:lnTo>
                <a:lnTo>
                  <a:pt x="11194444" y="465437"/>
                </a:lnTo>
                <a:lnTo>
                  <a:pt x="11249862" y="469579"/>
                </a:lnTo>
                <a:lnTo>
                  <a:pt x="11305280" y="472632"/>
                </a:lnTo>
                <a:lnTo>
                  <a:pt x="11360698" y="474581"/>
                </a:lnTo>
                <a:lnTo>
                  <a:pt x="11416116" y="475419"/>
                </a:lnTo>
                <a:lnTo>
                  <a:pt x="11471534" y="475139"/>
                </a:lnTo>
                <a:lnTo>
                  <a:pt x="11526953" y="473745"/>
                </a:lnTo>
                <a:lnTo>
                  <a:pt x="11582371" y="471242"/>
                </a:lnTo>
                <a:lnTo>
                  <a:pt x="11637789" y="467643"/>
                </a:lnTo>
                <a:lnTo>
                  <a:pt x="11693207" y="462963"/>
                </a:lnTo>
                <a:lnTo>
                  <a:pt x="11748625" y="457226"/>
                </a:lnTo>
                <a:lnTo>
                  <a:pt x="11804043" y="450458"/>
                </a:lnTo>
                <a:lnTo>
                  <a:pt x="11859461" y="442691"/>
                </a:lnTo>
                <a:lnTo>
                  <a:pt x="11914879" y="433960"/>
                </a:lnTo>
                <a:lnTo>
                  <a:pt x="11970297" y="424309"/>
                </a:lnTo>
                <a:lnTo>
                  <a:pt x="12025715" y="413781"/>
                </a:lnTo>
                <a:lnTo>
                  <a:pt x="12081133" y="402426"/>
                </a:lnTo>
                <a:lnTo>
                  <a:pt x="12136551" y="390297"/>
                </a:lnTo>
                <a:lnTo>
                  <a:pt x="12191969" y="377452"/>
                </a:lnTo>
              </a:path>
            </a:pathLst>
          </a:custGeom>
          <a:noFill/>
          <a:ln w="11430">
            <a:solidFill>
              <a:srgbClr val="1B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4160552"/>
            <a:ext cx="12191969" cy="310857"/>
          </a:xfrm>
          <a:custGeom>
            <a:avLst/>
            <a:gdLst/>
            <a:ahLst/>
            <a:cxnLst/>
            <a:rect l="l" t="t" r="r" b="b"/>
            <a:pathLst>
              <a:path w="12191969" h="310857">
                <a:moveTo>
                  <a:pt x="0" y="293952"/>
                </a:moveTo>
                <a:lnTo>
                  <a:pt x="55418" y="298456"/>
                </a:lnTo>
                <a:lnTo>
                  <a:pt x="110836" y="302288"/>
                </a:lnTo>
                <a:lnTo>
                  <a:pt x="166254" y="305430"/>
                </a:lnTo>
                <a:lnTo>
                  <a:pt x="221672" y="307868"/>
                </a:lnTo>
                <a:lnTo>
                  <a:pt x="277090" y="309590"/>
                </a:lnTo>
                <a:lnTo>
                  <a:pt x="332508" y="310588"/>
                </a:lnTo>
                <a:lnTo>
                  <a:pt x="387926" y="310857"/>
                </a:lnTo>
                <a:lnTo>
                  <a:pt x="443344" y="310396"/>
                </a:lnTo>
                <a:lnTo>
                  <a:pt x="498762" y="309207"/>
                </a:lnTo>
                <a:lnTo>
                  <a:pt x="554180" y="307296"/>
                </a:lnTo>
                <a:lnTo>
                  <a:pt x="609598" y="304672"/>
                </a:lnTo>
                <a:lnTo>
                  <a:pt x="665016" y="301347"/>
                </a:lnTo>
                <a:lnTo>
                  <a:pt x="720434" y="297336"/>
                </a:lnTo>
                <a:lnTo>
                  <a:pt x="775852" y="292659"/>
                </a:lnTo>
                <a:lnTo>
                  <a:pt x="831270" y="287337"/>
                </a:lnTo>
                <a:lnTo>
                  <a:pt x="886688" y="281396"/>
                </a:lnTo>
                <a:lnTo>
                  <a:pt x="942106" y="274863"/>
                </a:lnTo>
                <a:lnTo>
                  <a:pt x="997524" y="267769"/>
                </a:lnTo>
                <a:lnTo>
                  <a:pt x="1052942" y="260147"/>
                </a:lnTo>
                <a:lnTo>
                  <a:pt x="1108360" y="252034"/>
                </a:lnTo>
                <a:lnTo>
                  <a:pt x="1163778" y="243466"/>
                </a:lnTo>
                <a:lnTo>
                  <a:pt x="1219196" y="234486"/>
                </a:lnTo>
                <a:lnTo>
                  <a:pt x="1274614" y="225134"/>
                </a:lnTo>
                <a:lnTo>
                  <a:pt x="1330033" y="215454"/>
                </a:lnTo>
                <a:lnTo>
                  <a:pt x="1385451" y="205493"/>
                </a:lnTo>
                <a:lnTo>
                  <a:pt x="1440869" y="195296"/>
                </a:lnTo>
                <a:lnTo>
                  <a:pt x="1496287" y="184912"/>
                </a:lnTo>
                <a:lnTo>
                  <a:pt x="1551705" y="174389"/>
                </a:lnTo>
                <a:lnTo>
                  <a:pt x="1607123" y="163778"/>
                </a:lnTo>
                <a:lnTo>
                  <a:pt x="1662541" y="153127"/>
                </a:lnTo>
                <a:lnTo>
                  <a:pt x="1717959" y="142487"/>
                </a:lnTo>
                <a:lnTo>
                  <a:pt x="1773377" y="131907"/>
                </a:lnTo>
                <a:lnTo>
                  <a:pt x="1828795" y="121438"/>
                </a:lnTo>
                <a:lnTo>
                  <a:pt x="1884213" y="111129"/>
                </a:lnTo>
                <a:lnTo>
                  <a:pt x="1939631" y="101028"/>
                </a:lnTo>
                <a:lnTo>
                  <a:pt x="1995049" y="91182"/>
                </a:lnTo>
                <a:lnTo>
                  <a:pt x="2050467" y="81637"/>
                </a:lnTo>
                <a:lnTo>
                  <a:pt x="2105885" y="72439"/>
                </a:lnTo>
                <a:lnTo>
                  <a:pt x="2161303" y="63631"/>
                </a:lnTo>
                <a:lnTo>
                  <a:pt x="2216721" y="55254"/>
                </a:lnTo>
                <a:lnTo>
                  <a:pt x="2272139" y="47347"/>
                </a:lnTo>
                <a:lnTo>
                  <a:pt x="2327557" y="39948"/>
                </a:lnTo>
                <a:lnTo>
                  <a:pt x="2382975" y="33091"/>
                </a:lnTo>
                <a:lnTo>
                  <a:pt x="2438393" y="26809"/>
                </a:lnTo>
                <a:lnTo>
                  <a:pt x="2493811" y="21130"/>
                </a:lnTo>
                <a:lnTo>
                  <a:pt x="2549229" y="16083"/>
                </a:lnTo>
                <a:lnTo>
                  <a:pt x="2604648" y="11689"/>
                </a:lnTo>
                <a:lnTo>
                  <a:pt x="2660066" y="7971"/>
                </a:lnTo>
                <a:lnTo>
                  <a:pt x="2715484" y="4945"/>
                </a:lnTo>
                <a:lnTo>
                  <a:pt x="2770902" y="2626"/>
                </a:lnTo>
                <a:lnTo>
                  <a:pt x="2826320" y="1024"/>
                </a:lnTo>
                <a:lnTo>
                  <a:pt x="2881738" y="147"/>
                </a:lnTo>
                <a:lnTo>
                  <a:pt x="2937156" y="0"/>
                </a:lnTo>
                <a:lnTo>
                  <a:pt x="2992574" y="582"/>
                </a:lnTo>
                <a:lnTo>
                  <a:pt x="3047992" y="1892"/>
                </a:lnTo>
                <a:lnTo>
                  <a:pt x="3103410" y="3923"/>
                </a:lnTo>
                <a:lnTo>
                  <a:pt x="3158828" y="6665"/>
                </a:lnTo>
                <a:lnTo>
                  <a:pt x="3214246" y="10106"/>
                </a:lnTo>
                <a:lnTo>
                  <a:pt x="3269664" y="14229"/>
                </a:lnTo>
                <a:lnTo>
                  <a:pt x="3325082" y="19015"/>
                </a:lnTo>
                <a:lnTo>
                  <a:pt x="3380500" y="24442"/>
                </a:lnTo>
                <a:lnTo>
                  <a:pt x="3435918" y="30484"/>
                </a:lnTo>
                <a:lnTo>
                  <a:pt x="3491336" y="37112"/>
                </a:lnTo>
                <a:lnTo>
                  <a:pt x="3546754" y="44297"/>
                </a:lnTo>
                <a:lnTo>
                  <a:pt x="3602172" y="52003"/>
                </a:lnTo>
                <a:lnTo>
                  <a:pt x="3657590" y="60195"/>
                </a:lnTo>
                <a:lnTo>
                  <a:pt x="3713008" y="68834"/>
                </a:lnTo>
                <a:lnTo>
                  <a:pt x="3768426" y="77879"/>
                </a:lnTo>
                <a:lnTo>
                  <a:pt x="3823844" y="87289"/>
                </a:lnTo>
                <a:lnTo>
                  <a:pt x="3879263" y="97019"/>
                </a:lnTo>
                <a:lnTo>
                  <a:pt x="3934681" y="107023"/>
                </a:lnTo>
                <a:lnTo>
                  <a:pt x="3990099" y="117254"/>
                </a:lnTo>
                <a:lnTo>
                  <a:pt x="4045517" y="127664"/>
                </a:lnTo>
                <a:lnTo>
                  <a:pt x="4100935" y="138205"/>
                </a:lnTo>
                <a:lnTo>
                  <a:pt x="4156353" y="148827"/>
                </a:lnTo>
                <a:lnTo>
                  <a:pt x="4211771" y="159479"/>
                </a:lnTo>
                <a:lnTo>
                  <a:pt x="4267189" y="170113"/>
                </a:lnTo>
                <a:lnTo>
                  <a:pt x="4322607" y="180677"/>
                </a:lnTo>
                <a:lnTo>
                  <a:pt x="4378025" y="191123"/>
                </a:lnTo>
                <a:lnTo>
                  <a:pt x="4433443" y="201401"/>
                </a:lnTo>
                <a:lnTo>
                  <a:pt x="4488861" y="211463"/>
                </a:lnTo>
                <a:lnTo>
                  <a:pt x="4544279" y="221262"/>
                </a:lnTo>
                <a:lnTo>
                  <a:pt x="4599697" y="230752"/>
                </a:lnTo>
                <a:lnTo>
                  <a:pt x="4655115" y="239888"/>
                </a:lnTo>
                <a:lnTo>
                  <a:pt x="4710533" y="248627"/>
                </a:lnTo>
                <a:lnTo>
                  <a:pt x="4765951" y="256928"/>
                </a:lnTo>
                <a:lnTo>
                  <a:pt x="4821369" y="264753"/>
                </a:lnTo>
                <a:lnTo>
                  <a:pt x="4876787" y="272064"/>
                </a:lnTo>
                <a:lnTo>
                  <a:pt x="4932205" y="278828"/>
                </a:lnTo>
                <a:lnTo>
                  <a:pt x="4987623" y="285011"/>
                </a:lnTo>
                <a:lnTo>
                  <a:pt x="5043041" y="290586"/>
                </a:lnTo>
                <a:lnTo>
                  <a:pt x="5098459" y="295527"/>
                </a:lnTo>
                <a:lnTo>
                  <a:pt x="5153878" y="299809"/>
                </a:lnTo>
                <a:lnTo>
                  <a:pt x="5209296" y="303413"/>
                </a:lnTo>
                <a:lnTo>
                  <a:pt x="5264714" y="306322"/>
                </a:lnTo>
                <a:lnTo>
                  <a:pt x="5320132" y="308522"/>
                </a:lnTo>
                <a:lnTo>
                  <a:pt x="5375550" y="310004"/>
                </a:lnTo>
                <a:lnTo>
                  <a:pt x="5430968" y="310759"/>
                </a:lnTo>
                <a:lnTo>
                  <a:pt x="5486386" y="310785"/>
                </a:lnTo>
                <a:lnTo>
                  <a:pt x="5541804" y="310081"/>
                </a:lnTo>
                <a:lnTo>
                  <a:pt x="5597222" y="308650"/>
                </a:lnTo>
                <a:lnTo>
                  <a:pt x="5652640" y="306500"/>
                </a:lnTo>
                <a:lnTo>
                  <a:pt x="5708058" y="303641"/>
                </a:lnTo>
                <a:lnTo>
                  <a:pt x="5763476" y="300085"/>
                </a:lnTo>
                <a:lnTo>
                  <a:pt x="5818894" y="295850"/>
                </a:lnTo>
                <a:lnTo>
                  <a:pt x="5874312" y="290955"/>
                </a:lnTo>
                <a:lnTo>
                  <a:pt x="5929730" y="285424"/>
                </a:lnTo>
                <a:lnTo>
                  <a:pt x="5985148" y="279282"/>
                </a:lnTo>
                <a:lnTo>
                  <a:pt x="6040566" y="272559"/>
                </a:lnTo>
                <a:lnTo>
                  <a:pt x="6095984" y="265285"/>
                </a:lnTo>
                <a:lnTo>
                  <a:pt x="6151402" y="257496"/>
                </a:lnTo>
                <a:lnTo>
                  <a:pt x="6206820" y="249226"/>
                </a:lnTo>
                <a:lnTo>
                  <a:pt x="6262238" y="240517"/>
                </a:lnTo>
                <a:lnTo>
                  <a:pt x="6317656" y="231408"/>
                </a:lnTo>
                <a:lnTo>
                  <a:pt x="6373074" y="221941"/>
                </a:lnTo>
                <a:lnTo>
                  <a:pt x="6428493" y="212163"/>
                </a:lnTo>
                <a:lnTo>
                  <a:pt x="6483911" y="202118"/>
                </a:lnTo>
                <a:lnTo>
                  <a:pt x="6539329" y="191853"/>
                </a:lnTo>
                <a:lnTo>
                  <a:pt x="6594747" y="181417"/>
                </a:lnTo>
                <a:lnTo>
                  <a:pt x="6650165" y="170860"/>
                </a:lnTo>
                <a:lnTo>
                  <a:pt x="6705583" y="160229"/>
                </a:lnTo>
                <a:lnTo>
                  <a:pt x="6761001" y="149577"/>
                </a:lnTo>
                <a:lnTo>
                  <a:pt x="6816419" y="138951"/>
                </a:lnTo>
                <a:lnTo>
                  <a:pt x="6871837" y="128403"/>
                </a:lnTo>
                <a:lnTo>
                  <a:pt x="6927255" y="117982"/>
                </a:lnTo>
                <a:lnTo>
                  <a:pt x="6982673" y="107736"/>
                </a:lnTo>
                <a:lnTo>
                  <a:pt x="7038091" y="97715"/>
                </a:lnTo>
                <a:lnTo>
                  <a:pt x="7093509" y="87964"/>
                </a:lnTo>
                <a:lnTo>
                  <a:pt x="7148927" y="78531"/>
                </a:lnTo>
                <a:lnTo>
                  <a:pt x="7204345" y="69458"/>
                </a:lnTo>
                <a:lnTo>
                  <a:pt x="7259763" y="60789"/>
                </a:lnTo>
                <a:lnTo>
                  <a:pt x="7315181" y="52564"/>
                </a:lnTo>
                <a:lnTo>
                  <a:pt x="7370599" y="44823"/>
                </a:lnTo>
                <a:lnTo>
                  <a:pt x="7426017" y="37601"/>
                </a:lnTo>
                <a:lnTo>
                  <a:pt x="7481435" y="30932"/>
                </a:lnTo>
                <a:lnTo>
                  <a:pt x="7536853" y="24848"/>
                </a:lnTo>
                <a:lnTo>
                  <a:pt x="7592271" y="19377"/>
                </a:lnTo>
                <a:lnTo>
                  <a:pt x="7647689" y="14544"/>
                </a:lnTo>
                <a:lnTo>
                  <a:pt x="7703108" y="10374"/>
                </a:lnTo>
                <a:lnTo>
                  <a:pt x="7758526" y="6885"/>
                </a:lnTo>
                <a:lnTo>
                  <a:pt x="7813944" y="4093"/>
                </a:lnTo>
                <a:lnTo>
                  <a:pt x="7869362" y="2012"/>
                </a:lnTo>
                <a:lnTo>
                  <a:pt x="7924780" y="651"/>
                </a:lnTo>
                <a:lnTo>
                  <a:pt x="7980198" y="17"/>
                </a:lnTo>
                <a:lnTo>
                  <a:pt x="8035616" y="113"/>
                </a:lnTo>
                <a:lnTo>
                  <a:pt x="8091034" y="938"/>
                </a:lnTo>
                <a:lnTo>
                  <a:pt x="8146452" y="2489"/>
                </a:lnTo>
                <a:lnTo>
                  <a:pt x="8201870" y="4758"/>
                </a:lnTo>
                <a:lnTo>
                  <a:pt x="8257288" y="7735"/>
                </a:lnTo>
                <a:lnTo>
                  <a:pt x="8312706" y="11405"/>
                </a:lnTo>
                <a:lnTo>
                  <a:pt x="8368124" y="15752"/>
                </a:lnTo>
                <a:lnTo>
                  <a:pt x="8423542" y="20754"/>
                </a:lnTo>
                <a:lnTo>
                  <a:pt x="8478960" y="26389"/>
                </a:lnTo>
                <a:lnTo>
                  <a:pt x="8534378" y="32630"/>
                </a:lnTo>
                <a:lnTo>
                  <a:pt x="8589796" y="39447"/>
                </a:lnTo>
                <a:lnTo>
                  <a:pt x="8645214" y="46809"/>
                </a:lnTo>
                <a:lnTo>
                  <a:pt x="8700632" y="54681"/>
                </a:lnTo>
                <a:lnTo>
                  <a:pt x="8756050" y="63027"/>
                </a:lnTo>
                <a:lnTo>
                  <a:pt x="8811468" y="71806"/>
                </a:lnTo>
                <a:lnTo>
                  <a:pt x="8866886" y="80978"/>
                </a:lnTo>
                <a:lnTo>
                  <a:pt x="8922304" y="90499"/>
                </a:lnTo>
                <a:lnTo>
                  <a:pt x="8977723" y="100325"/>
                </a:lnTo>
                <a:lnTo>
                  <a:pt x="9033141" y="110410"/>
                </a:lnTo>
                <a:lnTo>
                  <a:pt x="9088559" y="120707"/>
                </a:lnTo>
                <a:lnTo>
                  <a:pt x="9143977" y="131166"/>
                </a:lnTo>
                <a:lnTo>
                  <a:pt x="9199395" y="141739"/>
                </a:lnTo>
                <a:lnTo>
                  <a:pt x="9254813" y="152377"/>
                </a:lnTo>
                <a:lnTo>
                  <a:pt x="9310231" y="163029"/>
                </a:lnTo>
                <a:lnTo>
                  <a:pt x="9365649" y="173645"/>
                </a:lnTo>
                <a:lnTo>
                  <a:pt x="9421067" y="184175"/>
                </a:lnTo>
                <a:lnTo>
                  <a:pt x="9476485" y="194570"/>
                </a:lnTo>
                <a:lnTo>
                  <a:pt x="9531903" y="204782"/>
                </a:lnTo>
                <a:lnTo>
                  <a:pt x="9587321" y="214761"/>
                </a:lnTo>
                <a:lnTo>
                  <a:pt x="9642739" y="224462"/>
                </a:lnTo>
                <a:lnTo>
                  <a:pt x="9698157" y="233839"/>
                </a:lnTo>
                <a:lnTo>
                  <a:pt x="9753575" y="242847"/>
                </a:lnTo>
                <a:lnTo>
                  <a:pt x="9808993" y="251445"/>
                </a:lnTo>
                <a:lnTo>
                  <a:pt x="9864411" y="259592"/>
                </a:lnTo>
                <a:lnTo>
                  <a:pt x="9919829" y="267249"/>
                </a:lnTo>
                <a:lnTo>
                  <a:pt x="9975247" y="274381"/>
                </a:lnTo>
                <a:lnTo>
                  <a:pt x="10030665" y="280955"/>
                </a:lnTo>
                <a:lnTo>
                  <a:pt x="10086083" y="286939"/>
                </a:lnTo>
                <a:lnTo>
                  <a:pt x="10141501" y="292305"/>
                </a:lnTo>
                <a:lnTo>
                  <a:pt x="10196919" y="297028"/>
                </a:lnTo>
                <a:lnTo>
                  <a:pt x="10252338" y="301086"/>
                </a:lnTo>
                <a:lnTo>
                  <a:pt x="10307756" y="304461"/>
                </a:lnTo>
                <a:lnTo>
                  <a:pt x="10363174" y="307135"/>
                </a:lnTo>
                <a:lnTo>
                  <a:pt x="10418592" y="309096"/>
                </a:lnTo>
                <a:lnTo>
                  <a:pt x="10474010" y="310336"/>
                </a:lnTo>
                <a:lnTo>
                  <a:pt x="10529428" y="310849"/>
                </a:lnTo>
                <a:lnTo>
                  <a:pt x="10584846" y="310631"/>
                </a:lnTo>
                <a:lnTo>
                  <a:pt x="10640264" y="309684"/>
                </a:lnTo>
                <a:lnTo>
                  <a:pt x="10695682" y="308013"/>
                </a:lnTo>
                <a:lnTo>
                  <a:pt x="10751100" y="305625"/>
                </a:lnTo>
                <a:lnTo>
                  <a:pt x="10806518" y="302532"/>
                </a:lnTo>
                <a:lnTo>
                  <a:pt x="10861936" y="298748"/>
                </a:lnTo>
                <a:lnTo>
                  <a:pt x="10917354" y="294291"/>
                </a:lnTo>
                <a:lnTo>
                  <a:pt x="10972772" y="289181"/>
                </a:lnTo>
                <a:lnTo>
                  <a:pt x="11028190" y="283443"/>
                </a:lnTo>
                <a:lnTo>
                  <a:pt x="11083608" y="277104"/>
                </a:lnTo>
                <a:lnTo>
                  <a:pt x="11139026" y="270194"/>
                </a:lnTo>
                <a:lnTo>
                  <a:pt x="11194444" y="262744"/>
                </a:lnTo>
                <a:lnTo>
                  <a:pt x="11249862" y="254791"/>
                </a:lnTo>
                <a:lnTo>
                  <a:pt x="11305280" y="246370"/>
                </a:lnTo>
                <a:lnTo>
                  <a:pt x="11360698" y="237523"/>
                </a:lnTo>
                <a:lnTo>
                  <a:pt x="11416116" y="228290"/>
                </a:lnTo>
                <a:lnTo>
                  <a:pt x="11471534" y="218714"/>
                </a:lnTo>
                <a:lnTo>
                  <a:pt x="11526953" y="208842"/>
                </a:lnTo>
                <a:lnTo>
                  <a:pt x="11582371" y="198718"/>
                </a:lnTo>
                <a:lnTo>
                  <a:pt x="11637789" y="188391"/>
                </a:lnTo>
                <a:lnTo>
                  <a:pt x="11693207" y="177909"/>
                </a:lnTo>
                <a:lnTo>
                  <a:pt x="11748625" y="167322"/>
                </a:lnTo>
                <a:lnTo>
                  <a:pt x="11804043" y="156679"/>
                </a:lnTo>
                <a:lnTo>
                  <a:pt x="11859461" y="146029"/>
                </a:lnTo>
                <a:lnTo>
                  <a:pt x="11914879" y="135424"/>
                </a:lnTo>
                <a:lnTo>
                  <a:pt x="11970297" y="124913"/>
                </a:lnTo>
                <a:lnTo>
                  <a:pt x="12025715" y="114545"/>
                </a:lnTo>
                <a:lnTo>
                  <a:pt x="12081133" y="104369"/>
                </a:lnTo>
                <a:lnTo>
                  <a:pt x="12136551" y="94432"/>
                </a:lnTo>
                <a:lnTo>
                  <a:pt x="12191969" y="84782"/>
                </a:lnTo>
              </a:path>
            </a:pathLst>
          </a:custGeom>
          <a:noFill/>
          <a:ln w="10160">
            <a:solidFill>
              <a:srgbClr val="17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4462272"/>
            <a:ext cx="12191969" cy="475474"/>
          </a:xfrm>
          <a:custGeom>
            <a:avLst/>
            <a:gdLst/>
            <a:ahLst/>
            <a:cxnLst/>
            <a:rect l="l" t="t" r="r" b="b"/>
            <a:pathLst>
              <a:path w="12191969" h="475474">
                <a:moveTo>
                  <a:pt x="0" y="429959"/>
                </a:moveTo>
                <a:lnTo>
                  <a:pt x="55418" y="419925"/>
                </a:lnTo>
                <a:lnTo>
                  <a:pt x="110836" y="409035"/>
                </a:lnTo>
                <a:lnTo>
                  <a:pt x="166254" y="397341"/>
                </a:lnTo>
                <a:lnTo>
                  <a:pt x="221672" y="384897"/>
                </a:lnTo>
                <a:lnTo>
                  <a:pt x="277090" y="371763"/>
                </a:lnTo>
                <a:lnTo>
                  <a:pt x="332508" y="357999"/>
                </a:lnTo>
                <a:lnTo>
                  <a:pt x="387926" y="343670"/>
                </a:lnTo>
                <a:lnTo>
                  <a:pt x="443344" y="328843"/>
                </a:lnTo>
                <a:lnTo>
                  <a:pt x="498762" y="313589"/>
                </a:lnTo>
                <a:lnTo>
                  <a:pt x="554180" y="297979"/>
                </a:lnTo>
                <a:lnTo>
                  <a:pt x="609598" y="282086"/>
                </a:lnTo>
                <a:lnTo>
                  <a:pt x="665016" y="265984"/>
                </a:lnTo>
                <a:lnTo>
                  <a:pt x="720434" y="249750"/>
                </a:lnTo>
                <a:lnTo>
                  <a:pt x="775852" y="233459"/>
                </a:lnTo>
                <a:lnTo>
                  <a:pt x="831270" y="217189"/>
                </a:lnTo>
                <a:lnTo>
                  <a:pt x="886688" y="201015"/>
                </a:lnTo>
                <a:lnTo>
                  <a:pt x="942106" y="185014"/>
                </a:lnTo>
                <a:lnTo>
                  <a:pt x="997524" y="169260"/>
                </a:lnTo>
                <a:lnTo>
                  <a:pt x="1052942" y="153828"/>
                </a:lnTo>
                <a:lnTo>
                  <a:pt x="1108360" y="138790"/>
                </a:lnTo>
                <a:lnTo>
                  <a:pt x="1163778" y="124216"/>
                </a:lnTo>
                <a:lnTo>
                  <a:pt x="1219196" y="110176"/>
                </a:lnTo>
                <a:lnTo>
                  <a:pt x="1274614" y="96735"/>
                </a:lnTo>
                <a:lnTo>
                  <a:pt x="1330033" y="83956"/>
                </a:lnTo>
                <a:lnTo>
                  <a:pt x="1385451" y="71900"/>
                </a:lnTo>
                <a:lnTo>
                  <a:pt x="1440869" y="60622"/>
                </a:lnTo>
                <a:lnTo>
                  <a:pt x="1496287" y="50176"/>
                </a:lnTo>
                <a:lnTo>
                  <a:pt x="1551705" y="40611"/>
                </a:lnTo>
                <a:lnTo>
                  <a:pt x="1607123" y="31972"/>
                </a:lnTo>
                <a:lnTo>
                  <a:pt x="1662541" y="24300"/>
                </a:lnTo>
                <a:lnTo>
                  <a:pt x="1717959" y="17629"/>
                </a:lnTo>
                <a:lnTo>
                  <a:pt x="1773377" y="11993"/>
                </a:lnTo>
                <a:lnTo>
                  <a:pt x="1828795" y="7416"/>
                </a:lnTo>
                <a:lnTo>
                  <a:pt x="1884213" y="3922"/>
                </a:lnTo>
                <a:lnTo>
                  <a:pt x="1939631" y="1525"/>
                </a:lnTo>
                <a:lnTo>
                  <a:pt x="1995049" y="238"/>
                </a:lnTo>
                <a:lnTo>
                  <a:pt x="2050467" y="66"/>
                </a:lnTo>
                <a:lnTo>
                  <a:pt x="2105885" y="1011"/>
                </a:lnTo>
                <a:lnTo>
                  <a:pt x="2161303" y="3067"/>
                </a:lnTo>
                <a:lnTo>
                  <a:pt x="2216721" y="6226"/>
                </a:lnTo>
                <a:lnTo>
                  <a:pt x="2272139" y="10472"/>
                </a:lnTo>
                <a:lnTo>
                  <a:pt x="2327557" y="15785"/>
                </a:lnTo>
                <a:lnTo>
                  <a:pt x="2382975" y="22140"/>
                </a:lnTo>
                <a:lnTo>
                  <a:pt x="2438393" y="29508"/>
                </a:lnTo>
                <a:lnTo>
                  <a:pt x="2493811" y="37854"/>
                </a:lnTo>
                <a:lnTo>
                  <a:pt x="2549229" y="47139"/>
                </a:lnTo>
                <a:lnTo>
                  <a:pt x="2604648" y="57319"/>
                </a:lnTo>
                <a:lnTo>
                  <a:pt x="2660066" y="68347"/>
                </a:lnTo>
                <a:lnTo>
                  <a:pt x="2715484" y="80169"/>
                </a:lnTo>
                <a:lnTo>
                  <a:pt x="2770902" y="92732"/>
                </a:lnTo>
                <a:lnTo>
                  <a:pt x="2826320" y="105976"/>
                </a:lnTo>
                <a:lnTo>
                  <a:pt x="2881738" y="119839"/>
                </a:lnTo>
                <a:lnTo>
                  <a:pt x="2937156" y="134256"/>
                </a:lnTo>
                <a:lnTo>
                  <a:pt x="2992574" y="149158"/>
                </a:lnTo>
                <a:lnTo>
                  <a:pt x="3047992" y="164477"/>
                </a:lnTo>
                <a:lnTo>
                  <a:pt x="3103410" y="180139"/>
                </a:lnTo>
                <a:lnTo>
                  <a:pt x="3158828" y="196073"/>
                </a:lnTo>
                <a:lnTo>
                  <a:pt x="3214246" y="212202"/>
                </a:lnTo>
                <a:lnTo>
                  <a:pt x="3269664" y="228450"/>
                </a:lnTo>
                <a:lnTo>
                  <a:pt x="3325082" y="244743"/>
                </a:lnTo>
                <a:lnTo>
                  <a:pt x="3380500" y="261003"/>
                </a:lnTo>
                <a:lnTo>
                  <a:pt x="3435918" y="277153"/>
                </a:lnTo>
                <a:lnTo>
                  <a:pt x="3491336" y="293118"/>
                </a:lnTo>
                <a:lnTo>
                  <a:pt x="3546754" y="308823"/>
                </a:lnTo>
                <a:lnTo>
                  <a:pt x="3602172" y="324195"/>
                </a:lnTo>
                <a:lnTo>
                  <a:pt x="3657590" y="339160"/>
                </a:lnTo>
                <a:lnTo>
                  <a:pt x="3713008" y="353649"/>
                </a:lnTo>
                <a:lnTo>
                  <a:pt x="3768426" y="367594"/>
                </a:lnTo>
                <a:lnTo>
                  <a:pt x="3823844" y="380929"/>
                </a:lnTo>
                <a:lnTo>
                  <a:pt x="3879263" y="393592"/>
                </a:lnTo>
                <a:lnTo>
                  <a:pt x="3934681" y="405522"/>
                </a:lnTo>
                <a:lnTo>
                  <a:pt x="3990099" y="416665"/>
                </a:lnTo>
                <a:lnTo>
                  <a:pt x="4045517" y="426967"/>
                </a:lnTo>
                <a:lnTo>
                  <a:pt x="4100935" y="436381"/>
                </a:lnTo>
                <a:lnTo>
                  <a:pt x="4156353" y="444862"/>
                </a:lnTo>
                <a:lnTo>
                  <a:pt x="4211771" y="452370"/>
                </a:lnTo>
                <a:lnTo>
                  <a:pt x="4267189" y="458870"/>
                </a:lnTo>
                <a:lnTo>
                  <a:pt x="4322607" y="464331"/>
                </a:lnTo>
                <a:lnTo>
                  <a:pt x="4378025" y="468729"/>
                </a:lnTo>
                <a:lnTo>
                  <a:pt x="4433443" y="472041"/>
                </a:lnTo>
                <a:lnTo>
                  <a:pt x="4488861" y="474254"/>
                </a:lnTo>
                <a:lnTo>
                  <a:pt x="4544279" y="475355"/>
                </a:lnTo>
                <a:lnTo>
                  <a:pt x="4599697" y="475341"/>
                </a:lnTo>
                <a:lnTo>
                  <a:pt x="4655115" y="474210"/>
                </a:lnTo>
                <a:lnTo>
                  <a:pt x="4710533" y="471969"/>
                </a:lnTo>
                <a:lnTo>
                  <a:pt x="4765951" y="468629"/>
                </a:lnTo>
                <a:lnTo>
                  <a:pt x="4821369" y="464203"/>
                </a:lnTo>
                <a:lnTo>
                  <a:pt x="4876787" y="458715"/>
                </a:lnTo>
                <a:lnTo>
                  <a:pt x="4932205" y="452188"/>
                </a:lnTo>
                <a:lnTo>
                  <a:pt x="4987623" y="444655"/>
                </a:lnTo>
                <a:lnTo>
                  <a:pt x="5043041" y="436149"/>
                </a:lnTo>
                <a:lnTo>
                  <a:pt x="5098459" y="426712"/>
                </a:lnTo>
                <a:lnTo>
                  <a:pt x="5153878" y="416387"/>
                </a:lnTo>
                <a:lnTo>
                  <a:pt x="5209296" y="405224"/>
                </a:lnTo>
                <a:lnTo>
                  <a:pt x="5264714" y="393274"/>
                </a:lnTo>
                <a:lnTo>
                  <a:pt x="5320132" y="380593"/>
                </a:lnTo>
                <a:lnTo>
                  <a:pt x="5375550" y="367241"/>
                </a:lnTo>
                <a:lnTo>
                  <a:pt x="5430968" y="353282"/>
                </a:lnTo>
                <a:lnTo>
                  <a:pt x="5486386" y="338780"/>
                </a:lnTo>
                <a:lnTo>
                  <a:pt x="5541804" y="323803"/>
                </a:lnTo>
                <a:lnTo>
                  <a:pt x="5597222" y="308422"/>
                </a:lnTo>
                <a:lnTo>
                  <a:pt x="5652640" y="292709"/>
                </a:lnTo>
                <a:lnTo>
                  <a:pt x="5708058" y="276738"/>
                </a:lnTo>
                <a:lnTo>
                  <a:pt x="5763476" y="260584"/>
                </a:lnTo>
                <a:lnTo>
                  <a:pt x="5818894" y="244322"/>
                </a:lnTo>
                <a:lnTo>
                  <a:pt x="5874312" y="228030"/>
                </a:lnTo>
                <a:lnTo>
                  <a:pt x="5929730" y="211783"/>
                </a:lnTo>
                <a:lnTo>
                  <a:pt x="5985148" y="195658"/>
                </a:lnTo>
                <a:lnTo>
                  <a:pt x="6040566" y="179731"/>
                </a:lnTo>
                <a:lnTo>
                  <a:pt x="6095984" y="164076"/>
                </a:lnTo>
                <a:lnTo>
                  <a:pt x="6151402" y="148768"/>
                </a:lnTo>
                <a:lnTo>
                  <a:pt x="6206820" y="133877"/>
                </a:lnTo>
                <a:lnTo>
                  <a:pt x="6262238" y="119474"/>
                </a:lnTo>
                <a:lnTo>
                  <a:pt x="6317656" y="105626"/>
                </a:lnTo>
                <a:lnTo>
                  <a:pt x="6373074" y="92399"/>
                </a:lnTo>
                <a:lnTo>
                  <a:pt x="6428493" y="79855"/>
                </a:lnTo>
                <a:lnTo>
                  <a:pt x="6483911" y="68051"/>
                </a:lnTo>
                <a:lnTo>
                  <a:pt x="6539329" y="57045"/>
                </a:lnTo>
                <a:lnTo>
                  <a:pt x="6594747" y="46888"/>
                </a:lnTo>
                <a:lnTo>
                  <a:pt x="6650165" y="37627"/>
                </a:lnTo>
                <a:lnTo>
                  <a:pt x="6705583" y="29306"/>
                </a:lnTo>
                <a:lnTo>
                  <a:pt x="6761001" y="21963"/>
                </a:lnTo>
                <a:lnTo>
                  <a:pt x="6816419" y="15634"/>
                </a:lnTo>
                <a:lnTo>
                  <a:pt x="6871837" y="10348"/>
                </a:lnTo>
                <a:lnTo>
                  <a:pt x="6927255" y="6130"/>
                </a:lnTo>
                <a:lnTo>
                  <a:pt x="6982673" y="3000"/>
                </a:lnTo>
                <a:lnTo>
                  <a:pt x="7038091" y="973"/>
                </a:lnTo>
                <a:lnTo>
                  <a:pt x="7093509" y="57"/>
                </a:lnTo>
                <a:lnTo>
                  <a:pt x="7148927" y="257"/>
                </a:lnTo>
                <a:lnTo>
                  <a:pt x="7204345" y="1573"/>
                </a:lnTo>
                <a:lnTo>
                  <a:pt x="7259763" y="3998"/>
                </a:lnTo>
                <a:lnTo>
                  <a:pt x="7315181" y="7521"/>
                </a:lnTo>
                <a:lnTo>
                  <a:pt x="7370599" y="12125"/>
                </a:lnTo>
                <a:lnTo>
                  <a:pt x="7426017" y="17789"/>
                </a:lnTo>
                <a:lnTo>
                  <a:pt x="7481435" y="24485"/>
                </a:lnTo>
                <a:lnTo>
                  <a:pt x="7536853" y="32184"/>
                </a:lnTo>
                <a:lnTo>
                  <a:pt x="7592271" y="40847"/>
                </a:lnTo>
                <a:lnTo>
                  <a:pt x="7647689" y="50435"/>
                </a:lnTo>
                <a:lnTo>
                  <a:pt x="7703108" y="60903"/>
                </a:lnTo>
                <a:lnTo>
                  <a:pt x="7758526" y="72202"/>
                </a:lnTo>
                <a:lnTo>
                  <a:pt x="7813944" y="84278"/>
                </a:lnTo>
                <a:lnTo>
                  <a:pt x="7869362" y="97074"/>
                </a:lnTo>
                <a:lnTo>
                  <a:pt x="7924780" y="110532"/>
                </a:lnTo>
                <a:lnTo>
                  <a:pt x="7980198" y="124586"/>
                </a:lnTo>
                <a:lnTo>
                  <a:pt x="8035616" y="139173"/>
                </a:lnTo>
                <a:lnTo>
                  <a:pt x="8091034" y="154222"/>
                </a:lnTo>
                <a:lnTo>
                  <a:pt x="8146452" y="169663"/>
                </a:lnTo>
                <a:lnTo>
                  <a:pt x="8201870" y="185424"/>
                </a:lnTo>
                <a:lnTo>
                  <a:pt x="8257288" y="201431"/>
                </a:lnTo>
                <a:lnTo>
                  <a:pt x="8312706" y="217608"/>
                </a:lnTo>
                <a:lnTo>
                  <a:pt x="8368124" y="233880"/>
                </a:lnTo>
                <a:lnTo>
                  <a:pt x="8423542" y="250170"/>
                </a:lnTo>
                <a:lnTo>
                  <a:pt x="8478960" y="266402"/>
                </a:lnTo>
                <a:lnTo>
                  <a:pt x="8534378" y="282499"/>
                </a:lnTo>
                <a:lnTo>
                  <a:pt x="8589796" y="298386"/>
                </a:lnTo>
                <a:lnTo>
                  <a:pt x="8645214" y="313988"/>
                </a:lnTo>
                <a:lnTo>
                  <a:pt x="8700632" y="329232"/>
                </a:lnTo>
                <a:lnTo>
                  <a:pt x="8756050" y="344046"/>
                </a:lnTo>
                <a:lnTo>
                  <a:pt x="8811468" y="358362"/>
                </a:lnTo>
                <a:lnTo>
                  <a:pt x="8866886" y="372110"/>
                </a:lnTo>
                <a:lnTo>
                  <a:pt x="8922304" y="385228"/>
                </a:lnTo>
                <a:lnTo>
                  <a:pt x="8977723" y="397653"/>
                </a:lnTo>
                <a:lnTo>
                  <a:pt x="9033141" y="409327"/>
                </a:lnTo>
                <a:lnTo>
                  <a:pt x="9088559" y="420195"/>
                </a:lnTo>
                <a:lnTo>
                  <a:pt x="9143977" y="430206"/>
                </a:lnTo>
                <a:lnTo>
                  <a:pt x="9199395" y="439313"/>
                </a:lnTo>
                <a:lnTo>
                  <a:pt x="9254813" y="447474"/>
                </a:lnTo>
                <a:lnTo>
                  <a:pt x="9310231" y="454650"/>
                </a:lnTo>
                <a:lnTo>
                  <a:pt x="9365649" y="460807"/>
                </a:lnTo>
                <a:lnTo>
                  <a:pt x="9421067" y="465916"/>
                </a:lnTo>
                <a:lnTo>
                  <a:pt x="9476485" y="469954"/>
                </a:lnTo>
                <a:lnTo>
                  <a:pt x="9531903" y="472902"/>
                </a:lnTo>
                <a:lnTo>
                  <a:pt x="9587321" y="474744"/>
                </a:lnTo>
                <a:lnTo>
                  <a:pt x="9642739" y="475474"/>
                </a:lnTo>
                <a:lnTo>
                  <a:pt x="9698157" y="475088"/>
                </a:lnTo>
                <a:lnTo>
                  <a:pt x="9753575" y="473586"/>
                </a:lnTo>
                <a:lnTo>
                  <a:pt x="9808993" y="470977"/>
                </a:lnTo>
                <a:lnTo>
                  <a:pt x="9864411" y="467273"/>
                </a:lnTo>
                <a:lnTo>
                  <a:pt x="9919829" y="462491"/>
                </a:lnTo>
                <a:lnTo>
                  <a:pt x="9975247" y="456653"/>
                </a:lnTo>
                <a:lnTo>
                  <a:pt x="10030665" y="449787"/>
                </a:lnTo>
                <a:lnTo>
                  <a:pt x="10086083" y="441926"/>
                </a:lnTo>
                <a:lnTo>
                  <a:pt x="10141501" y="433105"/>
                </a:lnTo>
                <a:lnTo>
                  <a:pt x="10196919" y="423367"/>
                </a:lnTo>
                <a:lnTo>
                  <a:pt x="10252338" y="412757"/>
                </a:lnTo>
                <a:lnTo>
                  <a:pt x="10307756" y="401325"/>
                </a:lnTo>
                <a:lnTo>
                  <a:pt x="10363174" y="389125"/>
                </a:lnTo>
                <a:lnTo>
                  <a:pt x="10418592" y="376214"/>
                </a:lnTo>
                <a:lnTo>
                  <a:pt x="10474010" y="362653"/>
                </a:lnTo>
                <a:lnTo>
                  <a:pt x="10529428" y="348505"/>
                </a:lnTo>
                <a:lnTo>
                  <a:pt x="10584846" y="333837"/>
                </a:lnTo>
                <a:lnTo>
                  <a:pt x="10640264" y="318717"/>
                </a:lnTo>
                <a:lnTo>
                  <a:pt x="10695682" y="303217"/>
                </a:lnTo>
                <a:lnTo>
                  <a:pt x="10751100" y="287410"/>
                </a:lnTo>
                <a:lnTo>
                  <a:pt x="10806518" y="271370"/>
                </a:lnTo>
                <a:lnTo>
                  <a:pt x="10861936" y="255171"/>
                </a:lnTo>
                <a:lnTo>
                  <a:pt x="10917354" y="238891"/>
                </a:lnTo>
                <a:lnTo>
                  <a:pt x="10972772" y="222605"/>
                </a:lnTo>
                <a:lnTo>
                  <a:pt x="11028190" y="206391"/>
                </a:lnTo>
                <a:lnTo>
                  <a:pt x="11083608" y="190324"/>
                </a:lnTo>
                <a:lnTo>
                  <a:pt x="11139026" y="174479"/>
                </a:lnTo>
                <a:lnTo>
                  <a:pt x="11194444" y="158932"/>
                </a:lnTo>
                <a:lnTo>
                  <a:pt x="11249862" y="143754"/>
                </a:lnTo>
                <a:lnTo>
                  <a:pt x="11305280" y="129018"/>
                </a:lnTo>
                <a:lnTo>
                  <a:pt x="11360698" y="114793"/>
                </a:lnTo>
                <a:lnTo>
                  <a:pt x="11416116" y="101145"/>
                </a:lnTo>
                <a:lnTo>
                  <a:pt x="11471534" y="88139"/>
                </a:lnTo>
                <a:lnTo>
                  <a:pt x="11526953" y="75835"/>
                </a:lnTo>
                <a:lnTo>
                  <a:pt x="11582371" y="64292"/>
                </a:lnTo>
                <a:lnTo>
                  <a:pt x="11637789" y="53563"/>
                </a:lnTo>
                <a:lnTo>
                  <a:pt x="11693207" y="43699"/>
                </a:lnTo>
                <a:lnTo>
                  <a:pt x="11748625" y="34747"/>
                </a:lnTo>
                <a:lnTo>
                  <a:pt x="11804043" y="26748"/>
                </a:lnTo>
                <a:lnTo>
                  <a:pt x="11859461" y="19739"/>
                </a:lnTo>
                <a:lnTo>
                  <a:pt x="11914879" y="13755"/>
                </a:lnTo>
                <a:lnTo>
                  <a:pt x="11970297" y="8823"/>
                </a:lnTo>
                <a:lnTo>
                  <a:pt x="12025715" y="4965"/>
                </a:lnTo>
                <a:lnTo>
                  <a:pt x="12081133" y="2201"/>
                </a:lnTo>
                <a:lnTo>
                  <a:pt x="12136551" y="543"/>
                </a:lnTo>
                <a:lnTo>
                  <a:pt x="12191969" y="0"/>
                </a:lnTo>
              </a:path>
            </a:pathLst>
          </a:custGeom>
          <a:noFill/>
          <a:ln w="8890">
            <a:solidFill>
              <a:srgbClr val="1539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S T R U C T U R E D   L I G H T   ·   D E C O D I N 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7680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频移法（FSM / FSA）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22576"/>
            <a:ext cx="7680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原理与实现详解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18688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8AA4B8"/>
                </a:solidFill>
                <a:latin typeface="Noto Sans SC"/>
                <a:ea typeface="Noto Sans SC"/>
                <a:cs typeface="Noto Sans SC"/>
              </a:rPr>
              <a:t>从条纹图像到投影仪坐标对应关系，再到三维点云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627632"/>
            <a:ext cx="3456432" cy="1298448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3970">
            <a:solidFill>
              <a:srgbClr val="1D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3336" y="1627632"/>
            <a:ext cx="3017520" cy="1298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uₚ = q · N / (L · 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7" y="3054096"/>
            <a:ext cx="3419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A4B8"/>
                </a:solidFill>
                <a:latin typeface="Noto Sans SC"/>
                <a:ea typeface="Noto Sans SC"/>
                <a:cs typeface="Noto Sans SC"/>
              </a:rPr>
              <a:t>核心目标：让 FFT 的 bin 网格与投影仪坐标网格对齐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74920"/>
            <a:ext cx="1571746" cy="457200"/>
          </a:xfrm>
          <a:prstGeom prst="roundRect">
            <a:avLst>
              <a:gd name="adj" fmla="val 16000"/>
            </a:avLst>
          </a:prstGeom>
          <a:solidFill>
            <a:srgbClr val="0D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98364"/>
            <a:ext cx="15717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FB6CC"/>
                </a:solidFill>
                <a:latin typeface="Noto Sans SC"/>
                <a:ea typeface="Noto Sans SC"/>
                <a:cs typeface="Noto Sans SC"/>
              </a:rPr>
              <a:t>条纹采集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75250" y="5303520"/>
            <a:ext cx="219456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449570" y="5074920"/>
            <a:ext cx="1571746" cy="457200"/>
          </a:xfrm>
          <a:prstGeom prst="roundRect">
            <a:avLst>
              <a:gd name="adj" fmla="val 16000"/>
            </a:avLst>
          </a:prstGeom>
          <a:solidFill>
            <a:srgbClr val="0D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49570" y="5198364"/>
            <a:ext cx="15717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FB6CC"/>
                </a:solidFill>
                <a:latin typeface="Noto Sans SC"/>
                <a:ea typeface="Noto Sans SC"/>
                <a:cs typeface="Noto Sans SC"/>
              </a:rPr>
              <a:t>四步相移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76181" y="5303520"/>
            <a:ext cx="219456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50501" y="5074920"/>
            <a:ext cx="1571746" cy="457200"/>
          </a:xfrm>
          <a:prstGeom prst="roundRect">
            <a:avLst>
              <a:gd name="adj" fmla="val 16000"/>
            </a:avLst>
          </a:prstGeom>
          <a:solidFill>
            <a:srgbClr val="0D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0501" y="5198364"/>
            <a:ext cx="15717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FB6CC"/>
                </a:solidFill>
                <a:latin typeface="Noto Sans SC"/>
                <a:ea typeface="Noto Sans SC"/>
                <a:cs typeface="Noto Sans SC"/>
              </a:rPr>
              <a:t>复信号 D[k]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77112" y="5303520"/>
            <a:ext cx="219456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51432" y="5074920"/>
            <a:ext cx="1571746" cy="457200"/>
          </a:xfrm>
          <a:prstGeom prst="roundRect">
            <a:avLst>
              <a:gd name="adj" fmla="val 16000"/>
            </a:avLst>
          </a:prstGeom>
          <a:solidFill>
            <a:srgbClr val="0D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1432" y="5198364"/>
            <a:ext cx="15717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FB6CC"/>
                </a:solidFill>
                <a:latin typeface="Noto Sans SC"/>
                <a:ea typeface="Noto Sans SC"/>
                <a:cs typeface="Noto Sans SC"/>
              </a:rPr>
              <a:t>频率轴 FFT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78043" y="5303520"/>
            <a:ext cx="219456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52363" y="5074920"/>
            <a:ext cx="1571746" cy="457200"/>
          </a:xfrm>
          <a:prstGeom prst="roundRect">
            <a:avLst>
              <a:gd name="adj" fmla="val 16000"/>
            </a:avLst>
          </a:prstGeom>
          <a:solidFill>
            <a:srgbClr val="0D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2363" y="5198364"/>
            <a:ext cx="15717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FB6CC"/>
                </a:solidFill>
                <a:latin typeface="Noto Sans SC"/>
                <a:ea typeface="Noto Sans SC"/>
                <a:cs typeface="Noto Sans SC"/>
              </a:rPr>
              <a:t>投影仪坐标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778974" y="5303520"/>
            <a:ext cx="219456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053294" y="5074920"/>
            <a:ext cx="1571746" cy="457200"/>
          </a:xfrm>
          <a:prstGeom prst="roundRect">
            <a:avLst>
              <a:gd name="adj" fmla="val 16000"/>
            </a:avLst>
          </a:prstGeom>
          <a:solidFill>
            <a:srgbClr val="0D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3294" y="5198364"/>
            <a:ext cx="15717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FB6CC"/>
                </a:solidFill>
                <a:latin typeface="Noto Sans SC"/>
                <a:ea typeface="Noto Sans SC"/>
                <a:cs typeface="Noto Sans SC"/>
              </a:rPr>
              <a:t>三维点云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讲解路线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本次讲解的主线与章节安排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一条主线贯穿：从条纹图像到三维点云；七章依次展开。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1773936"/>
            <a:ext cx="1109468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核心叙事主线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29968"/>
            <a:ext cx="1620514" cy="457200"/>
          </a:xfrm>
          <a:prstGeom prst="roundRect">
            <a:avLst>
              <a:gd name="adj" fmla="val 16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53412"/>
            <a:ext cx="162051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条纹采集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24018" y="2258568"/>
            <a:ext cx="164592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43474" y="2029968"/>
            <a:ext cx="1620514" cy="457200"/>
          </a:xfrm>
          <a:prstGeom prst="roundRect">
            <a:avLst>
              <a:gd name="adj" fmla="val 16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3474" y="2153412"/>
            <a:ext cx="162051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四步相移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8853" y="2258568"/>
            <a:ext cx="164592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38309" y="2029968"/>
            <a:ext cx="1620514" cy="457200"/>
          </a:xfrm>
          <a:prstGeom prst="roundRect">
            <a:avLst>
              <a:gd name="adj" fmla="val 16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8309" y="2153412"/>
            <a:ext cx="162051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频率轴信号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13688" y="2258568"/>
            <a:ext cx="164592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33144" y="2029968"/>
            <a:ext cx="1620514" cy="457200"/>
          </a:xfrm>
          <a:prstGeom prst="roundRect">
            <a:avLst>
              <a:gd name="adj" fmla="val 16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3144" y="2153412"/>
            <a:ext cx="162051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FFT 解码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08523" y="2258568"/>
            <a:ext cx="164592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27979" y="2029968"/>
            <a:ext cx="1620514" cy="457200"/>
          </a:xfrm>
          <a:prstGeom prst="roundRect">
            <a:avLst>
              <a:gd name="adj" fmla="val 16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7979" y="2153412"/>
            <a:ext cx="162051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投影仪坐标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03358" y="2258568"/>
            <a:ext cx="164592" cy="0"/>
          </a:xfrm>
          <a:prstGeom prst="line">
            <a:avLst/>
          </a:prstGeom>
          <a:ln w="15875">
            <a:solidFill>
              <a:srgbClr val="00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022814" y="2029968"/>
            <a:ext cx="1620514" cy="457200"/>
          </a:xfrm>
          <a:prstGeom prst="roundRect">
            <a:avLst>
              <a:gd name="adj" fmla="val 16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22814" y="2153412"/>
            <a:ext cx="162051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三维点云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743200"/>
            <a:ext cx="5391896" cy="731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2807208"/>
            <a:ext cx="54864" cy="6035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2953512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2999232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2852928"/>
            <a:ext cx="4605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问题背景与方法目标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" y="3127248"/>
            <a:ext cx="4605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结构光为什么要解码，两个方向分别解什么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602736"/>
            <a:ext cx="5391896" cy="731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3666744"/>
            <a:ext cx="54864" cy="603504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20" y="3813048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85876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" y="3712463"/>
            <a:ext cx="4605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四步相移与复信号构造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" y="3986784"/>
            <a:ext cx="4605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从灰度差分到携带相位的复数 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462272"/>
            <a:ext cx="5391896" cy="731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526280"/>
            <a:ext cx="54864" cy="6035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31520" y="4672584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71830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144" y="4572000"/>
            <a:ext cx="4605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频率轴信号与 FFT 解码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2144" y="4846320"/>
            <a:ext cx="4605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相位旋转速度就是投影仪坐标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321808"/>
            <a:ext cx="5391896" cy="731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385816"/>
            <a:ext cx="54864" cy="603504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1520" y="5532120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57784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四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52144" y="5431536"/>
            <a:ext cx="4605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主线代码实现与数据形状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2144" y="5705856"/>
            <a:ext cx="4605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模块地图、张量维度、分块解码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51432" y="2743200"/>
            <a:ext cx="5391896" cy="731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51432" y="2807208"/>
            <a:ext cx="54864" cy="6035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34312" y="2953512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34312" y="2999232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4936" y="2852928"/>
            <a:ext cx="4605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FFT 长度策略：统一公式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4936" y="3127248"/>
            <a:ext cx="4605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uₚ = q·N/(L·s) 与量化阶梯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51432" y="3602736"/>
            <a:ext cx="5391896" cy="731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51432" y="3666744"/>
            <a:ext cx="54864" cy="603504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434312" y="3813048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34312" y="3858768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六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4936" y="3712463"/>
            <a:ext cx="4605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工程实现 · 后处理 · 排查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4936" y="3986784"/>
            <a:ext cx="4605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内存、多峰检测、极线校正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51432" y="4462272"/>
            <a:ext cx="5391896" cy="731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51432" y="4526280"/>
            <a:ext cx="54864" cy="6035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434312" y="4672584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34312" y="4718304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七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4936" y="4572000"/>
            <a:ext cx="4605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与三维重建的关系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4936" y="4846320"/>
            <a:ext cx="4605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对应关系如何进入三角化与点云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51432" y="5321808"/>
            <a:ext cx="5391896" cy="731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51432" y="5385816"/>
            <a:ext cx="54864" cy="603504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434312" y="5532120"/>
            <a:ext cx="310896" cy="3108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34312" y="5577840"/>
            <a:ext cx="310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八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4936" y="5431536"/>
            <a:ext cx="4605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总结与常见误区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4936" y="5705856"/>
            <a:ext cx="4605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三式串联与参数选择速查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讲解路线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02 / 66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010915"/>
            <a:ext cx="12191969" cy="438905"/>
          </a:xfrm>
          <a:custGeom>
            <a:avLst/>
            <a:gdLst/>
            <a:ahLst/>
            <a:cxnLst/>
            <a:rect l="l" t="t" r="r" b="b"/>
            <a:pathLst>
              <a:path w="12191969" h="438905">
                <a:moveTo>
                  <a:pt x="0" y="304913"/>
                </a:moveTo>
                <a:lnTo>
                  <a:pt x="55418" y="318556"/>
                </a:lnTo>
                <a:lnTo>
                  <a:pt x="110836" y="331734"/>
                </a:lnTo>
                <a:lnTo>
                  <a:pt x="166254" y="344385"/>
                </a:lnTo>
                <a:lnTo>
                  <a:pt x="221672" y="356449"/>
                </a:lnTo>
                <a:lnTo>
                  <a:pt x="277090" y="367869"/>
                </a:lnTo>
                <a:lnTo>
                  <a:pt x="332508" y="378593"/>
                </a:lnTo>
                <a:lnTo>
                  <a:pt x="387926" y="388569"/>
                </a:lnTo>
                <a:lnTo>
                  <a:pt x="443344" y="397751"/>
                </a:lnTo>
                <a:lnTo>
                  <a:pt x="498762" y="406095"/>
                </a:lnTo>
                <a:lnTo>
                  <a:pt x="554180" y="413563"/>
                </a:lnTo>
                <a:lnTo>
                  <a:pt x="609598" y="420119"/>
                </a:lnTo>
                <a:lnTo>
                  <a:pt x="665016" y="425733"/>
                </a:lnTo>
                <a:lnTo>
                  <a:pt x="720434" y="430378"/>
                </a:lnTo>
                <a:lnTo>
                  <a:pt x="775852" y="434033"/>
                </a:lnTo>
                <a:lnTo>
                  <a:pt x="831270" y="436680"/>
                </a:lnTo>
                <a:lnTo>
                  <a:pt x="886688" y="438306"/>
                </a:lnTo>
                <a:lnTo>
                  <a:pt x="942106" y="438905"/>
                </a:lnTo>
                <a:lnTo>
                  <a:pt x="997524" y="438473"/>
                </a:lnTo>
                <a:lnTo>
                  <a:pt x="1052942" y="437013"/>
                </a:lnTo>
                <a:lnTo>
                  <a:pt x="1108360" y="434530"/>
                </a:lnTo>
                <a:lnTo>
                  <a:pt x="1163778" y="431038"/>
                </a:lnTo>
                <a:lnTo>
                  <a:pt x="1219196" y="426552"/>
                </a:lnTo>
                <a:lnTo>
                  <a:pt x="1274614" y="421093"/>
                </a:lnTo>
                <a:lnTo>
                  <a:pt x="1330033" y="414688"/>
                </a:lnTo>
                <a:lnTo>
                  <a:pt x="1385451" y="407365"/>
                </a:lnTo>
                <a:lnTo>
                  <a:pt x="1440869" y="399160"/>
                </a:lnTo>
                <a:lnTo>
                  <a:pt x="1496287" y="390111"/>
                </a:lnTo>
                <a:lnTo>
                  <a:pt x="1551705" y="380260"/>
                </a:lnTo>
                <a:lnTo>
                  <a:pt x="1607123" y="369655"/>
                </a:lnTo>
                <a:lnTo>
                  <a:pt x="1662541" y="358344"/>
                </a:lnTo>
                <a:lnTo>
                  <a:pt x="1717959" y="346380"/>
                </a:lnTo>
                <a:lnTo>
                  <a:pt x="1773377" y="333820"/>
                </a:lnTo>
                <a:lnTo>
                  <a:pt x="1828795" y="320724"/>
                </a:lnTo>
                <a:lnTo>
                  <a:pt x="1884213" y="307151"/>
                </a:lnTo>
                <a:lnTo>
                  <a:pt x="1939631" y="293167"/>
                </a:lnTo>
                <a:lnTo>
                  <a:pt x="1995049" y="278837"/>
                </a:lnTo>
                <a:lnTo>
                  <a:pt x="2050467" y="264228"/>
                </a:lnTo>
                <a:lnTo>
                  <a:pt x="2105885" y="249408"/>
                </a:lnTo>
                <a:lnTo>
                  <a:pt x="2161303" y="234448"/>
                </a:lnTo>
                <a:lnTo>
                  <a:pt x="2216721" y="219417"/>
                </a:lnTo>
                <a:lnTo>
                  <a:pt x="2272139" y="204387"/>
                </a:lnTo>
                <a:lnTo>
                  <a:pt x="2327557" y="189427"/>
                </a:lnTo>
                <a:lnTo>
                  <a:pt x="2382975" y="174608"/>
                </a:lnTo>
                <a:lnTo>
                  <a:pt x="2438393" y="160000"/>
                </a:lnTo>
                <a:lnTo>
                  <a:pt x="2493811" y="145671"/>
                </a:lnTo>
                <a:lnTo>
                  <a:pt x="2549229" y="131689"/>
                </a:lnTo>
                <a:lnTo>
                  <a:pt x="2604648" y="118119"/>
                </a:lnTo>
                <a:lnTo>
                  <a:pt x="2660066" y="105024"/>
                </a:lnTo>
                <a:lnTo>
                  <a:pt x="2715484" y="92467"/>
                </a:lnTo>
                <a:lnTo>
                  <a:pt x="2770902" y="80507"/>
                </a:lnTo>
                <a:lnTo>
                  <a:pt x="2826320" y="69199"/>
                </a:lnTo>
                <a:lnTo>
                  <a:pt x="2881738" y="58596"/>
                </a:lnTo>
                <a:lnTo>
                  <a:pt x="2937156" y="48750"/>
                </a:lnTo>
                <a:lnTo>
                  <a:pt x="2992574" y="39704"/>
                </a:lnTo>
                <a:lnTo>
                  <a:pt x="3047992" y="31503"/>
                </a:lnTo>
                <a:lnTo>
                  <a:pt x="3103410" y="24185"/>
                </a:lnTo>
                <a:lnTo>
                  <a:pt x="3158828" y="17784"/>
                </a:lnTo>
                <a:lnTo>
                  <a:pt x="3214246" y="12330"/>
                </a:lnTo>
                <a:lnTo>
                  <a:pt x="3269664" y="7848"/>
                </a:lnTo>
                <a:lnTo>
                  <a:pt x="3325082" y="4360"/>
                </a:lnTo>
                <a:lnTo>
                  <a:pt x="3380500" y="1883"/>
                </a:lnTo>
                <a:lnTo>
                  <a:pt x="3435918" y="427"/>
                </a:lnTo>
                <a:lnTo>
                  <a:pt x="3491336" y="0"/>
                </a:lnTo>
                <a:lnTo>
                  <a:pt x="3546754" y="604"/>
                </a:lnTo>
                <a:lnTo>
                  <a:pt x="3602172" y="2235"/>
                </a:lnTo>
                <a:lnTo>
                  <a:pt x="3657590" y="4887"/>
                </a:lnTo>
                <a:lnTo>
                  <a:pt x="3713008" y="8546"/>
                </a:lnTo>
                <a:lnTo>
                  <a:pt x="3768426" y="13196"/>
                </a:lnTo>
                <a:lnTo>
                  <a:pt x="3823844" y="18814"/>
                </a:lnTo>
                <a:lnTo>
                  <a:pt x="3879263" y="25375"/>
                </a:lnTo>
                <a:lnTo>
                  <a:pt x="3934681" y="32847"/>
                </a:lnTo>
                <a:lnTo>
                  <a:pt x="3990099" y="41196"/>
                </a:lnTo>
                <a:lnTo>
                  <a:pt x="4045517" y="50381"/>
                </a:lnTo>
                <a:lnTo>
                  <a:pt x="4100935" y="60361"/>
                </a:lnTo>
                <a:lnTo>
                  <a:pt x="4156353" y="71088"/>
                </a:lnTo>
                <a:lnTo>
                  <a:pt x="4211771" y="82512"/>
                </a:lnTo>
                <a:lnTo>
                  <a:pt x="4267189" y="94578"/>
                </a:lnTo>
                <a:lnTo>
                  <a:pt x="4322607" y="107232"/>
                </a:lnTo>
                <a:lnTo>
                  <a:pt x="4378025" y="120412"/>
                </a:lnTo>
                <a:lnTo>
                  <a:pt x="4433443" y="134057"/>
                </a:lnTo>
                <a:lnTo>
                  <a:pt x="4488861" y="148104"/>
                </a:lnTo>
                <a:lnTo>
                  <a:pt x="4544279" y="162485"/>
                </a:lnTo>
                <a:lnTo>
                  <a:pt x="4599697" y="177135"/>
                </a:lnTo>
                <a:lnTo>
                  <a:pt x="4655115" y="191982"/>
                </a:lnTo>
                <a:lnTo>
                  <a:pt x="4710533" y="206959"/>
                </a:lnTo>
                <a:lnTo>
                  <a:pt x="4765951" y="221995"/>
                </a:lnTo>
                <a:lnTo>
                  <a:pt x="4821369" y="237018"/>
                </a:lnTo>
                <a:lnTo>
                  <a:pt x="4876787" y="251960"/>
                </a:lnTo>
                <a:lnTo>
                  <a:pt x="4932205" y="266748"/>
                </a:lnTo>
                <a:lnTo>
                  <a:pt x="4987623" y="281314"/>
                </a:lnTo>
                <a:lnTo>
                  <a:pt x="5043041" y="295590"/>
                </a:lnTo>
                <a:lnTo>
                  <a:pt x="5098459" y="309508"/>
                </a:lnTo>
                <a:lnTo>
                  <a:pt x="5153878" y="323004"/>
                </a:lnTo>
                <a:lnTo>
                  <a:pt x="5209296" y="336013"/>
                </a:lnTo>
                <a:lnTo>
                  <a:pt x="5264714" y="348474"/>
                </a:lnTo>
                <a:lnTo>
                  <a:pt x="5320132" y="360330"/>
                </a:lnTo>
                <a:lnTo>
                  <a:pt x="5375550" y="371524"/>
                </a:lnTo>
                <a:lnTo>
                  <a:pt x="5430968" y="382003"/>
                </a:lnTo>
                <a:lnTo>
                  <a:pt x="5486386" y="391720"/>
                </a:lnTo>
                <a:lnTo>
                  <a:pt x="5541804" y="400627"/>
                </a:lnTo>
                <a:lnTo>
                  <a:pt x="5597222" y="408684"/>
                </a:lnTo>
                <a:lnTo>
                  <a:pt x="5652640" y="415851"/>
                </a:lnTo>
                <a:lnTo>
                  <a:pt x="5708058" y="422097"/>
                </a:lnTo>
                <a:lnTo>
                  <a:pt x="5763476" y="427391"/>
                </a:lnTo>
                <a:lnTo>
                  <a:pt x="5818894" y="431708"/>
                </a:lnTo>
                <a:lnTo>
                  <a:pt x="5874312" y="435028"/>
                </a:lnTo>
                <a:lnTo>
                  <a:pt x="5929730" y="437336"/>
                </a:lnTo>
                <a:lnTo>
                  <a:pt x="5985148" y="438620"/>
                </a:lnTo>
                <a:lnTo>
                  <a:pt x="6040566" y="438876"/>
                </a:lnTo>
                <a:lnTo>
                  <a:pt x="6095984" y="438100"/>
                </a:lnTo>
                <a:lnTo>
                  <a:pt x="6151402" y="436298"/>
                </a:lnTo>
                <a:lnTo>
                  <a:pt x="6206820" y="433478"/>
                </a:lnTo>
                <a:lnTo>
                  <a:pt x="6262238" y="429652"/>
                </a:lnTo>
                <a:lnTo>
                  <a:pt x="6317656" y="424839"/>
                </a:lnTo>
                <a:lnTo>
                  <a:pt x="6373074" y="419062"/>
                </a:lnTo>
                <a:lnTo>
                  <a:pt x="6428493" y="412347"/>
                </a:lnTo>
                <a:lnTo>
                  <a:pt x="6483911" y="404726"/>
                </a:lnTo>
                <a:lnTo>
                  <a:pt x="6539329" y="396236"/>
                </a:lnTo>
                <a:lnTo>
                  <a:pt x="6594747" y="386914"/>
                </a:lnTo>
                <a:lnTo>
                  <a:pt x="6650165" y="376807"/>
                </a:lnTo>
                <a:lnTo>
                  <a:pt x="6705583" y="365960"/>
                </a:lnTo>
                <a:lnTo>
                  <a:pt x="6761001" y="354425"/>
                </a:lnTo>
                <a:lnTo>
                  <a:pt x="6816419" y="342257"/>
                </a:lnTo>
                <a:lnTo>
                  <a:pt x="6871837" y="329512"/>
                </a:lnTo>
                <a:lnTo>
                  <a:pt x="6927255" y="316249"/>
                </a:lnTo>
                <a:lnTo>
                  <a:pt x="6982673" y="302533"/>
                </a:lnTo>
                <a:lnTo>
                  <a:pt x="7038091" y="288426"/>
                </a:lnTo>
                <a:lnTo>
                  <a:pt x="7093509" y="273995"/>
                </a:lnTo>
                <a:lnTo>
                  <a:pt x="7148927" y="259308"/>
                </a:lnTo>
                <a:lnTo>
                  <a:pt x="7204345" y="244434"/>
                </a:lnTo>
                <a:lnTo>
                  <a:pt x="7259763" y="229442"/>
                </a:lnTo>
                <a:lnTo>
                  <a:pt x="7315181" y="214404"/>
                </a:lnTo>
                <a:lnTo>
                  <a:pt x="7370599" y="199389"/>
                </a:lnTo>
                <a:lnTo>
                  <a:pt x="7426017" y="184468"/>
                </a:lnTo>
                <a:lnTo>
                  <a:pt x="7481435" y="169712"/>
                </a:lnTo>
                <a:lnTo>
                  <a:pt x="7536853" y="155189"/>
                </a:lnTo>
                <a:lnTo>
                  <a:pt x="7592271" y="140969"/>
                </a:lnTo>
                <a:lnTo>
                  <a:pt x="7647689" y="127116"/>
                </a:lnTo>
                <a:lnTo>
                  <a:pt x="7703108" y="113698"/>
                </a:lnTo>
                <a:lnTo>
                  <a:pt x="7758526" y="100776"/>
                </a:lnTo>
                <a:lnTo>
                  <a:pt x="7813944" y="88411"/>
                </a:lnTo>
                <a:lnTo>
                  <a:pt x="7869362" y="76662"/>
                </a:lnTo>
                <a:lnTo>
                  <a:pt x="7924780" y="65584"/>
                </a:lnTo>
                <a:lnTo>
                  <a:pt x="7980198" y="55228"/>
                </a:lnTo>
                <a:lnTo>
                  <a:pt x="8035616" y="45643"/>
                </a:lnTo>
                <a:lnTo>
                  <a:pt x="8091034" y="36875"/>
                </a:lnTo>
                <a:lnTo>
                  <a:pt x="8146452" y="28964"/>
                </a:lnTo>
                <a:lnTo>
                  <a:pt x="8201870" y="21948"/>
                </a:lnTo>
                <a:lnTo>
                  <a:pt x="8257288" y="15859"/>
                </a:lnTo>
                <a:lnTo>
                  <a:pt x="8312706" y="10727"/>
                </a:lnTo>
                <a:lnTo>
                  <a:pt x="8368124" y="6574"/>
                </a:lnTo>
                <a:lnTo>
                  <a:pt x="8423542" y="3422"/>
                </a:lnTo>
                <a:lnTo>
                  <a:pt x="8478960" y="1284"/>
                </a:lnTo>
                <a:lnTo>
                  <a:pt x="8534378" y="170"/>
                </a:lnTo>
                <a:lnTo>
                  <a:pt x="8589796" y="87"/>
                </a:lnTo>
                <a:lnTo>
                  <a:pt x="8645214" y="1034"/>
                </a:lnTo>
                <a:lnTo>
                  <a:pt x="8700632" y="3006"/>
                </a:lnTo>
                <a:lnTo>
                  <a:pt x="8756050" y="5995"/>
                </a:lnTo>
                <a:lnTo>
                  <a:pt x="8811468" y="9987"/>
                </a:lnTo>
                <a:lnTo>
                  <a:pt x="8866886" y="14962"/>
                </a:lnTo>
                <a:lnTo>
                  <a:pt x="8922304" y="20898"/>
                </a:lnTo>
                <a:lnTo>
                  <a:pt x="8977723" y="27766"/>
                </a:lnTo>
                <a:lnTo>
                  <a:pt x="9033141" y="35534"/>
                </a:lnTo>
                <a:lnTo>
                  <a:pt x="9088559" y="44166"/>
                </a:lnTo>
                <a:lnTo>
                  <a:pt x="9143977" y="53622"/>
                </a:lnTo>
                <a:lnTo>
                  <a:pt x="9199395" y="63856"/>
                </a:lnTo>
                <a:lnTo>
                  <a:pt x="9254813" y="74821"/>
                </a:lnTo>
                <a:lnTo>
                  <a:pt x="9310231" y="86465"/>
                </a:lnTo>
                <a:lnTo>
                  <a:pt x="9365649" y="98734"/>
                </a:lnTo>
                <a:lnTo>
                  <a:pt x="9421067" y="111570"/>
                </a:lnTo>
                <a:lnTo>
                  <a:pt x="9476485" y="124912"/>
                </a:lnTo>
                <a:lnTo>
                  <a:pt x="9531903" y="138698"/>
                </a:lnTo>
                <a:lnTo>
                  <a:pt x="9587321" y="152864"/>
                </a:lnTo>
                <a:lnTo>
                  <a:pt x="9642739" y="167342"/>
                </a:lnTo>
                <a:lnTo>
                  <a:pt x="9698157" y="182065"/>
                </a:lnTo>
                <a:lnTo>
                  <a:pt x="9753575" y="196964"/>
                </a:lnTo>
                <a:lnTo>
                  <a:pt x="9808993" y="211968"/>
                </a:lnTo>
                <a:lnTo>
                  <a:pt x="9864411" y="227008"/>
                </a:lnTo>
                <a:lnTo>
                  <a:pt x="9919829" y="242011"/>
                </a:lnTo>
                <a:lnTo>
                  <a:pt x="9975247" y="256909"/>
                </a:lnTo>
                <a:lnTo>
                  <a:pt x="10030665" y="271631"/>
                </a:lnTo>
                <a:lnTo>
                  <a:pt x="10086083" y="286109"/>
                </a:lnTo>
                <a:lnTo>
                  <a:pt x="10141501" y="300272"/>
                </a:lnTo>
                <a:lnTo>
                  <a:pt x="10196919" y="314057"/>
                </a:lnTo>
                <a:lnTo>
                  <a:pt x="10252338" y="327397"/>
                </a:lnTo>
                <a:lnTo>
                  <a:pt x="10307756" y="340230"/>
                </a:lnTo>
                <a:lnTo>
                  <a:pt x="10363174" y="352496"/>
                </a:lnTo>
                <a:lnTo>
                  <a:pt x="10418592" y="364137"/>
                </a:lnTo>
                <a:lnTo>
                  <a:pt x="10474010" y="375099"/>
                </a:lnTo>
                <a:lnTo>
                  <a:pt x="10529428" y="385329"/>
                </a:lnTo>
                <a:lnTo>
                  <a:pt x="10584846" y="394781"/>
                </a:lnTo>
                <a:lnTo>
                  <a:pt x="10640264" y="403409"/>
                </a:lnTo>
                <a:lnTo>
                  <a:pt x="10695682" y="411173"/>
                </a:lnTo>
                <a:lnTo>
                  <a:pt x="10751100" y="418037"/>
                </a:lnTo>
                <a:lnTo>
                  <a:pt x="10806518" y="423968"/>
                </a:lnTo>
                <a:lnTo>
                  <a:pt x="10861936" y="428939"/>
                </a:lnTo>
                <a:lnTo>
                  <a:pt x="10917354" y="432926"/>
                </a:lnTo>
                <a:lnTo>
                  <a:pt x="10972772" y="435910"/>
                </a:lnTo>
                <a:lnTo>
                  <a:pt x="11028190" y="437878"/>
                </a:lnTo>
                <a:lnTo>
                  <a:pt x="11083608" y="438820"/>
                </a:lnTo>
                <a:lnTo>
                  <a:pt x="11139026" y="438732"/>
                </a:lnTo>
                <a:lnTo>
                  <a:pt x="11194444" y="437614"/>
                </a:lnTo>
                <a:lnTo>
                  <a:pt x="11249862" y="435471"/>
                </a:lnTo>
                <a:lnTo>
                  <a:pt x="11305280" y="432314"/>
                </a:lnTo>
                <a:lnTo>
                  <a:pt x="11360698" y="428157"/>
                </a:lnTo>
                <a:lnTo>
                  <a:pt x="11416116" y="423020"/>
                </a:lnTo>
                <a:lnTo>
                  <a:pt x="11471534" y="416926"/>
                </a:lnTo>
                <a:lnTo>
                  <a:pt x="11526953" y="409906"/>
                </a:lnTo>
                <a:lnTo>
                  <a:pt x="11582371" y="401991"/>
                </a:lnTo>
                <a:lnTo>
                  <a:pt x="11637789" y="393219"/>
                </a:lnTo>
                <a:lnTo>
                  <a:pt x="11693207" y="383630"/>
                </a:lnTo>
                <a:lnTo>
                  <a:pt x="11748625" y="373271"/>
                </a:lnTo>
                <a:lnTo>
                  <a:pt x="11804043" y="362189"/>
                </a:lnTo>
                <a:lnTo>
                  <a:pt x="11859461" y="350437"/>
                </a:lnTo>
                <a:lnTo>
                  <a:pt x="11914879" y="338070"/>
                </a:lnTo>
                <a:lnTo>
                  <a:pt x="11970297" y="325145"/>
                </a:lnTo>
                <a:lnTo>
                  <a:pt x="12025715" y="311725"/>
                </a:lnTo>
                <a:lnTo>
                  <a:pt x="12081133" y="297870"/>
                </a:lnTo>
                <a:lnTo>
                  <a:pt x="12136551" y="283648"/>
                </a:lnTo>
                <a:lnTo>
                  <a:pt x="12191969" y="269124"/>
                </a:lnTo>
              </a:path>
            </a:pathLst>
          </a:custGeom>
          <a:noFill/>
          <a:ln w="11430">
            <a:solidFill>
              <a:srgbClr val="1B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559553"/>
            <a:ext cx="12191969" cy="292604"/>
          </a:xfrm>
          <a:custGeom>
            <a:avLst/>
            <a:gdLst/>
            <a:ahLst/>
            <a:cxnLst/>
            <a:rect l="l" t="t" r="r" b="b"/>
            <a:pathLst>
              <a:path w="12191969" h="292604">
                <a:moveTo>
                  <a:pt x="0" y="292544"/>
                </a:moveTo>
                <a:lnTo>
                  <a:pt x="55418" y="291908"/>
                </a:lnTo>
                <a:lnTo>
                  <a:pt x="110836" y="290588"/>
                </a:lnTo>
                <a:lnTo>
                  <a:pt x="166254" y="288591"/>
                </a:lnTo>
                <a:lnTo>
                  <a:pt x="221672" y="285925"/>
                </a:lnTo>
                <a:lnTo>
                  <a:pt x="277090" y="282604"/>
                </a:lnTo>
                <a:lnTo>
                  <a:pt x="332508" y="278642"/>
                </a:lnTo>
                <a:lnTo>
                  <a:pt x="387926" y="274059"/>
                </a:lnTo>
                <a:lnTo>
                  <a:pt x="443344" y="268876"/>
                </a:lnTo>
                <a:lnTo>
                  <a:pt x="498762" y="263117"/>
                </a:lnTo>
                <a:lnTo>
                  <a:pt x="554180" y="256810"/>
                </a:lnTo>
                <a:lnTo>
                  <a:pt x="609598" y="249984"/>
                </a:lnTo>
                <a:lnTo>
                  <a:pt x="665016" y="242670"/>
                </a:lnTo>
                <a:lnTo>
                  <a:pt x="720434" y="234905"/>
                </a:lnTo>
                <a:lnTo>
                  <a:pt x="775852" y="226723"/>
                </a:lnTo>
                <a:lnTo>
                  <a:pt x="831270" y="218163"/>
                </a:lnTo>
                <a:lnTo>
                  <a:pt x="886688" y="209266"/>
                </a:lnTo>
                <a:lnTo>
                  <a:pt x="942106" y="200073"/>
                </a:lnTo>
                <a:lnTo>
                  <a:pt x="997524" y="190628"/>
                </a:lnTo>
                <a:lnTo>
                  <a:pt x="1052942" y="180974"/>
                </a:lnTo>
                <a:lnTo>
                  <a:pt x="1108360" y="171158"/>
                </a:lnTo>
                <a:lnTo>
                  <a:pt x="1163778" y="161225"/>
                </a:lnTo>
                <a:lnTo>
                  <a:pt x="1219196" y="151222"/>
                </a:lnTo>
                <a:lnTo>
                  <a:pt x="1274614" y="141195"/>
                </a:lnTo>
                <a:lnTo>
                  <a:pt x="1330033" y="131193"/>
                </a:lnTo>
                <a:lnTo>
                  <a:pt x="1385451" y="121262"/>
                </a:lnTo>
                <a:lnTo>
                  <a:pt x="1440869" y="111448"/>
                </a:lnTo>
                <a:lnTo>
                  <a:pt x="1496287" y="101798"/>
                </a:lnTo>
                <a:lnTo>
                  <a:pt x="1551705" y="92357"/>
                </a:lnTo>
                <a:lnTo>
                  <a:pt x="1607123" y="83169"/>
                </a:lnTo>
                <a:lnTo>
                  <a:pt x="1662541" y="74278"/>
                </a:lnTo>
                <a:lnTo>
                  <a:pt x="1717959" y="65725"/>
                </a:lnTo>
                <a:lnTo>
                  <a:pt x="1773377" y="57551"/>
                </a:lnTo>
                <a:lnTo>
                  <a:pt x="1828795" y="49793"/>
                </a:lnTo>
                <a:lnTo>
                  <a:pt x="1884213" y="42489"/>
                </a:lnTo>
                <a:lnTo>
                  <a:pt x="1939631" y="35672"/>
                </a:lnTo>
                <a:lnTo>
                  <a:pt x="1995049" y="29374"/>
                </a:lnTo>
                <a:lnTo>
                  <a:pt x="2050467" y="23626"/>
                </a:lnTo>
                <a:lnTo>
                  <a:pt x="2105885" y="18454"/>
                </a:lnTo>
                <a:lnTo>
                  <a:pt x="2161303" y="13883"/>
                </a:lnTo>
                <a:lnTo>
                  <a:pt x="2216721" y="9933"/>
                </a:lnTo>
                <a:lnTo>
                  <a:pt x="2272139" y="6624"/>
                </a:lnTo>
                <a:lnTo>
                  <a:pt x="2327557" y="3970"/>
                </a:lnTo>
                <a:lnTo>
                  <a:pt x="2382975" y="1986"/>
                </a:lnTo>
                <a:lnTo>
                  <a:pt x="2438393" y="679"/>
                </a:lnTo>
                <a:lnTo>
                  <a:pt x="2493811" y="56"/>
                </a:lnTo>
                <a:lnTo>
                  <a:pt x="2549229" y="119"/>
                </a:lnTo>
                <a:lnTo>
                  <a:pt x="2604648" y="869"/>
                </a:lnTo>
                <a:lnTo>
                  <a:pt x="2660066" y="2303"/>
                </a:lnTo>
                <a:lnTo>
                  <a:pt x="2715484" y="4412"/>
                </a:lnTo>
                <a:lnTo>
                  <a:pt x="2770902" y="7188"/>
                </a:lnTo>
                <a:lnTo>
                  <a:pt x="2826320" y="10618"/>
                </a:lnTo>
                <a:lnTo>
                  <a:pt x="2881738" y="14684"/>
                </a:lnTo>
                <a:lnTo>
                  <a:pt x="2937156" y="19369"/>
                </a:lnTo>
                <a:lnTo>
                  <a:pt x="2992574" y="24649"/>
                </a:lnTo>
                <a:lnTo>
                  <a:pt x="3047992" y="30502"/>
                </a:lnTo>
                <a:lnTo>
                  <a:pt x="3103410" y="36898"/>
                </a:lnTo>
                <a:lnTo>
                  <a:pt x="3158828" y="43807"/>
                </a:lnTo>
                <a:lnTo>
                  <a:pt x="3214246" y="51198"/>
                </a:lnTo>
                <a:lnTo>
                  <a:pt x="3269664" y="59036"/>
                </a:lnTo>
                <a:lnTo>
                  <a:pt x="3325082" y="67284"/>
                </a:lnTo>
                <a:lnTo>
                  <a:pt x="3380500" y="75903"/>
                </a:lnTo>
                <a:lnTo>
                  <a:pt x="3435918" y="84852"/>
                </a:lnTo>
                <a:lnTo>
                  <a:pt x="3491336" y="94090"/>
                </a:lnTo>
                <a:lnTo>
                  <a:pt x="3546754" y="103573"/>
                </a:lnTo>
                <a:lnTo>
                  <a:pt x="3602172" y="113257"/>
                </a:lnTo>
                <a:lnTo>
                  <a:pt x="3657590" y="123096"/>
                </a:lnTo>
                <a:lnTo>
                  <a:pt x="3713008" y="133044"/>
                </a:lnTo>
                <a:lnTo>
                  <a:pt x="3768426" y="143054"/>
                </a:lnTo>
                <a:lnTo>
                  <a:pt x="3823844" y="153080"/>
                </a:lnTo>
                <a:lnTo>
                  <a:pt x="3879263" y="163073"/>
                </a:lnTo>
                <a:lnTo>
                  <a:pt x="3934681" y="172988"/>
                </a:lnTo>
                <a:lnTo>
                  <a:pt x="3990099" y="182778"/>
                </a:lnTo>
                <a:lnTo>
                  <a:pt x="4045517" y="192396"/>
                </a:lnTo>
                <a:lnTo>
                  <a:pt x="4100935" y="201798"/>
                </a:lnTo>
                <a:lnTo>
                  <a:pt x="4156353" y="210939"/>
                </a:lnTo>
                <a:lnTo>
                  <a:pt x="4211771" y="219777"/>
                </a:lnTo>
                <a:lnTo>
                  <a:pt x="4267189" y="228270"/>
                </a:lnTo>
                <a:lnTo>
                  <a:pt x="4322607" y="236377"/>
                </a:lnTo>
                <a:lnTo>
                  <a:pt x="4378025" y="244062"/>
                </a:lnTo>
                <a:lnTo>
                  <a:pt x="4433443" y="251287"/>
                </a:lnTo>
                <a:lnTo>
                  <a:pt x="4488861" y="258020"/>
                </a:lnTo>
                <a:lnTo>
                  <a:pt x="4544279" y="264228"/>
                </a:lnTo>
                <a:lnTo>
                  <a:pt x="4599697" y="269881"/>
                </a:lnTo>
                <a:lnTo>
                  <a:pt x="4655115" y="274955"/>
                </a:lnTo>
                <a:lnTo>
                  <a:pt x="4710533" y="279424"/>
                </a:lnTo>
                <a:lnTo>
                  <a:pt x="4765951" y="283269"/>
                </a:lnTo>
                <a:lnTo>
                  <a:pt x="4821369" y="286469"/>
                </a:lnTo>
                <a:lnTo>
                  <a:pt x="4876787" y="289012"/>
                </a:lnTo>
                <a:lnTo>
                  <a:pt x="4932205" y="290884"/>
                </a:lnTo>
                <a:lnTo>
                  <a:pt x="4987623" y="292078"/>
                </a:lnTo>
                <a:lnTo>
                  <a:pt x="5043041" y="292587"/>
                </a:lnTo>
                <a:lnTo>
                  <a:pt x="5098459" y="292408"/>
                </a:lnTo>
                <a:lnTo>
                  <a:pt x="5153878" y="291544"/>
                </a:lnTo>
                <a:lnTo>
                  <a:pt x="5209296" y="289997"/>
                </a:lnTo>
                <a:lnTo>
                  <a:pt x="5264714" y="287776"/>
                </a:lnTo>
                <a:lnTo>
                  <a:pt x="5320132" y="284890"/>
                </a:lnTo>
                <a:lnTo>
                  <a:pt x="5375550" y="281353"/>
                </a:lnTo>
                <a:lnTo>
                  <a:pt x="5430968" y="277183"/>
                </a:lnTo>
                <a:lnTo>
                  <a:pt x="5486386" y="272397"/>
                </a:lnTo>
                <a:lnTo>
                  <a:pt x="5541804" y="267019"/>
                </a:lnTo>
                <a:lnTo>
                  <a:pt x="5597222" y="261074"/>
                </a:lnTo>
                <a:lnTo>
                  <a:pt x="5652640" y="254591"/>
                </a:lnTo>
                <a:lnTo>
                  <a:pt x="5708058" y="247598"/>
                </a:lnTo>
                <a:lnTo>
                  <a:pt x="5763476" y="240130"/>
                </a:lnTo>
                <a:lnTo>
                  <a:pt x="5818894" y="232222"/>
                </a:lnTo>
                <a:lnTo>
                  <a:pt x="5874312" y="223909"/>
                </a:lnTo>
                <a:lnTo>
                  <a:pt x="5929730" y="215233"/>
                </a:lnTo>
                <a:lnTo>
                  <a:pt x="5985148" y="206232"/>
                </a:lnTo>
                <a:lnTo>
                  <a:pt x="6040566" y="196950"/>
                </a:lnTo>
                <a:lnTo>
                  <a:pt x="6095984" y="187431"/>
                </a:lnTo>
                <a:lnTo>
                  <a:pt x="6151402" y="177718"/>
                </a:lnTo>
                <a:lnTo>
                  <a:pt x="6206820" y="167857"/>
                </a:lnTo>
                <a:lnTo>
                  <a:pt x="6262238" y="157896"/>
                </a:lnTo>
                <a:lnTo>
                  <a:pt x="6317656" y="147880"/>
                </a:lnTo>
                <a:lnTo>
                  <a:pt x="6373074" y="137856"/>
                </a:lnTo>
                <a:lnTo>
                  <a:pt x="6428493" y="127872"/>
                </a:lnTo>
                <a:lnTo>
                  <a:pt x="6483911" y="117975"/>
                </a:lnTo>
                <a:lnTo>
                  <a:pt x="6539329" y="108211"/>
                </a:lnTo>
                <a:lnTo>
                  <a:pt x="6594747" y="98625"/>
                </a:lnTo>
                <a:lnTo>
                  <a:pt x="6650165" y="89264"/>
                </a:lnTo>
                <a:lnTo>
                  <a:pt x="6705583" y="80170"/>
                </a:lnTo>
                <a:lnTo>
                  <a:pt x="6761001" y="71387"/>
                </a:lnTo>
                <a:lnTo>
                  <a:pt x="6816419" y="62956"/>
                </a:lnTo>
                <a:lnTo>
                  <a:pt x="6871837" y="54917"/>
                </a:lnTo>
                <a:lnTo>
                  <a:pt x="6927255" y="47306"/>
                </a:lnTo>
                <a:lnTo>
                  <a:pt x="6982673" y="40160"/>
                </a:lnTo>
                <a:lnTo>
                  <a:pt x="7038091" y="33513"/>
                </a:lnTo>
                <a:lnTo>
                  <a:pt x="7093509" y="27396"/>
                </a:lnTo>
                <a:lnTo>
                  <a:pt x="7148927" y="21837"/>
                </a:lnTo>
                <a:lnTo>
                  <a:pt x="7204345" y="16862"/>
                </a:lnTo>
                <a:lnTo>
                  <a:pt x="7259763" y="12496"/>
                </a:lnTo>
                <a:lnTo>
                  <a:pt x="7315181" y="8758"/>
                </a:lnTo>
                <a:lnTo>
                  <a:pt x="7370599" y="5666"/>
                </a:lnTo>
                <a:lnTo>
                  <a:pt x="7426017" y="3234"/>
                </a:lnTo>
                <a:lnTo>
                  <a:pt x="7481435" y="1474"/>
                </a:lnTo>
                <a:lnTo>
                  <a:pt x="7536853" y="395"/>
                </a:lnTo>
                <a:lnTo>
                  <a:pt x="7592271" y="0"/>
                </a:lnTo>
                <a:lnTo>
                  <a:pt x="7647689" y="293"/>
                </a:lnTo>
                <a:lnTo>
                  <a:pt x="7703108" y="1272"/>
                </a:lnTo>
                <a:lnTo>
                  <a:pt x="7758526" y="2931"/>
                </a:lnTo>
                <a:lnTo>
                  <a:pt x="7813944" y="5264"/>
                </a:lnTo>
                <a:lnTo>
                  <a:pt x="7869362" y="8259"/>
                </a:lnTo>
                <a:lnTo>
                  <a:pt x="7924780" y="11903"/>
                </a:lnTo>
                <a:lnTo>
                  <a:pt x="7980198" y="16178"/>
                </a:lnTo>
                <a:lnTo>
                  <a:pt x="8035616" y="21064"/>
                </a:lnTo>
                <a:lnTo>
                  <a:pt x="8091034" y="26538"/>
                </a:lnTo>
                <a:lnTo>
                  <a:pt x="8146452" y="32575"/>
                </a:lnTo>
                <a:lnTo>
                  <a:pt x="8201870" y="39145"/>
                </a:lnTo>
                <a:lnTo>
                  <a:pt x="8257288" y="46219"/>
                </a:lnTo>
                <a:lnTo>
                  <a:pt x="8312706" y="53763"/>
                </a:lnTo>
                <a:lnTo>
                  <a:pt x="8368124" y="61742"/>
                </a:lnTo>
                <a:lnTo>
                  <a:pt x="8423542" y="70117"/>
                </a:lnTo>
                <a:lnTo>
                  <a:pt x="8478960" y="78851"/>
                </a:lnTo>
                <a:lnTo>
                  <a:pt x="8534378" y="87901"/>
                </a:lnTo>
                <a:lnTo>
                  <a:pt x="8589796" y="97226"/>
                </a:lnTo>
                <a:lnTo>
                  <a:pt x="8645214" y="106781"/>
                </a:lnTo>
                <a:lnTo>
                  <a:pt x="8700632" y="116522"/>
                </a:lnTo>
                <a:lnTo>
                  <a:pt x="8756050" y="126402"/>
                </a:lnTo>
                <a:lnTo>
                  <a:pt x="8811468" y="136376"/>
                </a:lnTo>
                <a:lnTo>
                  <a:pt x="8866886" y="146397"/>
                </a:lnTo>
                <a:lnTo>
                  <a:pt x="8922304" y="156417"/>
                </a:lnTo>
                <a:lnTo>
                  <a:pt x="8977723" y="166390"/>
                </a:lnTo>
                <a:lnTo>
                  <a:pt x="9033141" y="176268"/>
                </a:lnTo>
                <a:lnTo>
                  <a:pt x="9088559" y="186005"/>
                </a:lnTo>
                <a:lnTo>
                  <a:pt x="9143977" y="195557"/>
                </a:lnTo>
                <a:lnTo>
                  <a:pt x="9199395" y="204876"/>
                </a:lnTo>
                <a:lnTo>
                  <a:pt x="9254813" y="213921"/>
                </a:lnTo>
                <a:lnTo>
                  <a:pt x="9310231" y="222648"/>
                </a:lnTo>
                <a:lnTo>
                  <a:pt x="9365649" y="231017"/>
                </a:lnTo>
                <a:lnTo>
                  <a:pt x="9421067" y="238988"/>
                </a:lnTo>
                <a:lnTo>
                  <a:pt x="9476485" y="246523"/>
                </a:lnTo>
                <a:lnTo>
                  <a:pt x="9531903" y="253588"/>
                </a:lnTo>
                <a:lnTo>
                  <a:pt x="9587321" y="260149"/>
                </a:lnTo>
                <a:lnTo>
                  <a:pt x="9642739" y="266175"/>
                </a:lnTo>
                <a:lnTo>
                  <a:pt x="9698157" y="271638"/>
                </a:lnTo>
                <a:lnTo>
                  <a:pt x="9753575" y="276513"/>
                </a:lnTo>
                <a:lnTo>
                  <a:pt x="9808993" y="280776"/>
                </a:lnTo>
                <a:lnTo>
                  <a:pt x="9864411" y="284408"/>
                </a:lnTo>
                <a:lnTo>
                  <a:pt x="9919829" y="287391"/>
                </a:lnTo>
                <a:lnTo>
                  <a:pt x="9975247" y="289711"/>
                </a:lnTo>
                <a:lnTo>
                  <a:pt x="10030665" y="291358"/>
                </a:lnTo>
                <a:lnTo>
                  <a:pt x="10086083" y="292324"/>
                </a:lnTo>
                <a:lnTo>
                  <a:pt x="10141501" y="292604"/>
                </a:lnTo>
                <a:lnTo>
                  <a:pt x="10196919" y="292196"/>
                </a:lnTo>
                <a:lnTo>
                  <a:pt x="10252338" y="291104"/>
                </a:lnTo>
                <a:lnTo>
                  <a:pt x="10307756" y="289331"/>
                </a:lnTo>
                <a:lnTo>
                  <a:pt x="10363174" y="286887"/>
                </a:lnTo>
                <a:lnTo>
                  <a:pt x="10418592" y="283783"/>
                </a:lnTo>
                <a:lnTo>
                  <a:pt x="10474010" y="280033"/>
                </a:lnTo>
                <a:lnTo>
                  <a:pt x="10529428" y="275655"/>
                </a:lnTo>
                <a:lnTo>
                  <a:pt x="10584846" y="270669"/>
                </a:lnTo>
                <a:lnTo>
                  <a:pt x="10640264" y="265099"/>
                </a:lnTo>
                <a:lnTo>
                  <a:pt x="10695682" y="258972"/>
                </a:lnTo>
                <a:lnTo>
                  <a:pt x="10751100" y="252315"/>
                </a:lnTo>
                <a:lnTo>
                  <a:pt x="10806518" y="245160"/>
                </a:lnTo>
                <a:lnTo>
                  <a:pt x="10861936" y="237541"/>
                </a:lnTo>
                <a:lnTo>
                  <a:pt x="10917354" y="229494"/>
                </a:lnTo>
                <a:lnTo>
                  <a:pt x="10972772" y="221056"/>
                </a:lnTo>
                <a:lnTo>
                  <a:pt x="11028190" y="212267"/>
                </a:lnTo>
                <a:lnTo>
                  <a:pt x="11083608" y="203168"/>
                </a:lnTo>
                <a:lnTo>
                  <a:pt x="11139026" y="193801"/>
                </a:lnTo>
                <a:lnTo>
                  <a:pt x="11194444" y="184212"/>
                </a:lnTo>
                <a:lnTo>
                  <a:pt x="11249862" y="174445"/>
                </a:lnTo>
                <a:lnTo>
                  <a:pt x="11305280" y="164546"/>
                </a:lnTo>
                <a:lnTo>
                  <a:pt x="11360698" y="154561"/>
                </a:lnTo>
                <a:lnTo>
                  <a:pt x="11416116" y="144537"/>
                </a:lnTo>
                <a:lnTo>
                  <a:pt x="11471534" y="134521"/>
                </a:lnTo>
                <a:lnTo>
                  <a:pt x="11526953" y="124561"/>
                </a:lnTo>
                <a:lnTo>
                  <a:pt x="11582371" y="114703"/>
                </a:lnTo>
                <a:lnTo>
                  <a:pt x="11637789" y="104994"/>
                </a:lnTo>
                <a:lnTo>
                  <a:pt x="11693207" y="95478"/>
                </a:lnTo>
                <a:lnTo>
                  <a:pt x="11748625" y="86201"/>
                </a:lnTo>
                <a:lnTo>
                  <a:pt x="11804043" y="77206"/>
                </a:lnTo>
                <a:lnTo>
                  <a:pt x="11859461" y="68536"/>
                </a:lnTo>
                <a:lnTo>
                  <a:pt x="11914879" y="60231"/>
                </a:lnTo>
                <a:lnTo>
                  <a:pt x="11970297" y="52330"/>
                </a:lnTo>
                <a:lnTo>
                  <a:pt x="12025715" y="44871"/>
                </a:lnTo>
                <a:lnTo>
                  <a:pt x="12081133" y="37888"/>
                </a:lnTo>
                <a:lnTo>
                  <a:pt x="12136551" y="31414"/>
                </a:lnTo>
                <a:lnTo>
                  <a:pt x="12191969" y="25480"/>
                </a:lnTo>
              </a:path>
            </a:pathLst>
          </a:custGeom>
          <a:noFill/>
          <a:ln w="10160">
            <a:solidFill>
              <a:srgbClr val="17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" y="2615184"/>
            <a:ext cx="1481328" cy="310896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1832" y="3685032"/>
            <a:ext cx="1481328" cy="310896"/>
          </a:xfrm>
          <a:prstGeom prst="rect">
            <a:avLst/>
          </a:prstGeom>
          <a:solidFill>
            <a:srgbClr val="1B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84831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C H A P T E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395728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四步相移与复信号构造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3346704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Four-Step Phase Shift &amp; Complex Signal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" y="3877056"/>
            <a:ext cx="7680960" cy="0"/>
          </a:xfrm>
          <a:prstGeom prst="line">
            <a:avLst/>
          </a:prstGeom>
          <a:ln w="12700">
            <a:solidFill>
              <a:srgbClr val="2A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97480" y="4078224"/>
            <a:ext cx="8595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如何用</a:t>
            </a:r>
            <a:r>
              <a:rPr sz="1300" b="0" i="0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四步相移差分</a:t>
            </a:r>
            <a:r>
              <a:rPr sz="130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抵消直流亮度干扰，并把</a:t>
            </a:r>
            <a:r>
              <a:rPr sz="1300" b="0" i="0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实数灰度</a:t>
            </a:r>
            <a:r>
              <a:rPr sz="130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转化为</a:t>
            </a:r>
            <a:r>
              <a:rPr sz="1300" b="0" i="0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携带相位的复数 D</a:t>
            </a:r>
            <a:r>
              <a:rPr sz="130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四步相移与复信号构造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07 / 66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五 · FFT 长度策略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为什么推荐让 coord_scale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最理想的工程状态：FFT 峰值 bin 编号 q 本身就是投影仪坐标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五 · FFT 长度策略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30 / 66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3310128" cy="713232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" y="1965960"/>
            <a:ext cx="50292" cy="54864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883664"/>
            <a:ext cx="290779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coord_scale = N / (L · s)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86783" y="2240280"/>
            <a:ext cx="566929" cy="0"/>
          </a:xfrm>
          <a:prstGeom prst="line">
            <a:avLst/>
          </a:prstGeom>
          <a:ln w="22225">
            <a:solidFill>
              <a:srgbClr val="F29F0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681727" y="1883664"/>
            <a:ext cx="28346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29F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1455" y="1883664"/>
            <a:ext cx="259689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29F05"/>
                </a:solidFill>
                <a:latin typeface="Noto Sans SC"/>
                <a:ea typeface="Noto Sans SC"/>
                <a:cs typeface="Noto Sans SC"/>
              </a:rPr>
              <a:t>coord_scale = 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44383" y="2240280"/>
            <a:ext cx="566928" cy="0"/>
          </a:xfrm>
          <a:prstGeom prst="line">
            <a:avLst/>
          </a:prstGeom>
          <a:ln w="22225">
            <a:solidFill>
              <a:srgbClr val="F29F0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39327" y="1883664"/>
            <a:ext cx="2752344" cy="713232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66759" y="1965960"/>
            <a:ext cx="50292" cy="54864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13648" y="1883664"/>
            <a:ext cx="2350007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L = N /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44368"/>
            <a:ext cx="5358384" cy="81274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017520"/>
            <a:ext cx="50292" cy="666445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0632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q 语义清楚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328416"/>
            <a:ext cx="4937760" cy="355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argmax 输出的 bin 编号 q 直接就是投影仪坐标，不再需要额外换算。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03421"/>
            <a:ext cx="5358384" cy="81274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976573"/>
            <a:ext cx="50292" cy="666445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022293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无需额外缩放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287469"/>
            <a:ext cx="4937760" cy="355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disparity ≈ q，峰值位置与物理坐标一一对应。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862474"/>
            <a:ext cx="5358384" cy="81274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935626"/>
            <a:ext cx="50292" cy="666445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98134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最小单位 1px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5246522"/>
            <a:ext cx="4937760" cy="355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输出步长约为 1 个投影仪像素，避免大步长带来的量化阶梯。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91072" y="2944368"/>
            <a:ext cx="5349240" cy="81274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91072" y="3017520"/>
            <a:ext cx="50292" cy="666445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3063240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支持 s = 0.5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3328416"/>
            <a:ext cx="4928616" cy="355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半步长时 FFT 长度自动变为 2N，coord_scale 仍为 1。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91072" y="3903421"/>
            <a:ext cx="5349240" cy="81274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91072" y="3976573"/>
            <a:ext cx="50292" cy="666445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4022293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有效区固定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4287469"/>
            <a:ext cx="4928616" cy="355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只在前 proj_dim 个 bin 中搜索，负频率区不参与。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91072" y="4862474"/>
            <a:ext cx="5349240" cy="81274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91072" y="4935626"/>
            <a:ext cx="50292" cy="666445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0528" y="4981346"/>
            <a:ext cx="4928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一处公式统一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0528" y="5246522"/>
            <a:ext cx="4928616" cy="355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fft_length = round(proj_dim / s) 同时覆盖两种步长，无需写两个分支。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五 · 代码落地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FSA 参数计算与解码逻辑（代码现状）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统一公式在主线代码中的落地位置：FSM_decode_core.py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五 · FFT 长度策略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41 / 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47088"/>
            <a:ext cx="5358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① 计算 FFT 参数（真源函数）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57984"/>
            <a:ext cx="5358384" cy="2216353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_calc_fft_params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proj_dim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frequency_step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):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frequency_step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== 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1.0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proj_dim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valid_length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proj_dim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coord_scale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= 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1.0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round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proj_dim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/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frequency_step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valid_length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proj_dim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coord_scale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proj_dim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/ 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*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frequency_step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valid_length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coord_scale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1847088"/>
            <a:ext cx="5349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29F05"/>
                </a:solidFill>
                <a:latin typeface="Noto Sans SC"/>
                <a:ea typeface="Noto Sans SC"/>
                <a:cs typeface="Noto Sans SC"/>
              </a:rPr>
              <a:t>② 解码时裁掉负频率区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2157984"/>
            <a:ext cx="5349240" cy="2216353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09728" bIns="91440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D_block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axis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C_magnitude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abs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8AA4B8"/>
                </a:solidFill>
                <a:latin typeface="Consolas"/>
                <a:ea typeface="Consolas"/>
                <a:cs typeface="Consolas"/>
              </a:rPr>
              <a:t># 裁掉负频率区，只保留前 valid_length 个有效 bin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C_valid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C_magnitude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[: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valid_length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:, :]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freq_index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argmax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C_valid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axis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peak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    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np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max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C_valid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axis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50">
                <a:solidFill>
                  <a:srgbClr val="F29F05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) /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fft_length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disparity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 =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freq_index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 * </a:t>
            </a:r>
            <a:r>
              <a:rPr sz="1050">
                <a:solidFill>
                  <a:srgbClr val="E9F1F8"/>
                </a:solidFill>
                <a:latin typeface="Consolas"/>
                <a:ea typeface="Consolas"/>
                <a:cs typeface="Consolas"/>
              </a:rPr>
              <a:t>coord_scale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77207"/>
            <a:ext cx="11094689" cy="1576120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修改要点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fft_length 由 round(proj_dim / frequency_step) 统一计算，标准模式自然得到 proj_dim。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coord_scale 由通用公式给出，两种步长下都约等于 1，无需为 0.5 写单独分支。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argmax 之前必须裁掉负频率区，否则会输出超出投影仪范围的非法坐标。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注意：_get_fft_params 返回 (fft_length, coord_scale, proj_dim, valid_length)，与模块级 _calc_fft_params 的返回顺序不同。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603" y="0"/>
            <a:ext cx="457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20">
                <a:solidFill>
                  <a:srgbClr val="0E7490"/>
                </a:solidFill>
                <a:latin typeface="Noto Sans SC"/>
                <a:ea typeface="Noto Sans SC"/>
                <a:cs typeface="Noto Sans SC"/>
              </a:rPr>
              <a:t>六 · 后处理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68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峰值质量分级与排查顺序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1109468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peak = max(|C|) / fft_length —— 与频率数 M 无关的归一化置信度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627632"/>
            <a:ext cx="11094689" cy="0"/>
          </a:xfrm>
          <a:prstGeom prst="line">
            <a:avLst/>
          </a:prstGeom>
          <a:ln w="1143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六 · 工程实现 · 后处理 · 排查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48 / 66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3372"/>
            <a:ext cx="11094689" cy="2079955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18872" bIns="9144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推荐排查顺序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① 核对图像数量是否为 M×4，命名是否为「频率优先」顺序。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② 开启 VERIFY_SEQUENCE，校验四相移序列是否完整、未错位。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③ 查看 peak_*.npy 定位低质量像素，必要时过滤后再重建。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④ 对异常像素设 SPECTRUM_POINTS，直接看频谱是否多峰。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⑤ 启用多峰扫描 + 极线校正，处理反光、遮挡、多路径。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1">
                <a:solidFill>
                  <a:srgbClr val="00A9C8"/>
                </a:solidFill>
                <a:latin typeface="Noto Sans SC"/>
                <a:ea typeface="Noto Sans SC"/>
                <a:cs typeface="Noto Sans SC"/>
              </a:rPr>
              <a:t>• </a:t>
            </a:r>
            <a:r>
              <a:rPr sz="1150" b="0">
                <a:solidFill>
                  <a:srgbClr val="E9F1F8"/>
                </a:solidFill>
                <a:latin typeface="Noto Sans SC"/>
                <a:ea typeface="Noto Sans SC"/>
                <a:cs typeface="Noto Sans SC"/>
              </a:rPr>
              <a:t>⑥ 点云若呈台阶状，回查 fft_length 与 frequency_step 是否匹配。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83664"/>
            <a:ext cx="5410184" cy="861974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883664"/>
            <a:ext cx="50292" cy="86197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048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peak &gt; 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414016"/>
            <a:ext cx="4989560" cy="2950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主峰明显，优先保留。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44" y="1883664"/>
            <a:ext cx="5410184" cy="861974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144" y="1883664"/>
            <a:ext cx="50292" cy="861974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0888" y="2048256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0.5 &lt; peak ≤ 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0888" y="2414016"/>
            <a:ext cx="4989560" cy="2950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中等可用，需结合邻域与几何检查。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928518"/>
            <a:ext cx="5410184" cy="861974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928518"/>
            <a:ext cx="50292" cy="86197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093110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peak ≤ 0.5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458870"/>
            <a:ext cx="4989560" cy="2950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较弱、易误匹配，建议过滤。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144" y="2928518"/>
            <a:ext cx="5410184" cy="861974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3144" y="2928518"/>
            <a:ext cx="50292" cy="861974"/>
          </a:xfrm>
          <a:prstGeom prst="rect">
            <a:avLst/>
          </a:prstGeom>
          <a:solidFill>
            <a:srgbClr val="2CA5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0888" y="3093110"/>
            <a:ext cx="4989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2A47"/>
                </a:solidFill>
                <a:latin typeface="Noto Sans SC"/>
                <a:ea typeface="Noto Sans SC"/>
                <a:cs typeface="Noto Sans SC"/>
              </a:rPr>
              <a:t>阈值不可机械套用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0888" y="3458870"/>
            <a:ext cx="4989560" cy="2950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与亮度、曝光、反射率、归一化方式都有关。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545" cy="6894576"/>
          </a:xfrm>
          <a:prstGeom prst="rect">
            <a:avLst/>
          </a:prstGeom>
          <a:solidFill>
            <a:srgbClr val="0A1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6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频移法 FSM / FSA 原理与实现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A4B8"/>
                </a:solidFill>
                <a:latin typeface="Noto Sans SC"/>
                <a:ea typeface="Noto Sans SC"/>
                <a:cs typeface="Noto Sans SC"/>
              </a:rPr>
              <a:t>七章一条主线：从条纹图像到三维点云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852928"/>
            <a:ext cx="10241279" cy="0"/>
          </a:xfrm>
          <a:prstGeom prst="line">
            <a:avLst/>
          </a:prstGeom>
          <a:ln w="12700">
            <a:solidFill>
              <a:srgbClr val="2A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3127248"/>
            <a:ext cx="50292" cy="274320"/>
          </a:xfrm>
          <a:prstGeom prst="rect">
            <a:avLst/>
          </a:prstGeom>
          <a:solidFill>
            <a:srgbClr val="00A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07238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本质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08610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把「相机看到的反射条纹」反解为「投影仪上的像素坐标」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29584"/>
            <a:ext cx="50292" cy="274320"/>
          </a:xfrm>
          <a:prstGeom prst="rect">
            <a:avLst/>
          </a:prstGeom>
          <a:solidFill>
            <a:srgbClr val="00A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4747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核心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8843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D = (I0−I2) + j(I3−I1)，沿频率轴 FFT，峰值位置即坐标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31920"/>
            <a:ext cx="50292" cy="274320"/>
          </a:xfrm>
          <a:prstGeom prst="rect">
            <a:avLst/>
          </a:prstGeom>
          <a:solidFill>
            <a:srgbClr val="00A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87705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关键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890772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fft_length = round(proj_dim / frequency_step)，coord_scale ≈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34256"/>
            <a:ext cx="50292" cy="274320"/>
          </a:xfrm>
          <a:prstGeom prst="rect">
            <a:avLst/>
          </a:prstGeom>
          <a:solidFill>
            <a:srgbClr val="00A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2793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质量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4293108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peak = max|C| / fft_length，配合多峰与极线校正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36592"/>
            <a:ext cx="50292" cy="274320"/>
          </a:xfrm>
          <a:prstGeom prst="rect">
            <a:avLst/>
          </a:prstGeom>
          <a:solidFill>
            <a:srgbClr val="00A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6817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下游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469544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7E6F2"/>
                </a:solidFill>
                <a:latin typeface="Noto Sans SC"/>
                <a:ea typeface="Noto Sans SC"/>
                <a:cs typeface="Noto Sans SC"/>
              </a:rPr>
              <a:t>disp_hor / disp_ver 进入三角化，生成三维点云</a:t>
            </a:r>
          </a:p>
        </p:txBody>
      </p:sp>
      <p:sp>
        <p:nvSpPr>
          <p:cNvPr id="22" name="Freeform 21"/>
          <p:cNvSpPr/>
          <p:nvPr/>
        </p:nvSpPr>
        <p:spPr>
          <a:xfrm>
            <a:off x="0" y="5157235"/>
            <a:ext cx="12191969" cy="402316"/>
          </a:xfrm>
          <a:custGeom>
            <a:avLst/>
            <a:gdLst/>
            <a:ahLst/>
            <a:cxnLst/>
            <a:rect l="l" t="t" r="r" b="b"/>
            <a:pathLst>
              <a:path w="12191969" h="402316">
                <a:moveTo>
                  <a:pt x="0" y="330744"/>
                </a:moveTo>
                <a:lnTo>
                  <a:pt x="55418" y="340978"/>
                </a:lnTo>
                <a:lnTo>
                  <a:pt x="110836" y="350555"/>
                </a:lnTo>
                <a:lnTo>
                  <a:pt x="166254" y="359431"/>
                </a:lnTo>
                <a:lnTo>
                  <a:pt x="221672" y="367562"/>
                </a:lnTo>
                <a:lnTo>
                  <a:pt x="277090" y="374913"/>
                </a:lnTo>
                <a:lnTo>
                  <a:pt x="332508" y="381447"/>
                </a:lnTo>
                <a:lnTo>
                  <a:pt x="387926" y="387135"/>
                </a:lnTo>
                <a:lnTo>
                  <a:pt x="443344" y="391949"/>
                </a:lnTo>
                <a:lnTo>
                  <a:pt x="498762" y="395867"/>
                </a:lnTo>
                <a:lnTo>
                  <a:pt x="554180" y="398871"/>
                </a:lnTo>
                <a:lnTo>
                  <a:pt x="609598" y="400946"/>
                </a:lnTo>
                <a:lnTo>
                  <a:pt x="665016" y="402082"/>
                </a:lnTo>
                <a:lnTo>
                  <a:pt x="720434" y="402275"/>
                </a:lnTo>
                <a:lnTo>
                  <a:pt x="775852" y="401524"/>
                </a:lnTo>
                <a:lnTo>
                  <a:pt x="831270" y="399831"/>
                </a:lnTo>
                <a:lnTo>
                  <a:pt x="886688" y="397205"/>
                </a:lnTo>
                <a:lnTo>
                  <a:pt x="942106" y="393659"/>
                </a:lnTo>
                <a:lnTo>
                  <a:pt x="997524" y="389208"/>
                </a:lnTo>
                <a:lnTo>
                  <a:pt x="1052942" y="383874"/>
                </a:lnTo>
                <a:lnTo>
                  <a:pt x="1108360" y="377682"/>
                </a:lnTo>
                <a:lnTo>
                  <a:pt x="1163778" y="370661"/>
                </a:lnTo>
                <a:lnTo>
                  <a:pt x="1219196" y="362844"/>
                </a:lnTo>
                <a:lnTo>
                  <a:pt x="1274614" y="354268"/>
                </a:lnTo>
                <a:lnTo>
                  <a:pt x="1330033" y="344972"/>
                </a:lnTo>
                <a:lnTo>
                  <a:pt x="1385451" y="335001"/>
                </a:lnTo>
                <a:lnTo>
                  <a:pt x="1440869" y="324401"/>
                </a:lnTo>
                <a:lnTo>
                  <a:pt x="1496287" y="313222"/>
                </a:lnTo>
                <a:lnTo>
                  <a:pt x="1551705" y="301518"/>
                </a:lnTo>
                <a:lnTo>
                  <a:pt x="1607123" y="289341"/>
                </a:lnTo>
                <a:lnTo>
                  <a:pt x="1662541" y="276751"/>
                </a:lnTo>
                <a:lnTo>
                  <a:pt x="1717959" y="263805"/>
                </a:lnTo>
                <a:lnTo>
                  <a:pt x="1773377" y="250565"/>
                </a:lnTo>
                <a:lnTo>
                  <a:pt x="1828795" y="237093"/>
                </a:lnTo>
                <a:lnTo>
                  <a:pt x="1884213" y="223453"/>
                </a:lnTo>
                <a:lnTo>
                  <a:pt x="1939631" y="209707"/>
                </a:lnTo>
                <a:lnTo>
                  <a:pt x="1995049" y="195922"/>
                </a:lnTo>
                <a:lnTo>
                  <a:pt x="2050467" y="182161"/>
                </a:lnTo>
                <a:lnTo>
                  <a:pt x="2105885" y="168489"/>
                </a:lnTo>
                <a:lnTo>
                  <a:pt x="2161303" y="154970"/>
                </a:lnTo>
                <a:lnTo>
                  <a:pt x="2216721" y="141668"/>
                </a:lnTo>
                <a:lnTo>
                  <a:pt x="2272139" y="128646"/>
                </a:lnTo>
                <a:lnTo>
                  <a:pt x="2327557" y="115964"/>
                </a:lnTo>
                <a:lnTo>
                  <a:pt x="2382975" y="103682"/>
                </a:lnTo>
                <a:lnTo>
                  <a:pt x="2438393" y="91858"/>
                </a:lnTo>
                <a:lnTo>
                  <a:pt x="2493811" y="80548"/>
                </a:lnTo>
                <a:lnTo>
                  <a:pt x="2549229" y="69803"/>
                </a:lnTo>
                <a:lnTo>
                  <a:pt x="2604648" y="59676"/>
                </a:lnTo>
                <a:lnTo>
                  <a:pt x="2660066" y="50213"/>
                </a:lnTo>
                <a:lnTo>
                  <a:pt x="2715484" y="41458"/>
                </a:lnTo>
                <a:lnTo>
                  <a:pt x="2770902" y="33454"/>
                </a:lnTo>
                <a:lnTo>
                  <a:pt x="2826320" y="26237"/>
                </a:lnTo>
                <a:lnTo>
                  <a:pt x="2881738" y="19842"/>
                </a:lnTo>
                <a:lnTo>
                  <a:pt x="2937156" y="14298"/>
                </a:lnTo>
                <a:lnTo>
                  <a:pt x="2992574" y="9632"/>
                </a:lnTo>
                <a:lnTo>
                  <a:pt x="3047992" y="5865"/>
                </a:lnTo>
                <a:lnTo>
                  <a:pt x="3103410" y="3016"/>
                </a:lnTo>
                <a:lnTo>
                  <a:pt x="3158828" y="1097"/>
                </a:lnTo>
                <a:lnTo>
                  <a:pt x="3214246" y="117"/>
                </a:lnTo>
                <a:lnTo>
                  <a:pt x="3269664" y="82"/>
                </a:lnTo>
                <a:lnTo>
                  <a:pt x="3325082" y="990"/>
                </a:lnTo>
                <a:lnTo>
                  <a:pt x="3380500" y="2839"/>
                </a:lnTo>
                <a:lnTo>
                  <a:pt x="3435918" y="5619"/>
                </a:lnTo>
                <a:lnTo>
                  <a:pt x="3491336" y="9318"/>
                </a:lnTo>
                <a:lnTo>
                  <a:pt x="3546754" y="13917"/>
                </a:lnTo>
                <a:lnTo>
                  <a:pt x="3602172" y="19396"/>
                </a:lnTo>
                <a:lnTo>
                  <a:pt x="3657590" y="25728"/>
                </a:lnTo>
                <a:lnTo>
                  <a:pt x="3713008" y="32884"/>
                </a:lnTo>
                <a:lnTo>
                  <a:pt x="3768426" y="40831"/>
                </a:lnTo>
                <a:lnTo>
                  <a:pt x="3823844" y="49530"/>
                </a:lnTo>
                <a:lnTo>
                  <a:pt x="3879263" y="58941"/>
                </a:lnTo>
                <a:lnTo>
                  <a:pt x="3934681" y="69021"/>
                </a:lnTo>
                <a:lnTo>
                  <a:pt x="3990099" y="79720"/>
                </a:lnTo>
                <a:lnTo>
                  <a:pt x="4045517" y="90990"/>
                </a:lnTo>
                <a:lnTo>
                  <a:pt x="4100935" y="102778"/>
                </a:lnTo>
                <a:lnTo>
                  <a:pt x="4156353" y="115027"/>
                </a:lnTo>
                <a:lnTo>
                  <a:pt x="4211771" y="127681"/>
                </a:lnTo>
                <a:lnTo>
                  <a:pt x="4267189" y="140680"/>
                </a:lnTo>
                <a:lnTo>
                  <a:pt x="4322607" y="153963"/>
                </a:lnTo>
                <a:lnTo>
                  <a:pt x="4378025" y="167467"/>
                </a:lnTo>
                <a:lnTo>
                  <a:pt x="4433443" y="181130"/>
                </a:lnTo>
                <a:lnTo>
                  <a:pt x="4488861" y="194886"/>
                </a:lnTo>
                <a:lnTo>
                  <a:pt x="4544279" y="208672"/>
                </a:lnTo>
                <a:lnTo>
                  <a:pt x="4599697" y="222423"/>
                </a:lnTo>
                <a:lnTo>
                  <a:pt x="4655115" y="236074"/>
                </a:lnTo>
                <a:lnTo>
                  <a:pt x="4710533" y="249561"/>
                </a:lnTo>
                <a:lnTo>
                  <a:pt x="4765951" y="262820"/>
                </a:lnTo>
                <a:lnTo>
                  <a:pt x="4821369" y="275790"/>
                </a:lnTo>
                <a:lnTo>
                  <a:pt x="4876787" y="288409"/>
                </a:lnTo>
                <a:lnTo>
                  <a:pt x="4932205" y="300619"/>
                </a:lnTo>
                <a:lnTo>
                  <a:pt x="4987623" y="312361"/>
                </a:lnTo>
                <a:lnTo>
                  <a:pt x="5043041" y="323581"/>
                </a:lnTo>
                <a:lnTo>
                  <a:pt x="5098459" y="334226"/>
                </a:lnTo>
                <a:lnTo>
                  <a:pt x="5153878" y="344246"/>
                </a:lnTo>
                <a:lnTo>
                  <a:pt x="5209296" y="353594"/>
                </a:lnTo>
                <a:lnTo>
                  <a:pt x="5264714" y="362226"/>
                </a:lnTo>
                <a:lnTo>
                  <a:pt x="5320132" y="370101"/>
                </a:lnTo>
                <a:lnTo>
                  <a:pt x="5375550" y="377183"/>
                </a:lnTo>
                <a:lnTo>
                  <a:pt x="5430968" y="383439"/>
                </a:lnTo>
                <a:lnTo>
                  <a:pt x="5486386" y="388838"/>
                </a:lnTo>
                <a:lnTo>
                  <a:pt x="5541804" y="393356"/>
                </a:lnTo>
                <a:lnTo>
                  <a:pt x="5597222" y="396971"/>
                </a:lnTo>
                <a:lnTo>
                  <a:pt x="5652640" y="399666"/>
                </a:lnTo>
                <a:lnTo>
                  <a:pt x="5708058" y="401429"/>
                </a:lnTo>
                <a:lnTo>
                  <a:pt x="5763476" y="402251"/>
                </a:lnTo>
                <a:lnTo>
                  <a:pt x="5818894" y="402129"/>
                </a:lnTo>
                <a:lnTo>
                  <a:pt x="5874312" y="401064"/>
                </a:lnTo>
                <a:lnTo>
                  <a:pt x="5929730" y="399059"/>
                </a:lnTo>
                <a:lnTo>
                  <a:pt x="5985148" y="396125"/>
                </a:lnTo>
                <a:lnTo>
                  <a:pt x="6040566" y="392275"/>
                </a:lnTo>
                <a:lnTo>
                  <a:pt x="6095984" y="387527"/>
                </a:lnTo>
                <a:lnTo>
                  <a:pt x="6151402" y="381904"/>
                </a:lnTo>
                <a:lnTo>
                  <a:pt x="6206820" y="375432"/>
                </a:lnTo>
                <a:lnTo>
                  <a:pt x="6262238" y="368142"/>
                </a:lnTo>
                <a:lnTo>
                  <a:pt x="6317656" y="360068"/>
                </a:lnTo>
                <a:lnTo>
                  <a:pt x="6373074" y="351247"/>
                </a:lnTo>
                <a:lnTo>
                  <a:pt x="6428493" y="341721"/>
                </a:lnTo>
                <a:lnTo>
                  <a:pt x="6483911" y="331535"/>
                </a:lnTo>
                <a:lnTo>
                  <a:pt x="6539329" y="320737"/>
                </a:lnTo>
                <a:lnTo>
                  <a:pt x="6594747" y="309377"/>
                </a:lnTo>
                <a:lnTo>
                  <a:pt x="6650165" y="297508"/>
                </a:lnTo>
                <a:lnTo>
                  <a:pt x="6705583" y="285188"/>
                </a:lnTo>
                <a:lnTo>
                  <a:pt x="6761001" y="272472"/>
                </a:lnTo>
                <a:lnTo>
                  <a:pt x="6816419" y="259422"/>
                </a:lnTo>
                <a:lnTo>
                  <a:pt x="6871837" y="246097"/>
                </a:lnTo>
                <a:lnTo>
                  <a:pt x="6927255" y="232562"/>
                </a:lnTo>
                <a:lnTo>
                  <a:pt x="6982673" y="218879"/>
                </a:lnTo>
                <a:lnTo>
                  <a:pt x="7038091" y="205113"/>
                </a:lnTo>
                <a:lnTo>
                  <a:pt x="7093509" y="191329"/>
                </a:lnTo>
                <a:lnTo>
                  <a:pt x="7148927" y="177590"/>
                </a:lnTo>
                <a:lnTo>
                  <a:pt x="7204345" y="163962"/>
                </a:lnTo>
                <a:lnTo>
                  <a:pt x="7259763" y="150509"/>
                </a:lnTo>
                <a:lnTo>
                  <a:pt x="7315181" y="137293"/>
                </a:lnTo>
                <a:lnTo>
                  <a:pt x="7370599" y="124378"/>
                </a:lnTo>
                <a:lnTo>
                  <a:pt x="7426017" y="111823"/>
                </a:lnTo>
                <a:lnTo>
                  <a:pt x="7481435" y="99687"/>
                </a:lnTo>
                <a:lnTo>
                  <a:pt x="7536853" y="88028"/>
                </a:lnTo>
                <a:lnTo>
                  <a:pt x="7592271" y="76901"/>
                </a:lnTo>
                <a:lnTo>
                  <a:pt x="7647689" y="66357"/>
                </a:lnTo>
                <a:lnTo>
                  <a:pt x="7703108" y="56445"/>
                </a:lnTo>
                <a:lnTo>
                  <a:pt x="7758526" y="47214"/>
                </a:lnTo>
                <a:lnTo>
                  <a:pt x="7813944" y="38705"/>
                </a:lnTo>
                <a:lnTo>
                  <a:pt x="7869362" y="30959"/>
                </a:lnTo>
                <a:lnTo>
                  <a:pt x="7924780" y="24013"/>
                </a:lnTo>
                <a:lnTo>
                  <a:pt x="7980198" y="17898"/>
                </a:lnTo>
                <a:lnTo>
                  <a:pt x="8035616" y="12644"/>
                </a:lnTo>
                <a:lnTo>
                  <a:pt x="8091034" y="8276"/>
                </a:lnTo>
                <a:lnTo>
                  <a:pt x="8146452" y="4813"/>
                </a:lnTo>
                <a:lnTo>
                  <a:pt x="8201870" y="2272"/>
                </a:lnTo>
                <a:lnTo>
                  <a:pt x="8257288" y="665"/>
                </a:lnTo>
                <a:lnTo>
                  <a:pt x="8312706" y="0"/>
                </a:lnTo>
                <a:lnTo>
                  <a:pt x="8368124" y="280"/>
                </a:lnTo>
                <a:lnTo>
                  <a:pt x="8423542" y="1503"/>
                </a:lnTo>
                <a:lnTo>
                  <a:pt x="8478960" y="3663"/>
                </a:lnTo>
                <a:lnTo>
                  <a:pt x="8534378" y="6751"/>
                </a:lnTo>
                <a:lnTo>
                  <a:pt x="8589796" y="10752"/>
                </a:lnTo>
                <a:lnTo>
                  <a:pt x="8645214" y="15647"/>
                </a:lnTo>
                <a:lnTo>
                  <a:pt x="8700632" y="21413"/>
                </a:lnTo>
                <a:lnTo>
                  <a:pt x="8756050" y="28024"/>
                </a:lnTo>
                <a:lnTo>
                  <a:pt x="8811468" y="35447"/>
                </a:lnTo>
                <a:lnTo>
                  <a:pt x="8866886" y="43649"/>
                </a:lnTo>
                <a:lnTo>
                  <a:pt x="8922304" y="52590"/>
                </a:lnTo>
                <a:lnTo>
                  <a:pt x="8977723" y="62229"/>
                </a:lnTo>
                <a:lnTo>
                  <a:pt x="9033141" y="72521"/>
                </a:lnTo>
                <a:lnTo>
                  <a:pt x="9088559" y="83416"/>
                </a:lnTo>
                <a:lnTo>
                  <a:pt x="9143977" y="94865"/>
                </a:lnTo>
                <a:lnTo>
                  <a:pt x="9199395" y="106812"/>
                </a:lnTo>
                <a:lnTo>
                  <a:pt x="9254813" y="119203"/>
                </a:lnTo>
                <a:lnTo>
                  <a:pt x="9310231" y="131978"/>
                </a:lnTo>
                <a:lnTo>
                  <a:pt x="9365649" y="145079"/>
                </a:lnTo>
                <a:lnTo>
                  <a:pt x="9421067" y="158443"/>
                </a:lnTo>
                <a:lnTo>
                  <a:pt x="9476485" y="172007"/>
                </a:lnTo>
                <a:lnTo>
                  <a:pt x="9531903" y="185708"/>
                </a:lnTo>
                <a:lnTo>
                  <a:pt x="9587321" y="199482"/>
                </a:lnTo>
                <a:lnTo>
                  <a:pt x="9642739" y="213263"/>
                </a:lnTo>
                <a:lnTo>
                  <a:pt x="9698157" y="226988"/>
                </a:lnTo>
                <a:lnTo>
                  <a:pt x="9753575" y="240591"/>
                </a:lnTo>
                <a:lnTo>
                  <a:pt x="9808993" y="254009"/>
                </a:lnTo>
                <a:lnTo>
                  <a:pt x="9864411" y="267179"/>
                </a:lnTo>
                <a:lnTo>
                  <a:pt x="9919829" y="280038"/>
                </a:lnTo>
                <a:lnTo>
                  <a:pt x="9975247" y="292527"/>
                </a:lnTo>
                <a:lnTo>
                  <a:pt x="10030665" y="304587"/>
                </a:lnTo>
                <a:lnTo>
                  <a:pt x="10086083" y="316162"/>
                </a:lnTo>
                <a:lnTo>
                  <a:pt x="10141501" y="327196"/>
                </a:lnTo>
                <a:lnTo>
                  <a:pt x="10196919" y="337638"/>
                </a:lnTo>
                <a:lnTo>
                  <a:pt x="10252338" y="347439"/>
                </a:lnTo>
                <a:lnTo>
                  <a:pt x="10307756" y="356553"/>
                </a:lnTo>
                <a:lnTo>
                  <a:pt x="10363174" y="364937"/>
                </a:lnTo>
                <a:lnTo>
                  <a:pt x="10418592" y="372552"/>
                </a:lnTo>
                <a:lnTo>
                  <a:pt x="10474010" y="379362"/>
                </a:lnTo>
                <a:lnTo>
                  <a:pt x="10529428" y="385335"/>
                </a:lnTo>
                <a:lnTo>
                  <a:pt x="10584846" y="390443"/>
                </a:lnTo>
                <a:lnTo>
                  <a:pt x="10640264" y="394662"/>
                </a:lnTo>
                <a:lnTo>
                  <a:pt x="10695682" y="397972"/>
                </a:lnTo>
                <a:lnTo>
                  <a:pt x="10751100" y="400358"/>
                </a:lnTo>
                <a:lnTo>
                  <a:pt x="10806518" y="401808"/>
                </a:lnTo>
                <a:lnTo>
                  <a:pt x="10861936" y="402316"/>
                </a:lnTo>
                <a:lnTo>
                  <a:pt x="10917354" y="401879"/>
                </a:lnTo>
                <a:lnTo>
                  <a:pt x="10972772" y="400499"/>
                </a:lnTo>
                <a:lnTo>
                  <a:pt x="11028190" y="398183"/>
                </a:lnTo>
                <a:lnTo>
                  <a:pt x="11083608" y="394942"/>
                </a:lnTo>
                <a:lnTo>
                  <a:pt x="11139026" y="390791"/>
                </a:lnTo>
                <a:lnTo>
                  <a:pt x="11194444" y="385749"/>
                </a:lnTo>
                <a:lnTo>
                  <a:pt x="11249862" y="379840"/>
                </a:lnTo>
                <a:lnTo>
                  <a:pt x="11305280" y="373092"/>
                </a:lnTo>
                <a:lnTo>
                  <a:pt x="11360698" y="365536"/>
                </a:lnTo>
                <a:lnTo>
                  <a:pt x="11416116" y="357208"/>
                </a:lnTo>
                <a:lnTo>
                  <a:pt x="11471534" y="348148"/>
                </a:lnTo>
                <a:lnTo>
                  <a:pt x="11526953" y="338397"/>
                </a:lnTo>
                <a:lnTo>
                  <a:pt x="11582371" y="328001"/>
                </a:lnTo>
                <a:lnTo>
                  <a:pt x="11637789" y="317010"/>
                </a:lnTo>
                <a:lnTo>
                  <a:pt x="11693207" y="305474"/>
                </a:lnTo>
                <a:lnTo>
                  <a:pt x="11748625" y="293449"/>
                </a:lnTo>
                <a:lnTo>
                  <a:pt x="11804043" y="280990"/>
                </a:lnTo>
                <a:lnTo>
                  <a:pt x="11859461" y="268156"/>
                </a:lnTo>
                <a:lnTo>
                  <a:pt x="11914879" y="255007"/>
                </a:lnTo>
                <a:lnTo>
                  <a:pt x="11970297" y="241606"/>
                </a:lnTo>
                <a:lnTo>
                  <a:pt x="12025715" y="228014"/>
                </a:lnTo>
                <a:lnTo>
                  <a:pt x="12081133" y="214297"/>
                </a:lnTo>
                <a:lnTo>
                  <a:pt x="12136551" y="200517"/>
                </a:lnTo>
                <a:lnTo>
                  <a:pt x="12191969" y="186741"/>
                </a:lnTo>
              </a:path>
            </a:pathLst>
          </a:custGeom>
          <a:noFill/>
          <a:ln w="11430">
            <a:solidFill>
              <a:srgbClr val="1B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0" y="5605272"/>
            <a:ext cx="12191969" cy="274314"/>
          </a:xfrm>
          <a:custGeom>
            <a:avLst/>
            <a:gdLst/>
            <a:ahLst/>
            <a:cxnLst/>
            <a:rect l="l" t="t" r="r" b="b"/>
            <a:pathLst>
              <a:path w="12191969" h="274314">
                <a:moveTo>
                  <a:pt x="0" y="266954"/>
                </a:moveTo>
                <a:lnTo>
                  <a:pt x="55418" y="263612"/>
                </a:lnTo>
                <a:lnTo>
                  <a:pt x="110836" y="259677"/>
                </a:lnTo>
                <a:lnTo>
                  <a:pt x="166254" y="255165"/>
                </a:lnTo>
                <a:lnTo>
                  <a:pt x="221672" y="250100"/>
                </a:lnTo>
                <a:lnTo>
                  <a:pt x="277090" y="244505"/>
                </a:lnTo>
                <a:lnTo>
                  <a:pt x="332508" y="238405"/>
                </a:lnTo>
                <a:lnTo>
                  <a:pt x="387926" y="231829"/>
                </a:lnTo>
                <a:lnTo>
                  <a:pt x="443344" y="224809"/>
                </a:lnTo>
                <a:lnTo>
                  <a:pt x="498762" y="217378"/>
                </a:lnTo>
                <a:lnTo>
                  <a:pt x="554180" y="209570"/>
                </a:lnTo>
                <a:lnTo>
                  <a:pt x="609598" y="201421"/>
                </a:lnTo>
                <a:lnTo>
                  <a:pt x="665016" y="192971"/>
                </a:lnTo>
                <a:lnTo>
                  <a:pt x="720434" y="184259"/>
                </a:lnTo>
                <a:lnTo>
                  <a:pt x="775852" y="175325"/>
                </a:lnTo>
                <a:lnTo>
                  <a:pt x="831270" y="166212"/>
                </a:lnTo>
                <a:lnTo>
                  <a:pt x="886688" y="156963"/>
                </a:lnTo>
                <a:lnTo>
                  <a:pt x="942106" y="147621"/>
                </a:lnTo>
                <a:lnTo>
                  <a:pt x="997524" y="138230"/>
                </a:lnTo>
                <a:lnTo>
                  <a:pt x="1052942" y="128833"/>
                </a:lnTo>
                <a:lnTo>
                  <a:pt x="1108360" y="119476"/>
                </a:lnTo>
                <a:lnTo>
                  <a:pt x="1163778" y="110202"/>
                </a:lnTo>
                <a:lnTo>
                  <a:pt x="1219196" y="101054"/>
                </a:lnTo>
                <a:lnTo>
                  <a:pt x="1274614" y="92076"/>
                </a:lnTo>
                <a:lnTo>
                  <a:pt x="1330033" y="83310"/>
                </a:lnTo>
                <a:lnTo>
                  <a:pt x="1385451" y="74797"/>
                </a:lnTo>
                <a:lnTo>
                  <a:pt x="1440869" y="66576"/>
                </a:lnTo>
                <a:lnTo>
                  <a:pt x="1496287" y="58687"/>
                </a:lnTo>
                <a:lnTo>
                  <a:pt x="1551705" y="51167"/>
                </a:lnTo>
                <a:lnTo>
                  <a:pt x="1607123" y="44050"/>
                </a:lnTo>
                <a:lnTo>
                  <a:pt x="1662541" y="37371"/>
                </a:lnTo>
                <a:lnTo>
                  <a:pt x="1717959" y="31160"/>
                </a:lnTo>
                <a:lnTo>
                  <a:pt x="1773377" y="25447"/>
                </a:lnTo>
                <a:lnTo>
                  <a:pt x="1828795" y="20259"/>
                </a:lnTo>
                <a:lnTo>
                  <a:pt x="1884213" y="15620"/>
                </a:lnTo>
                <a:lnTo>
                  <a:pt x="1939631" y="11551"/>
                </a:lnTo>
                <a:lnTo>
                  <a:pt x="1995049" y="8073"/>
                </a:lnTo>
                <a:lnTo>
                  <a:pt x="2050467" y="5201"/>
                </a:lnTo>
                <a:lnTo>
                  <a:pt x="2105885" y="2948"/>
                </a:lnTo>
                <a:lnTo>
                  <a:pt x="2161303" y="1326"/>
                </a:lnTo>
                <a:lnTo>
                  <a:pt x="2216721" y="342"/>
                </a:lnTo>
                <a:lnTo>
                  <a:pt x="2272139" y="0"/>
                </a:lnTo>
                <a:lnTo>
                  <a:pt x="2327557" y="302"/>
                </a:lnTo>
                <a:lnTo>
                  <a:pt x="2382975" y="1247"/>
                </a:lnTo>
                <a:lnTo>
                  <a:pt x="2438393" y="2831"/>
                </a:lnTo>
                <a:lnTo>
                  <a:pt x="2493811" y="5045"/>
                </a:lnTo>
                <a:lnTo>
                  <a:pt x="2549229" y="7880"/>
                </a:lnTo>
                <a:lnTo>
                  <a:pt x="2604648" y="11322"/>
                </a:lnTo>
                <a:lnTo>
                  <a:pt x="2660066" y="15355"/>
                </a:lnTo>
                <a:lnTo>
                  <a:pt x="2715484" y="19960"/>
                </a:lnTo>
                <a:lnTo>
                  <a:pt x="2770902" y="25115"/>
                </a:lnTo>
                <a:lnTo>
                  <a:pt x="2826320" y="30797"/>
                </a:lnTo>
                <a:lnTo>
                  <a:pt x="2881738" y="36978"/>
                </a:lnTo>
                <a:lnTo>
                  <a:pt x="2937156" y="43630"/>
                </a:lnTo>
                <a:lnTo>
                  <a:pt x="2992574" y="50721"/>
                </a:lnTo>
                <a:lnTo>
                  <a:pt x="3047992" y="58217"/>
                </a:lnTo>
                <a:lnTo>
                  <a:pt x="3103410" y="66085"/>
                </a:lnTo>
                <a:lnTo>
                  <a:pt x="3158828" y="74286"/>
                </a:lnTo>
                <a:lnTo>
                  <a:pt x="3214246" y="82783"/>
                </a:lnTo>
                <a:lnTo>
                  <a:pt x="3269664" y="91535"/>
                </a:lnTo>
                <a:lnTo>
                  <a:pt x="3325082" y="100501"/>
                </a:lnTo>
                <a:lnTo>
                  <a:pt x="3380500" y="109640"/>
                </a:lnTo>
                <a:lnTo>
                  <a:pt x="3435918" y="118907"/>
                </a:lnTo>
                <a:lnTo>
                  <a:pt x="3491336" y="128261"/>
                </a:lnTo>
                <a:lnTo>
                  <a:pt x="3546754" y="137656"/>
                </a:lnTo>
                <a:lnTo>
                  <a:pt x="3602172" y="147049"/>
                </a:lnTo>
                <a:lnTo>
                  <a:pt x="3657590" y="156395"/>
                </a:lnTo>
                <a:lnTo>
                  <a:pt x="3713008" y="165652"/>
                </a:lnTo>
                <a:lnTo>
                  <a:pt x="3768426" y="174774"/>
                </a:lnTo>
                <a:lnTo>
                  <a:pt x="3823844" y="183719"/>
                </a:lnTo>
                <a:lnTo>
                  <a:pt x="3879263" y="192446"/>
                </a:lnTo>
                <a:lnTo>
                  <a:pt x="3934681" y="200914"/>
                </a:lnTo>
                <a:lnTo>
                  <a:pt x="3990099" y="209082"/>
                </a:lnTo>
                <a:lnTo>
                  <a:pt x="4045517" y="216912"/>
                </a:lnTo>
                <a:lnTo>
                  <a:pt x="4100935" y="224367"/>
                </a:lnTo>
                <a:lnTo>
                  <a:pt x="4156353" y="231413"/>
                </a:lnTo>
                <a:lnTo>
                  <a:pt x="4211771" y="238017"/>
                </a:lnTo>
                <a:lnTo>
                  <a:pt x="4267189" y="244146"/>
                </a:lnTo>
                <a:lnTo>
                  <a:pt x="4322607" y="249774"/>
                </a:lnTo>
                <a:lnTo>
                  <a:pt x="4378025" y="254872"/>
                </a:lnTo>
                <a:lnTo>
                  <a:pt x="4433443" y="259418"/>
                </a:lnTo>
                <a:lnTo>
                  <a:pt x="4488861" y="263389"/>
                </a:lnTo>
                <a:lnTo>
                  <a:pt x="4544279" y="266767"/>
                </a:lnTo>
                <a:lnTo>
                  <a:pt x="4599697" y="269537"/>
                </a:lnTo>
                <a:lnTo>
                  <a:pt x="4655115" y="271685"/>
                </a:lnTo>
                <a:lnTo>
                  <a:pt x="4710533" y="273202"/>
                </a:lnTo>
                <a:lnTo>
                  <a:pt x="4765951" y="274079"/>
                </a:lnTo>
                <a:lnTo>
                  <a:pt x="4821369" y="274314"/>
                </a:lnTo>
                <a:lnTo>
                  <a:pt x="4876787" y="273904"/>
                </a:lnTo>
                <a:lnTo>
                  <a:pt x="4932205" y="272852"/>
                </a:lnTo>
                <a:lnTo>
                  <a:pt x="4987623" y="271163"/>
                </a:lnTo>
                <a:lnTo>
                  <a:pt x="5043041" y="268844"/>
                </a:lnTo>
                <a:lnTo>
                  <a:pt x="5098459" y="265907"/>
                </a:lnTo>
                <a:lnTo>
                  <a:pt x="5153878" y="262365"/>
                </a:lnTo>
                <a:lnTo>
                  <a:pt x="5209296" y="258236"/>
                </a:lnTo>
                <a:lnTo>
                  <a:pt x="5264714" y="253537"/>
                </a:lnTo>
                <a:lnTo>
                  <a:pt x="5320132" y="248293"/>
                </a:lnTo>
                <a:lnTo>
                  <a:pt x="5375550" y="242526"/>
                </a:lnTo>
                <a:lnTo>
                  <a:pt x="5430968" y="236264"/>
                </a:lnTo>
                <a:lnTo>
                  <a:pt x="5486386" y="229537"/>
                </a:lnTo>
                <a:lnTo>
                  <a:pt x="5541804" y="222376"/>
                </a:lnTo>
                <a:lnTo>
                  <a:pt x="5597222" y="214815"/>
                </a:lnTo>
                <a:lnTo>
                  <a:pt x="5652640" y="206889"/>
                </a:lnTo>
                <a:lnTo>
                  <a:pt x="5708058" y="198636"/>
                </a:lnTo>
                <a:lnTo>
                  <a:pt x="5763476" y="190094"/>
                </a:lnTo>
                <a:lnTo>
                  <a:pt x="5818894" y="181303"/>
                </a:lnTo>
                <a:lnTo>
                  <a:pt x="5874312" y="172305"/>
                </a:lnTo>
                <a:lnTo>
                  <a:pt x="5929730" y="163142"/>
                </a:lnTo>
                <a:lnTo>
                  <a:pt x="5985148" y="153857"/>
                </a:lnTo>
                <a:lnTo>
                  <a:pt x="6040566" y="144494"/>
                </a:lnTo>
                <a:lnTo>
                  <a:pt x="6095984" y="135096"/>
                </a:lnTo>
                <a:lnTo>
                  <a:pt x="6151402" y="125708"/>
                </a:lnTo>
                <a:lnTo>
                  <a:pt x="6206820" y="116373"/>
                </a:lnTo>
                <a:lnTo>
                  <a:pt x="6262238" y="107137"/>
                </a:lnTo>
                <a:lnTo>
                  <a:pt x="6317656" y="98041"/>
                </a:lnTo>
                <a:lnTo>
                  <a:pt x="6373074" y="89129"/>
                </a:lnTo>
                <a:lnTo>
                  <a:pt x="6428493" y="80442"/>
                </a:lnTo>
                <a:lnTo>
                  <a:pt x="6483911" y="72022"/>
                </a:lnTo>
                <a:lnTo>
                  <a:pt x="6539329" y="63908"/>
                </a:lnTo>
                <a:lnTo>
                  <a:pt x="6594747" y="56138"/>
                </a:lnTo>
                <a:lnTo>
                  <a:pt x="6650165" y="48748"/>
                </a:lnTo>
                <a:lnTo>
                  <a:pt x="6705583" y="41773"/>
                </a:lnTo>
                <a:lnTo>
                  <a:pt x="6761001" y="35247"/>
                </a:lnTo>
                <a:lnTo>
                  <a:pt x="6816419" y="29199"/>
                </a:lnTo>
                <a:lnTo>
                  <a:pt x="6871837" y="23658"/>
                </a:lnTo>
                <a:lnTo>
                  <a:pt x="6927255" y="18650"/>
                </a:lnTo>
                <a:lnTo>
                  <a:pt x="6982673" y="14199"/>
                </a:lnTo>
                <a:lnTo>
                  <a:pt x="7038091" y="10325"/>
                </a:lnTo>
                <a:lnTo>
                  <a:pt x="7093509" y="7047"/>
                </a:lnTo>
                <a:lnTo>
                  <a:pt x="7148927" y="4380"/>
                </a:lnTo>
                <a:lnTo>
                  <a:pt x="7204345" y="2337"/>
                </a:lnTo>
                <a:lnTo>
                  <a:pt x="7259763" y="927"/>
                </a:lnTo>
                <a:lnTo>
                  <a:pt x="7315181" y="156"/>
                </a:lnTo>
                <a:lnTo>
                  <a:pt x="7370599" y="29"/>
                </a:lnTo>
                <a:lnTo>
                  <a:pt x="7426017" y="546"/>
                </a:lnTo>
                <a:lnTo>
                  <a:pt x="7481435" y="1705"/>
                </a:lnTo>
                <a:lnTo>
                  <a:pt x="7536853" y="3499"/>
                </a:lnTo>
                <a:lnTo>
                  <a:pt x="7592271" y="5922"/>
                </a:lnTo>
                <a:lnTo>
                  <a:pt x="7647689" y="8961"/>
                </a:lnTo>
                <a:lnTo>
                  <a:pt x="7703108" y="12601"/>
                </a:lnTo>
                <a:lnTo>
                  <a:pt x="7758526" y="16827"/>
                </a:lnTo>
                <a:lnTo>
                  <a:pt x="7813944" y="21618"/>
                </a:lnTo>
                <a:lnTo>
                  <a:pt x="7869362" y="26952"/>
                </a:lnTo>
                <a:lnTo>
                  <a:pt x="7924780" y="32803"/>
                </a:lnTo>
                <a:lnTo>
                  <a:pt x="7980198" y="39144"/>
                </a:lnTo>
                <a:lnTo>
                  <a:pt x="8035616" y="45946"/>
                </a:lnTo>
                <a:lnTo>
                  <a:pt x="8091034" y="53176"/>
                </a:lnTo>
                <a:lnTo>
                  <a:pt x="8146452" y="60800"/>
                </a:lnTo>
                <a:lnTo>
                  <a:pt x="8201870" y="68783"/>
                </a:lnTo>
                <a:lnTo>
                  <a:pt x="8257288" y="77088"/>
                </a:lnTo>
                <a:lnTo>
                  <a:pt x="8312706" y="85674"/>
                </a:lnTo>
                <a:lnTo>
                  <a:pt x="8368124" y="94502"/>
                </a:lnTo>
                <a:lnTo>
                  <a:pt x="8423542" y="103530"/>
                </a:lnTo>
                <a:lnTo>
                  <a:pt x="8478960" y="112717"/>
                </a:lnTo>
                <a:lnTo>
                  <a:pt x="8534378" y="122018"/>
                </a:lnTo>
                <a:lnTo>
                  <a:pt x="8589796" y="131390"/>
                </a:lnTo>
                <a:lnTo>
                  <a:pt x="8645214" y="140789"/>
                </a:lnTo>
                <a:lnTo>
                  <a:pt x="8700632" y="150172"/>
                </a:lnTo>
                <a:lnTo>
                  <a:pt x="8756050" y="159493"/>
                </a:lnTo>
                <a:lnTo>
                  <a:pt x="8811468" y="168709"/>
                </a:lnTo>
                <a:lnTo>
                  <a:pt x="8866886" y="177777"/>
                </a:lnTo>
                <a:lnTo>
                  <a:pt x="8922304" y="186655"/>
                </a:lnTo>
                <a:lnTo>
                  <a:pt x="8977723" y="195300"/>
                </a:lnTo>
                <a:lnTo>
                  <a:pt x="9033141" y="203672"/>
                </a:lnTo>
                <a:lnTo>
                  <a:pt x="9088559" y="211731"/>
                </a:lnTo>
                <a:lnTo>
                  <a:pt x="9143977" y="219440"/>
                </a:lnTo>
                <a:lnTo>
                  <a:pt x="9199395" y="226763"/>
                </a:lnTo>
                <a:lnTo>
                  <a:pt x="9254813" y="233665"/>
                </a:lnTo>
                <a:lnTo>
                  <a:pt x="9310231" y="240114"/>
                </a:lnTo>
                <a:lnTo>
                  <a:pt x="9365649" y="246079"/>
                </a:lnTo>
                <a:lnTo>
                  <a:pt x="9421067" y="251533"/>
                </a:lnTo>
                <a:lnTo>
                  <a:pt x="9476485" y="256450"/>
                </a:lnTo>
                <a:lnTo>
                  <a:pt x="9531903" y="260806"/>
                </a:lnTo>
                <a:lnTo>
                  <a:pt x="9587321" y="264582"/>
                </a:lnTo>
                <a:lnTo>
                  <a:pt x="9642739" y="267759"/>
                </a:lnTo>
                <a:lnTo>
                  <a:pt x="9698157" y="270323"/>
                </a:lnTo>
                <a:lnTo>
                  <a:pt x="9753575" y="272261"/>
                </a:lnTo>
                <a:lnTo>
                  <a:pt x="9808993" y="273565"/>
                </a:lnTo>
                <a:lnTo>
                  <a:pt x="9864411" y="274229"/>
                </a:lnTo>
                <a:lnTo>
                  <a:pt x="9919829" y="274248"/>
                </a:lnTo>
                <a:lnTo>
                  <a:pt x="9975247" y="273624"/>
                </a:lnTo>
                <a:lnTo>
                  <a:pt x="10030665" y="272359"/>
                </a:lnTo>
                <a:lnTo>
                  <a:pt x="10086083" y="270459"/>
                </a:lnTo>
                <a:lnTo>
                  <a:pt x="10141501" y="267933"/>
                </a:lnTo>
                <a:lnTo>
                  <a:pt x="10196919" y="264793"/>
                </a:lnTo>
                <a:lnTo>
                  <a:pt x="10252338" y="261053"/>
                </a:lnTo>
                <a:lnTo>
                  <a:pt x="10307756" y="256732"/>
                </a:lnTo>
                <a:lnTo>
                  <a:pt x="10363174" y="251849"/>
                </a:lnTo>
                <a:lnTo>
                  <a:pt x="10418592" y="246427"/>
                </a:lnTo>
                <a:lnTo>
                  <a:pt x="10474010" y="240492"/>
                </a:lnTo>
                <a:lnTo>
                  <a:pt x="10529428" y="234072"/>
                </a:lnTo>
                <a:lnTo>
                  <a:pt x="10584846" y="227197"/>
                </a:lnTo>
                <a:lnTo>
                  <a:pt x="10640264" y="219899"/>
                </a:lnTo>
                <a:lnTo>
                  <a:pt x="10695682" y="212212"/>
                </a:lnTo>
                <a:lnTo>
                  <a:pt x="10751100" y="204173"/>
                </a:lnTo>
                <a:lnTo>
                  <a:pt x="10806518" y="195819"/>
                </a:lnTo>
                <a:lnTo>
                  <a:pt x="10861936" y="187189"/>
                </a:lnTo>
                <a:lnTo>
                  <a:pt x="10917354" y="178325"/>
                </a:lnTo>
                <a:lnTo>
                  <a:pt x="10972772" y="169267"/>
                </a:lnTo>
                <a:lnTo>
                  <a:pt x="11028190" y="160059"/>
                </a:lnTo>
                <a:lnTo>
                  <a:pt x="11083608" y="150743"/>
                </a:lnTo>
                <a:lnTo>
                  <a:pt x="11139026" y="141363"/>
                </a:lnTo>
                <a:lnTo>
                  <a:pt x="11194444" y="131963"/>
                </a:lnTo>
                <a:lnTo>
                  <a:pt x="11249862" y="122588"/>
                </a:lnTo>
                <a:lnTo>
                  <a:pt x="11305280" y="113282"/>
                </a:lnTo>
                <a:lnTo>
                  <a:pt x="11360698" y="104087"/>
                </a:lnTo>
                <a:lnTo>
                  <a:pt x="11416116" y="95048"/>
                </a:lnTo>
                <a:lnTo>
                  <a:pt x="11471534" y="86206"/>
                </a:lnTo>
                <a:lnTo>
                  <a:pt x="11526953" y="77604"/>
                </a:lnTo>
                <a:lnTo>
                  <a:pt x="11582371" y="69281"/>
                </a:lnTo>
                <a:lnTo>
                  <a:pt x="11637789" y="61278"/>
                </a:lnTo>
                <a:lnTo>
                  <a:pt x="11693207" y="53630"/>
                </a:lnTo>
                <a:lnTo>
                  <a:pt x="11748625" y="46375"/>
                </a:lnTo>
                <a:lnTo>
                  <a:pt x="11804043" y="39547"/>
                </a:lnTo>
                <a:lnTo>
                  <a:pt x="11859461" y="33176"/>
                </a:lnTo>
                <a:lnTo>
                  <a:pt x="11914879" y="27294"/>
                </a:lnTo>
                <a:lnTo>
                  <a:pt x="11970297" y="21929"/>
                </a:lnTo>
                <a:lnTo>
                  <a:pt x="12025715" y="17104"/>
                </a:lnTo>
                <a:lnTo>
                  <a:pt x="12081133" y="12843"/>
                </a:lnTo>
                <a:lnTo>
                  <a:pt x="12136551" y="9166"/>
                </a:lnTo>
                <a:lnTo>
                  <a:pt x="12191969" y="6090"/>
                </a:lnTo>
              </a:path>
            </a:pathLst>
          </a:custGeom>
          <a:noFill/>
          <a:ln w="10160">
            <a:solidFill>
              <a:srgbClr val="17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38251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频移法 FSM / FSA · 原理与实现详解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59" y="638251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总结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4529" y="6382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66 / 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