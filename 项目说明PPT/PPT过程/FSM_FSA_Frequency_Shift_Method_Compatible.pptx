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485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V="1">
            <a:off x="-182880" y="853691"/>
            <a:ext cx="180230" cy="3784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-2650" y="817357"/>
            <a:ext cx="180229" cy="3633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77579" y="783990"/>
            <a:ext cx="180229" cy="333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357808" y="754925"/>
            <a:ext cx="180230" cy="290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538038" y="731325"/>
            <a:ext cx="180229" cy="2360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18267" y="714133"/>
            <a:ext cx="180230" cy="1719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98497" y="704037"/>
            <a:ext cx="180229" cy="1009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78726" y="701441"/>
            <a:ext cx="180230" cy="259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58956" y="701441"/>
            <a:ext cx="180230" cy="50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439186" y="706449"/>
            <a:ext cx="180229" cy="1241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19415" y="718860"/>
            <a:ext cx="180230" cy="193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799645" y="738179"/>
            <a:ext cx="180229" cy="2545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979874" y="763632"/>
            <a:ext cx="180230" cy="3056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160104" y="794201"/>
            <a:ext cx="180229" cy="3446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40333" y="828664"/>
            <a:ext cx="180230" cy="369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520563" y="865641"/>
            <a:ext cx="180230" cy="380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700793" y="903655"/>
            <a:ext cx="180229" cy="3752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881022" y="941184"/>
            <a:ext cx="180230" cy="355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061252" y="976727"/>
            <a:ext cx="180229" cy="321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41481" y="1008863"/>
            <a:ext cx="180230" cy="274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421711" y="1036306"/>
            <a:ext cx="180229" cy="216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01940" y="1057958"/>
            <a:ext cx="180230" cy="1499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782170" y="1072954"/>
            <a:ext cx="180229" cy="7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962399" y="1080693"/>
            <a:ext cx="180230" cy="17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142629" y="1073466"/>
            <a:ext cx="180230" cy="740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322859" y="1058789"/>
            <a:ext cx="180229" cy="146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503088" y="1037423"/>
            <a:ext cx="180230" cy="2136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683318" y="1010221"/>
            <a:ext cx="180229" cy="2720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863547" y="978272"/>
            <a:ext cx="180230" cy="3194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043777" y="942854"/>
            <a:ext cx="180229" cy="3541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224006" y="905383"/>
            <a:ext cx="180230" cy="374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404236" y="867358"/>
            <a:ext cx="180230" cy="3802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584466" y="830301"/>
            <a:ext cx="180229" cy="3705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764695" y="795693"/>
            <a:ext cx="180230" cy="346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944925" y="764919"/>
            <a:ext cx="180229" cy="3077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125154" y="739210"/>
            <a:ext cx="180230" cy="257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305384" y="719594"/>
            <a:ext cx="180229" cy="1961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485613" y="706855"/>
            <a:ext cx="180230" cy="12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665843" y="701504"/>
            <a:ext cx="180230" cy="535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846073" y="701504"/>
            <a:ext cx="180229" cy="225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026302" y="703754"/>
            <a:ext cx="180230" cy="976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206532" y="713516"/>
            <a:ext cx="180229" cy="1688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386761" y="730398"/>
            <a:ext cx="180230" cy="2332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566991" y="753726"/>
            <a:ext cx="180229" cy="2884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747220" y="782566"/>
            <a:ext cx="180230" cy="3320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927450" y="815766"/>
            <a:ext cx="180230" cy="3623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107680" y="851996"/>
            <a:ext cx="180229" cy="3781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287909" y="889808"/>
            <a:ext cx="180230" cy="3788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468139" y="927689"/>
            <a:ext cx="180229" cy="3643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648368" y="964124"/>
            <a:ext cx="180230" cy="3353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828598" y="997656"/>
            <a:ext cx="180229" cy="2928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008827" y="1026943"/>
            <a:ext cx="180230" cy="238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189057" y="1050814"/>
            <a:ext cx="180229" cy="1750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369286" y="1068315"/>
            <a:ext cx="180230" cy="1042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549516" y="1078744"/>
            <a:ext cx="180230" cy="294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729746" y="1077021"/>
            <a:ext cx="180229" cy="466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909975" y="1064937"/>
            <a:ext cx="180230" cy="120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0090205" y="1045918"/>
            <a:ext cx="180229" cy="190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270434" y="1020724"/>
            <a:ext cx="180230" cy="2519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0450664" y="990362"/>
            <a:ext cx="180229" cy="3036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10630893" y="956047"/>
            <a:ext cx="180230" cy="3431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0811123" y="919152"/>
            <a:ext cx="180230" cy="368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0991353" y="881153"/>
            <a:ext cx="180229" cy="379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1171582" y="843569"/>
            <a:ext cx="180230" cy="375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1351812" y="807904"/>
            <a:ext cx="180229" cy="356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1532041" y="775584"/>
            <a:ext cx="180230" cy="3232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1712271" y="747903"/>
            <a:ext cx="180229" cy="2768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1892500" y="725967"/>
            <a:ext cx="180230" cy="219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2072730" y="710653"/>
            <a:ext cx="180230" cy="153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-182880" y="1630931"/>
            <a:ext cx="180230" cy="3784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-2650" y="1594597"/>
            <a:ext cx="180229" cy="3633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77579" y="1561230"/>
            <a:ext cx="180229" cy="333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357808" y="1532165"/>
            <a:ext cx="180230" cy="290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38038" y="1508565"/>
            <a:ext cx="180229" cy="2360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18267" y="1491373"/>
            <a:ext cx="180230" cy="1719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898497" y="1481277"/>
            <a:ext cx="180229" cy="1009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78726" y="1478681"/>
            <a:ext cx="180230" cy="259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258956" y="1478681"/>
            <a:ext cx="180230" cy="50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439186" y="1483689"/>
            <a:ext cx="180229" cy="1241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619415" y="1496100"/>
            <a:ext cx="180230" cy="193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799645" y="1515419"/>
            <a:ext cx="180229" cy="2545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979874" y="1540872"/>
            <a:ext cx="180230" cy="3056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160104" y="1571441"/>
            <a:ext cx="180229" cy="3446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340333" y="1605904"/>
            <a:ext cx="180230" cy="369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520563" y="1642881"/>
            <a:ext cx="180230" cy="380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700793" y="1680895"/>
            <a:ext cx="180229" cy="3752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881022" y="1718424"/>
            <a:ext cx="180230" cy="355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3061252" y="1753967"/>
            <a:ext cx="180229" cy="321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3241481" y="1786103"/>
            <a:ext cx="180230" cy="274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3421711" y="1813546"/>
            <a:ext cx="180229" cy="216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3601940" y="1835198"/>
            <a:ext cx="180230" cy="1499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3782170" y="1850194"/>
            <a:ext cx="180229" cy="7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3962399" y="1857933"/>
            <a:ext cx="180230" cy="17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4142629" y="1850706"/>
            <a:ext cx="180230" cy="740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4322859" y="1836029"/>
            <a:ext cx="180229" cy="146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4503088" y="1814663"/>
            <a:ext cx="180230" cy="2136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683318" y="1787461"/>
            <a:ext cx="180229" cy="2720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863547" y="1755512"/>
            <a:ext cx="180230" cy="3194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5043777" y="1720094"/>
            <a:ext cx="180229" cy="3541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224006" y="1682623"/>
            <a:ext cx="180230" cy="374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404236" y="1644598"/>
            <a:ext cx="180230" cy="3802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5584466" y="1607541"/>
            <a:ext cx="180229" cy="3705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5764695" y="1572933"/>
            <a:ext cx="180230" cy="346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5944925" y="1542159"/>
            <a:ext cx="180229" cy="3077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6125154" y="1516450"/>
            <a:ext cx="180230" cy="257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6305384" y="1496834"/>
            <a:ext cx="180229" cy="1961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6485613" y="1484095"/>
            <a:ext cx="180230" cy="12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6665843" y="1478744"/>
            <a:ext cx="180230" cy="535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846073" y="1478744"/>
            <a:ext cx="180229" cy="225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026302" y="1480994"/>
            <a:ext cx="180230" cy="976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206532" y="1490756"/>
            <a:ext cx="180229" cy="1688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386761" y="1507638"/>
            <a:ext cx="180230" cy="2332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66991" y="1530966"/>
            <a:ext cx="180229" cy="2884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747220" y="1559806"/>
            <a:ext cx="180230" cy="3320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927450" y="1593006"/>
            <a:ext cx="180230" cy="3623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8107680" y="1629236"/>
            <a:ext cx="180229" cy="3781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8287909" y="1667048"/>
            <a:ext cx="180230" cy="3788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8468139" y="1704929"/>
            <a:ext cx="180229" cy="3643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8648368" y="1741364"/>
            <a:ext cx="180230" cy="3353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8828598" y="1774896"/>
            <a:ext cx="180229" cy="2928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9008827" y="1804183"/>
            <a:ext cx="180230" cy="238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9189057" y="1828054"/>
            <a:ext cx="180229" cy="1750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9369286" y="1845555"/>
            <a:ext cx="180230" cy="1042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9549516" y="1855984"/>
            <a:ext cx="180230" cy="294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9729746" y="1854261"/>
            <a:ext cx="180229" cy="466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9909975" y="1842177"/>
            <a:ext cx="180230" cy="120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0090205" y="1823158"/>
            <a:ext cx="180229" cy="190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0270434" y="1797964"/>
            <a:ext cx="180230" cy="2519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0450664" y="1767602"/>
            <a:ext cx="180229" cy="3036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0630893" y="1733287"/>
            <a:ext cx="180230" cy="3431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0811123" y="1696392"/>
            <a:ext cx="180230" cy="368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10991353" y="1658393"/>
            <a:ext cx="180229" cy="379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11171582" y="1620809"/>
            <a:ext cx="180230" cy="375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11351812" y="1585144"/>
            <a:ext cx="180229" cy="356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11532041" y="1552824"/>
            <a:ext cx="180230" cy="3232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1712271" y="1525143"/>
            <a:ext cx="180229" cy="2768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11892500" y="1503207"/>
            <a:ext cx="180230" cy="219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2072730" y="1487893"/>
            <a:ext cx="180230" cy="153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-182880" y="2408171"/>
            <a:ext cx="180230" cy="3784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-2650" y="2371837"/>
            <a:ext cx="180229" cy="3633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177579" y="2338470"/>
            <a:ext cx="180229" cy="333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57808" y="2309405"/>
            <a:ext cx="180230" cy="290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538038" y="2285805"/>
            <a:ext cx="180229" cy="2360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718267" y="2268613"/>
            <a:ext cx="180230" cy="1719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898497" y="2258517"/>
            <a:ext cx="180229" cy="1009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078726" y="2255921"/>
            <a:ext cx="180230" cy="259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258956" y="2255921"/>
            <a:ext cx="180230" cy="50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439186" y="2260929"/>
            <a:ext cx="180229" cy="1241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619415" y="2273340"/>
            <a:ext cx="180230" cy="193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799645" y="2292659"/>
            <a:ext cx="180229" cy="2545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979874" y="2318112"/>
            <a:ext cx="180230" cy="3056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2160104" y="2348681"/>
            <a:ext cx="180229" cy="3446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2340333" y="2383144"/>
            <a:ext cx="180230" cy="369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2520563" y="2420121"/>
            <a:ext cx="180230" cy="380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2700793" y="2458135"/>
            <a:ext cx="180229" cy="3752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2881022" y="2495664"/>
            <a:ext cx="180230" cy="355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3061252" y="2531207"/>
            <a:ext cx="180229" cy="321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3241481" y="2563343"/>
            <a:ext cx="180230" cy="274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3421711" y="2590786"/>
            <a:ext cx="180229" cy="216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3601940" y="2612438"/>
            <a:ext cx="180230" cy="1499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3782170" y="2627434"/>
            <a:ext cx="180229" cy="7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3962399" y="2635173"/>
            <a:ext cx="180230" cy="17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4142629" y="2627946"/>
            <a:ext cx="180230" cy="740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322859" y="2613269"/>
            <a:ext cx="180229" cy="146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4503088" y="2591903"/>
            <a:ext cx="180230" cy="2136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4683318" y="2564701"/>
            <a:ext cx="180229" cy="2720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4863547" y="2532752"/>
            <a:ext cx="180230" cy="3194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043777" y="2497334"/>
            <a:ext cx="180229" cy="3541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224006" y="2459863"/>
            <a:ext cx="180230" cy="374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5404236" y="2421838"/>
            <a:ext cx="180230" cy="3802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5584466" y="2384781"/>
            <a:ext cx="180229" cy="3705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764695" y="2350173"/>
            <a:ext cx="180230" cy="346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944925" y="2319399"/>
            <a:ext cx="180229" cy="3077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125154" y="2293690"/>
            <a:ext cx="180230" cy="257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305384" y="2274074"/>
            <a:ext cx="180229" cy="1961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485613" y="2261335"/>
            <a:ext cx="180230" cy="12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65843" y="2255984"/>
            <a:ext cx="180230" cy="535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846073" y="2255984"/>
            <a:ext cx="180229" cy="225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7026302" y="2258234"/>
            <a:ext cx="180230" cy="976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7206532" y="2267996"/>
            <a:ext cx="180229" cy="1688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386761" y="2284878"/>
            <a:ext cx="180230" cy="2332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566991" y="2308206"/>
            <a:ext cx="180229" cy="2884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747220" y="2337046"/>
            <a:ext cx="180230" cy="3320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927450" y="2370246"/>
            <a:ext cx="180230" cy="3623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8107680" y="2406476"/>
            <a:ext cx="180229" cy="3781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8287909" y="2444288"/>
            <a:ext cx="180230" cy="3788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8468139" y="2482169"/>
            <a:ext cx="180229" cy="3643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8648368" y="2518604"/>
            <a:ext cx="180230" cy="3353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8828598" y="2552136"/>
            <a:ext cx="180229" cy="2928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9008827" y="2581423"/>
            <a:ext cx="180230" cy="238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9189057" y="2605294"/>
            <a:ext cx="180229" cy="1750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9369286" y="2622795"/>
            <a:ext cx="180230" cy="1042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9549516" y="2633224"/>
            <a:ext cx="180230" cy="294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9729746" y="2631501"/>
            <a:ext cx="180229" cy="466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9909975" y="2619417"/>
            <a:ext cx="180230" cy="120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0090205" y="2600398"/>
            <a:ext cx="180229" cy="190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0270434" y="2575204"/>
            <a:ext cx="180230" cy="2519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0450664" y="2544842"/>
            <a:ext cx="180229" cy="3036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0630893" y="2510527"/>
            <a:ext cx="180230" cy="3431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0811123" y="2473632"/>
            <a:ext cx="180230" cy="368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0991353" y="2435633"/>
            <a:ext cx="180229" cy="379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11171582" y="2398049"/>
            <a:ext cx="180230" cy="375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11351812" y="2362384"/>
            <a:ext cx="180229" cy="356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11532041" y="2330064"/>
            <a:ext cx="180230" cy="3232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11712271" y="2302383"/>
            <a:ext cx="180229" cy="2768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11892500" y="2280447"/>
            <a:ext cx="180230" cy="219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V="1">
            <a:off x="12072730" y="2265133"/>
            <a:ext cx="180230" cy="153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 flipV="1">
            <a:off x="-182880" y="3185411"/>
            <a:ext cx="180230" cy="3784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-2650" y="3149077"/>
            <a:ext cx="180229" cy="3633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V="1">
            <a:off x="177579" y="3115710"/>
            <a:ext cx="180229" cy="333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V="1">
            <a:off x="357808" y="3086645"/>
            <a:ext cx="180230" cy="290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538038" y="3063045"/>
            <a:ext cx="180229" cy="2360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718267" y="3045853"/>
            <a:ext cx="180230" cy="1719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898497" y="3035757"/>
            <a:ext cx="180229" cy="1009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 flipV="1">
            <a:off x="1078726" y="3033161"/>
            <a:ext cx="180230" cy="259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1258956" y="3033161"/>
            <a:ext cx="180230" cy="50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1439186" y="3038169"/>
            <a:ext cx="180229" cy="1241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1619415" y="3050580"/>
            <a:ext cx="180230" cy="193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1799645" y="3069899"/>
            <a:ext cx="180229" cy="2545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1979874" y="3095352"/>
            <a:ext cx="180230" cy="3056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2160104" y="3125921"/>
            <a:ext cx="180229" cy="3446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2340333" y="3160384"/>
            <a:ext cx="180230" cy="369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2520563" y="3197361"/>
            <a:ext cx="180230" cy="380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2700793" y="3235375"/>
            <a:ext cx="180229" cy="3752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2881022" y="3272904"/>
            <a:ext cx="180230" cy="355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3061252" y="3308447"/>
            <a:ext cx="180229" cy="321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3241481" y="3340583"/>
            <a:ext cx="180230" cy="274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3421711" y="3368026"/>
            <a:ext cx="180229" cy="216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3601940" y="3389678"/>
            <a:ext cx="180230" cy="1499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3782170" y="3404674"/>
            <a:ext cx="180229" cy="7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3962399" y="3412413"/>
            <a:ext cx="180230" cy="17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4142629" y="3405186"/>
            <a:ext cx="180230" cy="740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 flipV="1">
            <a:off x="4322859" y="3390509"/>
            <a:ext cx="180229" cy="146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4503088" y="3369143"/>
            <a:ext cx="180230" cy="2136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4683318" y="3341941"/>
            <a:ext cx="180229" cy="2720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4863547" y="3309992"/>
            <a:ext cx="180230" cy="3194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5043777" y="3274574"/>
            <a:ext cx="180229" cy="3541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5224006" y="3237103"/>
            <a:ext cx="180230" cy="374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5404236" y="3199078"/>
            <a:ext cx="180230" cy="3802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 flipV="1">
            <a:off x="5584466" y="3162021"/>
            <a:ext cx="180229" cy="3705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 flipV="1">
            <a:off x="5764695" y="3127413"/>
            <a:ext cx="180230" cy="346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5944925" y="3096639"/>
            <a:ext cx="180229" cy="3077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V="1">
            <a:off x="6125154" y="3070930"/>
            <a:ext cx="180230" cy="257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 flipV="1">
            <a:off x="6305384" y="3051314"/>
            <a:ext cx="180229" cy="1961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 flipV="1">
            <a:off x="6485613" y="3038575"/>
            <a:ext cx="180230" cy="12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 flipV="1">
            <a:off x="6665843" y="3033224"/>
            <a:ext cx="180230" cy="535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6846073" y="3033224"/>
            <a:ext cx="180229" cy="225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7026302" y="3035474"/>
            <a:ext cx="180230" cy="976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7206532" y="3045236"/>
            <a:ext cx="180229" cy="1688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7386761" y="3062118"/>
            <a:ext cx="180230" cy="2332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7566991" y="3085446"/>
            <a:ext cx="180229" cy="2884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7747220" y="3114286"/>
            <a:ext cx="180230" cy="3320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7927450" y="3147486"/>
            <a:ext cx="180230" cy="3623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8107680" y="3183716"/>
            <a:ext cx="180229" cy="3781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8287909" y="3221528"/>
            <a:ext cx="180230" cy="3788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8468139" y="3259409"/>
            <a:ext cx="180229" cy="3643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8648368" y="3295844"/>
            <a:ext cx="180230" cy="3353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8828598" y="3329376"/>
            <a:ext cx="180229" cy="2928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9008827" y="3358663"/>
            <a:ext cx="180230" cy="238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9189057" y="3382534"/>
            <a:ext cx="180229" cy="1750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9369286" y="3400035"/>
            <a:ext cx="180230" cy="1042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9549516" y="3410464"/>
            <a:ext cx="180230" cy="294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 flipV="1">
            <a:off x="9729746" y="3408741"/>
            <a:ext cx="180229" cy="466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V="1">
            <a:off x="9909975" y="3396657"/>
            <a:ext cx="180230" cy="120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 flipV="1">
            <a:off x="10090205" y="3377638"/>
            <a:ext cx="180229" cy="190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10270434" y="3352444"/>
            <a:ext cx="180230" cy="2519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 flipV="1">
            <a:off x="10450664" y="3322082"/>
            <a:ext cx="180229" cy="3036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10630893" y="3287767"/>
            <a:ext cx="180230" cy="3431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10811123" y="3250872"/>
            <a:ext cx="180230" cy="368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 flipV="1">
            <a:off x="10991353" y="3212873"/>
            <a:ext cx="180229" cy="379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V="1">
            <a:off x="11171582" y="3175289"/>
            <a:ext cx="180230" cy="375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 flipV="1">
            <a:off x="11351812" y="3139624"/>
            <a:ext cx="180229" cy="356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 flipV="1">
            <a:off x="11532041" y="3107304"/>
            <a:ext cx="180230" cy="3232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11712271" y="3079623"/>
            <a:ext cx="180229" cy="2768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V="1">
            <a:off x="11892500" y="3057687"/>
            <a:ext cx="180230" cy="219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 flipV="1">
            <a:off x="12072730" y="3042373"/>
            <a:ext cx="180230" cy="153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-182880" y="3962651"/>
            <a:ext cx="180230" cy="3784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-2650" y="3926317"/>
            <a:ext cx="180229" cy="3633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177579" y="3892950"/>
            <a:ext cx="180229" cy="333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357808" y="3863885"/>
            <a:ext cx="180230" cy="290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V="1">
            <a:off x="538038" y="3840285"/>
            <a:ext cx="180229" cy="2360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718267" y="3823093"/>
            <a:ext cx="180230" cy="1719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 flipV="1">
            <a:off x="898497" y="3812997"/>
            <a:ext cx="180229" cy="1009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1078726" y="3810401"/>
            <a:ext cx="180230" cy="259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1258956" y="3810401"/>
            <a:ext cx="180230" cy="50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1439186" y="3815409"/>
            <a:ext cx="180229" cy="1241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1619415" y="3827820"/>
            <a:ext cx="180230" cy="193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1799645" y="3847139"/>
            <a:ext cx="180229" cy="2545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1979874" y="3872592"/>
            <a:ext cx="180230" cy="3056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2160104" y="3903161"/>
            <a:ext cx="180229" cy="3446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2340333" y="3937624"/>
            <a:ext cx="180230" cy="369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2520563" y="3974601"/>
            <a:ext cx="180230" cy="380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2700793" y="4012615"/>
            <a:ext cx="180229" cy="3752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2881022" y="4050144"/>
            <a:ext cx="180230" cy="355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3061252" y="4085687"/>
            <a:ext cx="180229" cy="321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3241481" y="4117823"/>
            <a:ext cx="180230" cy="274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3421711" y="4145266"/>
            <a:ext cx="180229" cy="216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3601940" y="4166918"/>
            <a:ext cx="180230" cy="1499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3782170" y="4181914"/>
            <a:ext cx="180229" cy="7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3962399" y="4189653"/>
            <a:ext cx="180230" cy="17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4142629" y="4182426"/>
            <a:ext cx="180230" cy="740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4322859" y="4167749"/>
            <a:ext cx="180229" cy="146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4503088" y="4146383"/>
            <a:ext cx="180230" cy="2136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4683318" y="4119181"/>
            <a:ext cx="180229" cy="2720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 flipV="1">
            <a:off x="4863547" y="4087232"/>
            <a:ext cx="180230" cy="3194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 flipV="1">
            <a:off x="5043777" y="4051814"/>
            <a:ext cx="180229" cy="3541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 flipV="1">
            <a:off x="5224006" y="4014343"/>
            <a:ext cx="180230" cy="374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 flipV="1">
            <a:off x="5404236" y="3976318"/>
            <a:ext cx="180230" cy="3802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5584466" y="3939261"/>
            <a:ext cx="180229" cy="3705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5764695" y="3904653"/>
            <a:ext cx="180230" cy="346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5944925" y="3873879"/>
            <a:ext cx="180229" cy="3077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6125154" y="3848170"/>
            <a:ext cx="180230" cy="257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6305384" y="3828554"/>
            <a:ext cx="180229" cy="1961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6485613" y="3815815"/>
            <a:ext cx="180230" cy="12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 flipV="1">
            <a:off x="6665843" y="3810464"/>
            <a:ext cx="180230" cy="535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>
            <a:off x="6846073" y="3810464"/>
            <a:ext cx="180229" cy="225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>
            <a:off x="7026302" y="3812714"/>
            <a:ext cx="180230" cy="976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>
            <a:off x="7206532" y="3822476"/>
            <a:ext cx="180229" cy="1688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7386761" y="3839358"/>
            <a:ext cx="180230" cy="2332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nector 320"/>
          <p:cNvCxnSpPr/>
          <p:nvPr/>
        </p:nvCxnSpPr>
        <p:spPr>
          <a:xfrm>
            <a:off x="7566991" y="3862686"/>
            <a:ext cx="180229" cy="2884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Connector 321"/>
          <p:cNvCxnSpPr/>
          <p:nvPr/>
        </p:nvCxnSpPr>
        <p:spPr>
          <a:xfrm>
            <a:off x="7747220" y="3891526"/>
            <a:ext cx="180230" cy="3320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Connector 322"/>
          <p:cNvCxnSpPr/>
          <p:nvPr/>
        </p:nvCxnSpPr>
        <p:spPr>
          <a:xfrm>
            <a:off x="7927450" y="3924726"/>
            <a:ext cx="180230" cy="3623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>
            <a:off x="8107680" y="3960956"/>
            <a:ext cx="180229" cy="3781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8287909" y="3998768"/>
            <a:ext cx="180230" cy="3788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>
            <a:off x="8468139" y="4036649"/>
            <a:ext cx="180229" cy="3643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8648368" y="4073084"/>
            <a:ext cx="180230" cy="3353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>
            <a:off x="8828598" y="4106616"/>
            <a:ext cx="180229" cy="2928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9008827" y="4135903"/>
            <a:ext cx="180230" cy="238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9189057" y="4159774"/>
            <a:ext cx="180229" cy="1750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9369286" y="4177275"/>
            <a:ext cx="180230" cy="1042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9549516" y="4187704"/>
            <a:ext cx="180230" cy="294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9729746" y="4185981"/>
            <a:ext cx="180229" cy="466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9909975" y="4173897"/>
            <a:ext cx="180230" cy="120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V="1">
            <a:off x="10090205" y="4154878"/>
            <a:ext cx="180229" cy="190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V="1">
            <a:off x="10270434" y="4129684"/>
            <a:ext cx="180230" cy="2519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V="1">
            <a:off x="10450664" y="4099322"/>
            <a:ext cx="180229" cy="3036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 flipV="1">
            <a:off x="10630893" y="4065007"/>
            <a:ext cx="180230" cy="3431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V="1">
            <a:off x="10811123" y="4028112"/>
            <a:ext cx="180230" cy="368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 flipV="1">
            <a:off x="10991353" y="3990113"/>
            <a:ext cx="180229" cy="379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V="1">
            <a:off x="11171582" y="3952529"/>
            <a:ext cx="180230" cy="375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 flipV="1">
            <a:off x="11351812" y="3916864"/>
            <a:ext cx="180229" cy="356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 flipV="1">
            <a:off x="11532041" y="3884544"/>
            <a:ext cx="180230" cy="3232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 flipV="1">
            <a:off x="11712271" y="3856863"/>
            <a:ext cx="180229" cy="2768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V="1">
            <a:off x="11892500" y="3834927"/>
            <a:ext cx="180230" cy="219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V="1">
            <a:off x="12072730" y="3819613"/>
            <a:ext cx="180230" cy="153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V="1">
            <a:off x="-182880" y="4739891"/>
            <a:ext cx="180230" cy="3784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 flipV="1">
            <a:off x="-2650" y="4703557"/>
            <a:ext cx="180229" cy="3633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V="1">
            <a:off x="177579" y="4670190"/>
            <a:ext cx="180229" cy="333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V="1">
            <a:off x="357808" y="4641125"/>
            <a:ext cx="180230" cy="290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538038" y="4617525"/>
            <a:ext cx="180229" cy="2360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V="1">
            <a:off x="718267" y="4600333"/>
            <a:ext cx="180230" cy="1719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898497" y="4590237"/>
            <a:ext cx="180229" cy="1009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 flipV="1">
            <a:off x="1078726" y="4587641"/>
            <a:ext cx="180230" cy="259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1258956" y="4587641"/>
            <a:ext cx="180230" cy="50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1439186" y="4592649"/>
            <a:ext cx="180229" cy="1241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>
            <a:off x="1619415" y="4605060"/>
            <a:ext cx="180230" cy="193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>
            <a:off x="1799645" y="4624379"/>
            <a:ext cx="180229" cy="2545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358"/>
          <p:cNvCxnSpPr/>
          <p:nvPr/>
        </p:nvCxnSpPr>
        <p:spPr>
          <a:xfrm>
            <a:off x="1979874" y="4649832"/>
            <a:ext cx="180230" cy="3056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359"/>
          <p:cNvCxnSpPr/>
          <p:nvPr/>
        </p:nvCxnSpPr>
        <p:spPr>
          <a:xfrm>
            <a:off x="2160104" y="4680401"/>
            <a:ext cx="180229" cy="3446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1" name="Connector 360"/>
          <p:cNvCxnSpPr/>
          <p:nvPr/>
        </p:nvCxnSpPr>
        <p:spPr>
          <a:xfrm>
            <a:off x="2340333" y="4714864"/>
            <a:ext cx="180230" cy="369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/>
          <p:nvPr/>
        </p:nvCxnSpPr>
        <p:spPr>
          <a:xfrm>
            <a:off x="2520563" y="4751841"/>
            <a:ext cx="180230" cy="380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3" name="Connector 362"/>
          <p:cNvCxnSpPr/>
          <p:nvPr/>
        </p:nvCxnSpPr>
        <p:spPr>
          <a:xfrm>
            <a:off x="2700793" y="4789855"/>
            <a:ext cx="180229" cy="3752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nector 363"/>
          <p:cNvCxnSpPr/>
          <p:nvPr/>
        </p:nvCxnSpPr>
        <p:spPr>
          <a:xfrm>
            <a:off x="2881022" y="4827384"/>
            <a:ext cx="180230" cy="355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3061252" y="4862927"/>
            <a:ext cx="180229" cy="321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3241481" y="4895063"/>
            <a:ext cx="180230" cy="274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>
            <a:off x="3421711" y="4922506"/>
            <a:ext cx="180229" cy="216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>
            <a:off x="3601940" y="4944158"/>
            <a:ext cx="180230" cy="1499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9" name="Connector 368"/>
          <p:cNvCxnSpPr/>
          <p:nvPr/>
        </p:nvCxnSpPr>
        <p:spPr>
          <a:xfrm>
            <a:off x="3782170" y="4959154"/>
            <a:ext cx="180229" cy="7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3962399" y="4966893"/>
            <a:ext cx="180230" cy="17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 flipV="1">
            <a:off x="4142629" y="4959666"/>
            <a:ext cx="180230" cy="740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 flipV="1">
            <a:off x="4322859" y="4944989"/>
            <a:ext cx="180229" cy="146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 flipV="1">
            <a:off x="4503088" y="4923623"/>
            <a:ext cx="180230" cy="2136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V="1">
            <a:off x="4683318" y="4896421"/>
            <a:ext cx="180229" cy="2720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 flipV="1">
            <a:off x="4863547" y="4864472"/>
            <a:ext cx="180230" cy="3194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6" name="Connector 375"/>
          <p:cNvCxnSpPr/>
          <p:nvPr/>
        </p:nvCxnSpPr>
        <p:spPr>
          <a:xfrm flipV="1">
            <a:off x="5043777" y="4829054"/>
            <a:ext cx="180229" cy="3541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7" name="Connector 376"/>
          <p:cNvCxnSpPr/>
          <p:nvPr/>
        </p:nvCxnSpPr>
        <p:spPr>
          <a:xfrm flipV="1">
            <a:off x="5224006" y="4791583"/>
            <a:ext cx="180230" cy="374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Connector 377"/>
          <p:cNvCxnSpPr/>
          <p:nvPr/>
        </p:nvCxnSpPr>
        <p:spPr>
          <a:xfrm flipV="1">
            <a:off x="5404236" y="4753558"/>
            <a:ext cx="180230" cy="3802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 378"/>
          <p:cNvCxnSpPr/>
          <p:nvPr/>
        </p:nvCxnSpPr>
        <p:spPr>
          <a:xfrm flipV="1">
            <a:off x="5584466" y="4716501"/>
            <a:ext cx="180229" cy="3705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Connector 379"/>
          <p:cNvCxnSpPr/>
          <p:nvPr/>
        </p:nvCxnSpPr>
        <p:spPr>
          <a:xfrm flipV="1">
            <a:off x="5764695" y="4681893"/>
            <a:ext cx="180230" cy="346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Connector 380"/>
          <p:cNvCxnSpPr/>
          <p:nvPr/>
        </p:nvCxnSpPr>
        <p:spPr>
          <a:xfrm flipV="1">
            <a:off x="5944925" y="4651119"/>
            <a:ext cx="180229" cy="3077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2" name="Connector 381"/>
          <p:cNvCxnSpPr/>
          <p:nvPr/>
        </p:nvCxnSpPr>
        <p:spPr>
          <a:xfrm flipV="1">
            <a:off x="6125154" y="4625410"/>
            <a:ext cx="180230" cy="257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3" name="Connector 382"/>
          <p:cNvCxnSpPr/>
          <p:nvPr/>
        </p:nvCxnSpPr>
        <p:spPr>
          <a:xfrm flipV="1">
            <a:off x="6305384" y="4605794"/>
            <a:ext cx="180229" cy="1961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4" name="Connector 383"/>
          <p:cNvCxnSpPr/>
          <p:nvPr/>
        </p:nvCxnSpPr>
        <p:spPr>
          <a:xfrm flipV="1">
            <a:off x="6485613" y="4593055"/>
            <a:ext cx="180230" cy="12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 384"/>
          <p:cNvCxnSpPr/>
          <p:nvPr/>
        </p:nvCxnSpPr>
        <p:spPr>
          <a:xfrm flipV="1">
            <a:off x="6665843" y="4587704"/>
            <a:ext cx="180230" cy="535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>
            <a:off x="6846073" y="4587704"/>
            <a:ext cx="180229" cy="225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>
            <a:off x="7026302" y="4589954"/>
            <a:ext cx="180230" cy="976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>
            <a:off x="7206532" y="4599716"/>
            <a:ext cx="180229" cy="1688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>
            <a:off x="7386761" y="4616598"/>
            <a:ext cx="180230" cy="2332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>
            <a:off x="7566991" y="4639926"/>
            <a:ext cx="180229" cy="2884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>
            <a:off x="7747220" y="4668766"/>
            <a:ext cx="180230" cy="3320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>
            <a:off x="7927450" y="4701966"/>
            <a:ext cx="180230" cy="3623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>
            <a:off x="8107680" y="4738196"/>
            <a:ext cx="180229" cy="3781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>
            <a:off x="8287909" y="4776008"/>
            <a:ext cx="180230" cy="3788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>
            <a:off x="8468139" y="4813889"/>
            <a:ext cx="180229" cy="3643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>
            <a:off x="8648368" y="4850324"/>
            <a:ext cx="180230" cy="3353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>
            <a:off x="8828598" y="4883856"/>
            <a:ext cx="180229" cy="2928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>
            <a:off x="9008827" y="4913143"/>
            <a:ext cx="180230" cy="238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>
            <a:off x="9189057" y="4937014"/>
            <a:ext cx="180229" cy="1750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>
            <a:off x="9369286" y="4954515"/>
            <a:ext cx="180230" cy="1042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>
            <a:off x="9549516" y="4964944"/>
            <a:ext cx="180230" cy="294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 flipV="1">
            <a:off x="9729746" y="4963221"/>
            <a:ext cx="180229" cy="466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Connector 402"/>
          <p:cNvCxnSpPr/>
          <p:nvPr/>
        </p:nvCxnSpPr>
        <p:spPr>
          <a:xfrm flipV="1">
            <a:off x="9909975" y="4951137"/>
            <a:ext cx="180230" cy="120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 403"/>
          <p:cNvCxnSpPr/>
          <p:nvPr/>
        </p:nvCxnSpPr>
        <p:spPr>
          <a:xfrm flipV="1">
            <a:off x="10090205" y="4932118"/>
            <a:ext cx="180229" cy="190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5" name="Connector 404"/>
          <p:cNvCxnSpPr/>
          <p:nvPr/>
        </p:nvCxnSpPr>
        <p:spPr>
          <a:xfrm flipV="1">
            <a:off x="10270434" y="4906924"/>
            <a:ext cx="180230" cy="2519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6" name="Connector 405"/>
          <p:cNvCxnSpPr/>
          <p:nvPr/>
        </p:nvCxnSpPr>
        <p:spPr>
          <a:xfrm flipV="1">
            <a:off x="10450664" y="4876562"/>
            <a:ext cx="180229" cy="3036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Connector 406"/>
          <p:cNvCxnSpPr/>
          <p:nvPr/>
        </p:nvCxnSpPr>
        <p:spPr>
          <a:xfrm flipV="1">
            <a:off x="10630893" y="4842247"/>
            <a:ext cx="180230" cy="3431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8" name="Connector 407"/>
          <p:cNvCxnSpPr/>
          <p:nvPr/>
        </p:nvCxnSpPr>
        <p:spPr>
          <a:xfrm flipV="1">
            <a:off x="10811123" y="4805352"/>
            <a:ext cx="180230" cy="368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 flipV="1">
            <a:off x="10991353" y="4767353"/>
            <a:ext cx="180229" cy="379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 flipV="1">
            <a:off x="11171582" y="4729769"/>
            <a:ext cx="180230" cy="375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 flipV="1">
            <a:off x="11351812" y="4694104"/>
            <a:ext cx="180229" cy="356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V="1">
            <a:off x="11532041" y="4661784"/>
            <a:ext cx="180230" cy="3232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 flipV="1">
            <a:off x="11712271" y="4634103"/>
            <a:ext cx="180229" cy="2768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 flipV="1">
            <a:off x="11892500" y="4612167"/>
            <a:ext cx="180230" cy="219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 flipV="1">
            <a:off x="12072730" y="4596853"/>
            <a:ext cx="180230" cy="153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6" name="Rectangle 4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7" name="TextBox 416"/>
          <p:cNvSpPr txBox="1"/>
          <p:nvPr/>
        </p:nvSpPr>
        <p:spPr>
          <a:xfrm>
            <a:off x="1005840" y="1508760"/>
            <a:ext cx="10149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频移法（FSM / FSA）原理详解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1828800" y="2304288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960AA"/>
                </a:solidFill>
                <a:latin typeface="Microsoft YaHei"/>
                <a:ea typeface="Microsoft YaHei"/>
                <a:cs typeface="Microsoft YaHei"/>
              </a:rPr>
              <a:t>从条纹图像到投影仪坐标对应关系</a:t>
            </a:r>
          </a:p>
        </p:txBody>
      </p:sp>
      <p:sp>
        <p:nvSpPr>
          <p:cNvPr id="419" name="Rounded Rectangle 418"/>
          <p:cNvSpPr/>
          <p:nvPr/>
        </p:nvSpPr>
        <p:spPr>
          <a:xfrm>
            <a:off x="3886200" y="3794760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0" name="TextBox 419"/>
          <p:cNvSpPr txBox="1"/>
          <p:nvPr/>
        </p:nvSpPr>
        <p:spPr>
          <a:xfrm>
            <a:off x="3904487" y="397764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条纹</a:t>
            </a:r>
          </a:p>
        </p:txBody>
      </p:sp>
      <p:cxnSp>
        <p:nvCxnSpPr>
          <p:cNvPr id="421" name="Connector 420"/>
          <p:cNvCxnSpPr/>
          <p:nvPr/>
        </p:nvCxnSpPr>
        <p:spPr>
          <a:xfrm>
            <a:off x="4553712" y="405993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Rounded Rectangle 421"/>
          <p:cNvSpPr/>
          <p:nvPr/>
        </p:nvSpPr>
        <p:spPr>
          <a:xfrm>
            <a:off x="4690872" y="3794760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3" name="TextBox 422"/>
          <p:cNvSpPr txBox="1"/>
          <p:nvPr/>
        </p:nvSpPr>
        <p:spPr>
          <a:xfrm>
            <a:off x="4709159" y="397764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四步相移</a:t>
            </a:r>
          </a:p>
        </p:txBody>
      </p:sp>
      <p:cxnSp>
        <p:nvCxnSpPr>
          <p:cNvPr id="424" name="Connector 423"/>
          <p:cNvCxnSpPr/>
          <p:nvPr/>
        </p:nvCxnSpPr>
        <p:spPr>
          <a:xfrm>
            <a:off x="5358383" y="4059936"/>
            <a:ext cx="118873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Rounded Rectangle 424"/>
          <p:cNvSpPr/>
          <p:nvPr/>
        </p:nvSpPr>
        <p:spPr>
          <a:xfrm>
            <a:off x="5495544" y="3794760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6" name="TextBox 425"/>
          <p:cNvSpPr txBox="1"/>
          <p:nvPr/>
        </p:nvSpPr>
        <p:spPr>
          <a:xfrm>
            <a:off x="5513831" y="397764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D[k]</a:t>
            </a:r>
          </a:p>
        </p:txBody>
      </p:sp>
      <p:cxnSp>
        <p:nvCxnSpPr>
          <p:cNvPr id="427" name="Connector 426"/>
          <p:cNvCxnSpPr/>
          <p:nvPr/>
        </p:nvCxnSpPr>
        <p:spPr>
          <a:xfrm>
            <a:off x="6163056" y="405993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Rounded Rectangle 427"/>
          <p:cNvSpPr/>
          <p:nvPr/>
        </p:nvSpPr>
        <p:spPr>
          <a:xfrm>
            <a:off x="6300216" y="3794760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9" name="TextBox 428"/>
          <p:cNvSpPr txBox="1"/>
          <p:nvPr/>
        </p:nvSpPr>
        <p:spPr>
          <a:xfrm>
            <a:off x="6318504" y="397764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FFT</a:t>
            </a:r>
          </a:p>
        </p:txBody>
      </p:sp>
      <p:cxnSp>
        <p:nvCxnSpPr>
          <p:cNvPr id="430" name="Connector 429"/>
          <p:cNvCxnSpPr/>
          <p:nvPr/>
        </p:nvCxnSpPr>
        <p:spPr>
          <a:xfrm>
            <a:off x="6967728" y="405993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1" name="Rounded Rectangle 430"/>
          <p:cNvSpPr/>
          <p:nvPr/>
        </p:nvSpPr>
        <p:spPr>
          <a:xfrm>
            <a:off x="7104888" y="3794760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2" name="TextBox 431"/>
          <p:cNvSpPr txBox="1"/>
          <p:nvPr/>
        </p:nvSpPr>
        <p:spPr>
          <a:xfrm>
            <a:off x="7123175" y="397764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坐标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2743200" y="5715000"/>
            <a:ext cx="6675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结构光三维重建 · 解码方法专题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讲解路线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5440680" cy="4069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先建立问题，再解释四步相移、复数旋转、频率轴 FFT，最后讲 FFT 长度、frequency_step=0.5、工程实现与三维重建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86600" y="2788920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04888" y="297180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条纹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54112" y="3054096"/>
            <a:ext cx="118871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891272" y="2788920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297180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四步相移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58784" y="305409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695944" y="2788920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14232" y="297180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D[k]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63456" y="305409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500616" y="2788920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18904" y="297180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FFT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168128" y="305409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305288" y="2788920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323576" y="297180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坐标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7086600" y="3931057"/>
            <a:ext cx="51683" cy="4658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138283" y="3886338"/>
            <a:ext cx="51683" cy="447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189966" y="3845271"/>
            <a:ext cx="51684" cy="410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241650" y="3809499"/>
            <a:ext cx="51683" cy="3577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293333" y="3780452"/>
            <a:ext cx="51684" cy="2904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345017" y="3759293"/>
            <a:ext cx="51683" cy="2115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396700" y="3746867"/>
            <a:ext cx="51684" cy="1242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448384" y="3743672"/>
            <a:ext cx="51683" cy="31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500067" y="3743672"/>
            <a:ext cx="51684" cy="616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551751" y="3749836"/>
            <a:ext cx="51683" cy="1527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603434" y="3765111"/>
            <a:ext cx="51684" cy="237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55118" y="3788888"/>
            <a:ext cx="51683" cy="3132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06801" y="3820215"/>
            <a:ext cx="51684" cy="3762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758485" y="3857838"/>
            <a:ext cx="51683" cy="4241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810168" y="3900254"/>
            <a:ext cx="51684" cy="4551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861852" y="3945765"/>
            <a:ext cx="51683" cy="4678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913535" y="3992551"/>
            <a:ext cx="51684" cy="4618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965219" y="4038740"/>
            <a:ext cx="51683" cy="437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016902" y="4082486"/>
            <a:ext cx="51684" cy="3955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068586" y="4122037"/>
            <a:ext cx="51683" cy="3377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120269" y="4155813"/>
            <a:ext cx="51684" cy="2664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171953" y="4182462"/>
            <a:ext cx="51683" cy="1845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223636" y="4200918"/>
            <a:ext cx="51684" cy="952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275320" y="4210444"/>
            <a:ext cx="51683" cy="2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327003" y="4201549"/>
            <a:ext cx="51683" cy="91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378686" y="4183486"/>
            <a:ext cx="51684" cy="1806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8430370" y="4157188"/>
            <a:ext cx="51683" cy="2629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8482053" y="4123709"/>
            <a:ext cx="51684" cy="334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8533737" y="4084387"/>
            <a:ext cx="51683" cy="3932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585420" y="4040795"/>
            <a:ext cx="51684" cy="4359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637104" y="3994677"/>
            <a:ext cx="51683" cy="4611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688787" y="3947878"/>
            <a:ext cx="51684" cy="467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8740471" y="3902269"/>
            <a:ext cx="51683" cy="456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8792154" y="3859675"/>
            <a:ext cx="51684" cy="4259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8843838" y="3821799"/>
            <a:ext cx="51683" cy="3787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8895521" y="3790157"/>
            <a:ext cx="51684" cy="3164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8947205" y="3766014"/>
            <a:ext cx="51683" cy="241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8998888" y="3750336"/>
            <a:ext cx="51684" cy="1567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9050572" y="3743750"/>
            <a:ext cx="51683" cy="658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102255" y="3743750"/>
            <a:ext cx="51684" cy="276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153939" y="3746519"/>
            <a:ext cx="51683" cy="120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205622" y="3758533"/>
            <a:ext cx="51684" cy="2077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257306" y="3779311"/>
            <a:ext cx="51683" cy="2871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308989" y="3808023"/>
            <a:ext cx="51684" cy="3549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360673" y="3843519"/>
            <a:ext cx="51683" cy="4086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412356" y="3884379"/>
            <a:ext cx="51684" cy="445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464040" y="3928970"/>
            <a:ext cx="51683" cy="4653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515723" y="3975508"/>
            <a:ext cx="51683" cy="4662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567406" y="4022131"/>
            <a:ext cx="51684" cy="448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619090" y="4066974"/>
            <a:ext cx="51683" cy="412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670773" y="4108244"/>
            <a:ext cx="51684" cy="360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9722457" y="4144290"/>
            <a:ext cx="51683" cy="2938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774140" y="4173670"/>
            <a:ext cx="51684" cy="215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9825824" y="4195209"/>
            <a:ext cx="51683" cy="128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9877507" y="4208045"/>
            <a:ext cx="51684" cy="362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9929191" y="4205924"/>
            <a:ext cx="51683" cy="574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9980874" y="4191052"/>
            <a:ext cx="51684" cy="1487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032558" y="4167644"/>
            <a:ext cx="51683" cy="234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084241" y="4136635"/>
            <a:ext cx="51684" cy="310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135925" y="4099267"/>
            <a:ext cx="51683" cy="373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187608" y="4057034"/>
            <a:ext cx="51684" cy="4223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239292" y="4011625"/>
            <a:ext cx="51683" cy="454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290975" y="3964856"/>
            <a:ext cx="51684" cy="4676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342659" y="3918599"/>
            <a:ext cx="51683" cy="4625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394342" y="3874704"/>
            <a:ext cx="51684" cy="438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446026" y="3834925"/>
            <a:ext cx="51683" cy="397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497709" y="3800856"/>
            <a:ext cx="51684" cy="3406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549393" y="3773857"/>
            <a:ext cx="51683" cy="269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601076" y="3755010"/>
            <a:ext cx="51684" cy="1884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结构光为什么需要解码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5440680" cy="4069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三维重建需要知道每个相机像素看到的是投影仪哪个像素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相机图像只有反射条纹，不包含显式投影仪坐标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FSM 的目标就是恢复 camera pixel → projector pixel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7132320" y="2901926"/>
            <a:ext cx="53008" cy="6987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185328" y="2834848"/>
            <a:ext cx="53009" cy="6707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238337" y="2773247"/>
            <a:ext cx="53009" cy="6160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291346" y="2719588"/>
            <a:ext cx="53008" cy="5365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44354" y="2676018"/>
            <a:ext cx="53009" cy="435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97363" y="2644279"/>
            <a:ext cx="53009" cy="31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50372" y="2625641"/>
            <a:ext cx="53008" cy="1863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503380" y="2620848"/>
            <a:ext cx="53009" cy="479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6389" y="2620848"/>
            <a:ext cx="53009" cy="92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09398" y="2630094"/>
            <a:ext cx="53008" cy="229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62406" y="2653007"/>
            <a:ext cx="53009" cy="356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15415" y="2688672"/>
            <a:ext cx="53009" cy="4699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68424" y="2735662"/>
            <a:ext cx="53009" cy="564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21433" y="2792098"/>
            <a:ext cx="53008" cy="6362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74441" y="2855721"/>
            <a:ext cx="53009" cy="6826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927450" y="2923987"/>
            <a:ext cx="53009" cy="701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80459" y="2994166"/>
            <a:ext cx="53008" cy="692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033467" y="3063450"/>
            <a:ext cx="53009" cy="656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086476" y="3129069"/>
            <a:ext cx="53009" cy="5932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39485" y="3188396"/>
            <a:ext cx="53008" cy="5066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192493" y="3239060"/>
            <a:ext cx="53009" cy="3997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45502" y="3279033"/>
            <a:ext cx="53009" cy="2768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98511" y="3306718"/>
            <a:ext cx="53009" cy="142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51520" y="3321006"/>
            <a:ext cx="53008" cy="3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404528" y="3307664"/>
            <a:ext cx="53009" cy="1366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457537" y="3280569"/>
            <a:ext cx="53009" cy="270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510546" y="3241123"/>
            <a:ext cx="53008" cy="394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563554" y="3190904"/>
            <a:ext cx="53009" cy="502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616563" y="3131921"/>
            <a:ext cx="53009" cy="5898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69572" y="3066533"/>
            <a:ext cx="53008" cy="653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722580" y="2997356"/>
            <a:ext cx="53009" cy="691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775589" y="2927157"/>
            <a:ext cx="53009" cy="701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828598" y="2858743"/>
            <a:ext cx="53008" cy="684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881606" y="2794852"/>
            <a:ext cx="53009" cy="638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934615" y="2738038"/>
            <a:ext cx="53009" cy="568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987624" y="2690575"/>
            <a:ext cx="53009" cy="4746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040633" y="2654361"/>
            <a:ext cx="53008" cy="362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093641" y="2630844"/>
            <a:ext cx="53009" cy="2351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146650" y="2620965"/>
            <a:ext cx="53009" cy="98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99659" y="2620965"/>
            <a:ext cx="53008" cy="41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52667" y="2625119"/>
            <a:ext cx="53009" cy="1802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305676" y="2643140"/>
            <a:ext cx="53009" cy="311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358685" y="2674307"/>
            <a:ext cx="53008" cy="430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411693" y="2717374"/>
            <a:ext cx="53009" cy="5324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464702" y="2770618"/>
            <a:ext cx="53009" cy="612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517711" y="2831909"/>
            <a:ext cx="53009" cy="6688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570720" y="2898796"/>
            <a:ext cx="53008" cy="6980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623728" y="2968602"/>
            <a:ext cx="53009" cy="6993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676737" y="3038537"/>
            <a:ext cx="53009" cy="672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729746" y="3105802"/>
            <a:ext cx="53008" cy="6190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782754" y="3167707"/>
            <a:ext cx="53009" cy="540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835763" y="3221775"/>
            <a:ext cx="53009" cy="440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888772" y="3265845"/>
            <a:ext cx="53008" cy="323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941780" y="3298154"/>
            <a:ext cx="53009" cy="192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994789" y="3317408"/>
            <a:ext cx="53009" cy="543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047798" y="3314227"/>
            <a:ext cx="53008" cy="861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100806" y="3291919"/>
            <a:ext cx="53009" cy="223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153815" y="3256806"/>
            <a:ext cx="53009" cy="351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206824" y="3210293"/>
            <a:ext cx="53009" cy="465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259833" y="3154241"/>
            <a:ext cx="53008" cy="560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0312841" y="3090891"/>
            <a:ext cx="53009" cy="6335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0365850" y="3022777"/>
            <a:ext cx="53009" cy="681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0418859" y="2952625"/>
            <a:ext cx="53008" cy="701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0471867" y="2883239"/>
            <a:ext cx="53009" cy="6938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524876" y="2817396"/>
            <a:ext cx="53009" cy="658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577885" y="2757728"/>
            <a:ext cx="53008" cy="596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630893" y="2706624"/>
            <a:ext cx="53009" cy="5110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683902" y="2666126"/>
            <a:ext cx="53009" cy="4049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736911" y="2637855"/>
            <a:ext cx="53009" cy="282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7086600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104888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条纹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754112" y="4242816"/>
            <a:ext cx="118871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7891272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909560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四步相移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58784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8695944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714232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D[k]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9363456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9500616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518904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FFT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168128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10305288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323576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坐标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两个方向分别恢复坐标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5440680" cy="4069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水平条纹 hor：条纹沿水平延伸，灰度沿投影仪纵向变化，用于解码 yp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垂直条纹 ver：条纹沿垂直延伸，灰度沿投影仪横向变化，用于解码 xp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输出 disp_hor.npy、disp_ver.npy、peak_hor.npy、peak_ver.npy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7132320" y="2901926"/>
            <a:ext cx="53008" cy="6987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185328" y="2834848"/>
            <a:ext cx="53009" cy="6707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238337" y="2773247"/>
            <a:ext cx="53009" cy="6160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291346" y="2719588"/>
            <a:ext cx="53008" cy="5365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44354" y="2676018"/>
            <a:ext cx="53009" cy="435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97363" y="2644279"/>
            <a:ext cx="53009" cy="31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50372" y="2625641"/>
            <a:ext cx="53008" cy="1863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503380" y="2620848"/>
            <a:ext cx="53009" cy="479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6389" y="2620848"/>
            <a:ext cx="53009" cy="92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09398" y="2630094"/>
            <a:ext cx="53008" cy="229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62406" y="2653007"/>
            <a:ext cx="53009" cy="356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15415" y="2688672"/>
            <a:ext cx="53009" cy="4699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68424" y="2735662"/>
            <a:ext cx="53009" cy="564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21433" y="2792098"/>
            <a:ext cx="53008" cy="6362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74441" y="2855721"/>
            <a:ext cx="53009" cy="6826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927450" y="2923987"/>
            <a:ext cx="53009" cy="701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80459" y="2994166"/>
            <a:ext cx="53008" cy="692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033467" y="3063450"/>
            <a:ext cx="53009" cy="656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086476" y="3129069"/>
            <a:ext cx="53009" cy="5932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39485" y="3188396"/>
            <a:ext cx="53008" cy="5066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192493" y="3239060"/>
            <a:ext cx="53009" cy="3997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45502" y="3279033"/>
            <a:ext cx="53009" cy="2768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98511" y="3306718"/>
            <a:ext cx="53009" cy="142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51520" y="3321006"/>
            <a:ext cx="53008" cy="3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404528" y="3307664"/>
            <a:ext cx="53009" cy="1366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457537" y="3280569"/>
            <a:ext cx="53009" cy="270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510546" y="3241123"/>
            <a:ext cx="53008" cy="394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563554" y="3190904"/>
            <a:ext cx="53009" cy="502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616563" y="3131921"/>
            <a:ext cx="53009" cy="5898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69572" y="3066533"/>
            <a:ext cx="53008" cy="653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722580" y="2997356"/>
            <a:ext cx="53009" cy="691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775589" y="2927157"/>
            <a:ext cx="53009" cy="701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828598" y="2858743"/>
            <a:ext cx="53008" cy="684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881606" y="2794852"/>
            <a:ext cx="53009" cy="638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934615" y="2738038"/>
            <a:ext cx="53009" cy="568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987624" y="2690575"/>
            <a:ext cx="53009" cy="4746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040633" y="2654361"/>
            <a:ext cx="53008" cy="362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093641" y="2630844"/>
            <a:ext cx="53009" cy="2351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146650" y="2620965"/>
            <a:ext cx="53009" cy="98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99659" y="2620965"/>
            <a:ext cx="53008" cy="41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52667" y="2625119"/>
            <a:ext cx="53009" cy="1802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305676" y="2643140"/>
            <a:ext cx="53009" cy="311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358685" y="2674307"/>
            <a:ext cx="53008" cy="430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411693" y="2717374"/>
            <a:ext cx="53009" cy="5324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464702" y="2770618"/>
            <a:ext cx="53009" cy="612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517711" y="2831909"/>
            <a:ext cx="53009" cy="6688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570720" y="2898796"/>
            <a:ext cx="53008" cy="6980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623728" y="2968602"/>
            <a:ext cx="53009" cy="6993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676737" y="3038537"/>
            <a:ext cx="53009" cy="672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729746" y="3105802"/>
            <a:ext cx="53008" cy="6190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782754" y="3167707"/>
            <a:ext cx="53009" cy="540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835763" y="3221775"/>
            <a:ext cx="53009" cy="440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888772" y="3265845"/>
            <a:ext cx="53008" cy="323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941780" y="3298154"/>
            <a:ext cx="53009" cy="192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994789" y="3317408"/>
            <a:ext cx="53009" cy="543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047798" y="3314227"/>
            <a:ext cx="53008" cy="861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100806" y="3291919"/>
            <a:ext cx="53009" cy="223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153815" y="3256806"/>
            <a:ext cx="53009" cy="351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206824" y="3210293"/>
            <a:ext cx="53009" cy="465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259833" y="3154241"/>
            <a:ext cx="53008" cy="560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0312841" y="3090891"/>
            <a:ext cx="53009" cy="6335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0365850" y="3022777"/>
            <a:ext cx="53009" cy="681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0418859" y="2952625"/>
            <a:ext cx="53008" cy="701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0471867" y="2883239"/>
            <a:ext cx="53009" cy="6938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524876" y="2817396"/>
            <a:ext cx="53009" cy="658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577885" y="2757728"/>
            <a:ext cx="53008" cy="596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630893" y="2706624"/>
            <a:ext cx="53009" cy="5110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683902" y="2666126"/>
            <a:ext cx="53009" cy="4049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736911" y="2637855"/>
            <a:ext cx="53009" cy="282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7086600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104888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条纹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754112" y="4242816"/>
            <a:ext cx="118871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7891272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909560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四步相移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58784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8695944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714232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D[k]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9363456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9500616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518904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FFT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168128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10305288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323576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坐标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单张条纹图为什么不够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5440680" cy="4069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正弦条纹有周期性，同一灰度可能出现在多个投影仪位置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亮度还受环境光、物体颜色、反射率、曝光、噪声影响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7132320" y="2901926"/>
            <a:ext cx="53008" cy="6987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185328" y="2834848"/>
            <a:ext cx="53009" cy="6707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238337" y="2773247"/>
            <a:ext cx="53009" cy="6160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291346" y="2719588"/>
            <a:ext cx="53008" cy="5365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44354" y="2676018"/>
            <a:ext cx="53009" cy="435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97363" y="2644279"/>
            <a:ext cx="53009" cy="31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50372" y="2625641"/>
            <a:ext cx="53008" cy="1863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503380" y="2620848"/>
            <a:ext cx="53009" cy="479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6389" y="2620848"/>
            <a:ext cx="53009" cy="92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09398" y="2630094"/>
            <a:ext cx="53008" cy="229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62406" y="2653007"/>
            <a:ext cx="53009" cy="356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15415" y="2688672"/>
            <a:ext cx="53009" cy="4699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68424" y="2735662"/>
            <a:ext cx="53009" cy="564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21433" y="2792098"/>
            <a:ext cx="53008" cy="6362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74441" y="2855721"/>
            <a:ext cx="53009" cy="6826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927450" y="2923987"/>
            <a:ext cx="53009" cy="701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80459" y="2994166"/>
            <a:ext cx="53008" cy="692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033467" y="3063450"/>
            <a:ext cx="53009" cy="656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086476" y="3129069"/>
            <a:ext cx="53009" cy="5932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39485" y="3188396"/>
            <a:ext cx="53008" cy="5066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192493" y="3239060"/>
            <a:ext cx="53009" cy="3997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45502" y="3279033"/>
            <a:ext cx="53009" cy="2768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98511" y="3306718"/>
            <a:ext cx="53009" cy="142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51520" y="3321006"/>
            <a:ext cx="53008" cy="3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404528" y="3307664"/>
            <a:ext cx="53009" cy="1366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457537" y="3280569"/>
            <a:ext cx="53009" cy="270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510546" y="3241123"/>
            <a:ext cx="53008" cy="394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563554" y="3190904"/>
            <a:ext cx="53009" cy="502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616563" y="3131921"/>
            <a:ext cx="53009" cy="5898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69572" y="3066533"/>
            <a:ext cx="53008" cy="653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722580" y="2997356"/>
            <a:ext cx="53009" cy="691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775589" y="2927157"/>
            <a:ext cx="53009" cy="701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828598" y="2858743"/>
            <a:ext cx="53008" cy="684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881606" y="2794852"/>
            <a:ext cx="53009" cy="638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934615" y="2738038"/>
            <a:ext cx="53009" cy="568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987624" y="2690575"/>
            <a:ext cx="53009" cy="4746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040633" y="2654361"/>
            <a:ext cx="53008" cy="362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093641" y="2630844"/>
            <a:ext cx="53009" cy="2351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146650" y="2620965"/>
            <a:ext cx="53009" cy="98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99659" y="2620965"/>
            <a:ext cx="53008" cy="41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52667" y="2625119"/>
            <a:ext cx="53009" cy="1802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305676" y="2643140"/>
            <a:ext cx="53009" cy="311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358685" y="2674307"/>
            <a:ext cx="53008" cy="430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411693" y="2717374"/>
            <a:ext cx="53009" cy="5324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464702" y="2770618"/>
            <a:ext cx="53009" cy="612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517711" y="2831909"/>
            <a:ext cx="53009" cy="6688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570720" y="2898796"/>
            <a:ext cx="53008" cy="6980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623728" y="2968602"/>
            <a:ext cx="53009" cy="6993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676737" y="3038537"/>
            <a:ext cx="53009" cy="672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729746" y="3105802"/>
            <a:ext cx="53008" cy="6190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782754" y="3167707"/>
            <a:ext cx="53009" cy="540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835763" y="3221775"/>
            <a:ext cx="53009" cy="440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888772" y="3265845"/>
            <a:ext cx="53008" cy="323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941780" y="3298154"/>
            <a:ext cx="53009" cy="192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994789" y="3317408"/>
            <a:ext cx="53009" cy="543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047798" y="3314227"/>
            <a:ext cx="53008" cy="861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100806" y="3291919"/>
            <a:ext cx="53009" cy="223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153815" y="3256806"/>
            <a:ext cx="53009" cy="351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206824" y="3210293"/>
            <a:ext cx="53009" cy="465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259833" y="3154241"/>
            <a:ext cx="53008" cy="560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0312841" y="3090891"/>
            <a:ext cx="53009" cy="6335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0365850" y="3022777"/>
            <a:ext cx="53009" cy="681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0418859" y="2952625"/>
            <a:ext cx="53008" cy="701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0471867" y="2883239"/>
            <a:ext cx="53009" cy="6938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524876" y="2817396"/>
            <a:ext cx="53009" cy="658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577885" y="2757728"/>
            <a:ext cx="53008" cy="596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630893" y="2706624"/>
            <a:ext cx="53009" cy="5110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683902" y="2666126"/>
            <a:ext cx="53009" cy="4049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736911" y="2637855"/>
            <a:ext cx="53009" cy="282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7086600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104888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条纹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754112" y="4242816"/>
            <a:ext cx="118871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7891272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909560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四步相移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58784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8695944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714232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D[k]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9363456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9500616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518904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FFT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168128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10305288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323576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坐标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FSM 的两层序列方案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5440680" cy="4069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第一层：每个频率投影 4 张相移图像，用差分抵消直流亮度并构造复信号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第二层：投影多个频率，让同一像素形成沿频率轴排列的复数序列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7132320" y="2901926"/>
            <a:ext cx="53008" cy="6987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185328" y="2834848"/>
            <a:ext cx="53009" cy="6707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238337" y="2773247"/>
            <a:ext cx="53009" cy="6160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291346" y="2719588"/>
            <a:ext cx="53008" cy="5365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44354" y="2676018"/>
            <a:ext cx="53009" cy="435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97363" y="2644279"/>
            <a:ext cx="53009" cy="31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50372" y="2625641"/>
            <a:ext cx="53008" cy="1863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503380" y="2620848"/>
            <a:ext cx="53009" cy="479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6389" y="2620848"/>
            <a:ext cx="53009" cy="92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09398" y="2630094"/>
            <a:ext cx="53008" cy="229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62406" y="2653007"/>
            <a:ext cx="53009" cy="356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15415" y="2688672"/>
            <a:ext cx="53009" cy="4699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68424" y="2735662"/>
            <a:ext cx="53009" cy="564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21433" y="2792098"/>
            <a:ext cx="53008" cy="6362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74441" y="2855721"/>
            <a:ext cx="53009" cy="6826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927450" y="2923987"/>
            <a:ext cx="53009" cy="701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80459" y="2994166"/>
            <a:ext cx="53008" cy="692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033467" y="3063450"/>
            <a:ext cx="53009" cy="656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086476" y="3129069"/>
            <a:ext cx="53009" cy="5932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39485" y="3188396"/>
            <a:ext cx="53008" cy="5066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192493" y="3239060"/>
            <a:ext cx="53009" cy="3997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45502" y="3279033"/>
            <a:ext cx="53009" cy="2768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98511" y="3306718"/>
            <a:ext cx="53009" cy="142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51520" y="3321006"/>
            <a:ext cx="53008" cy="3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404528" y="3307664"/>
            <a:ext cx="53009" cy="1366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457537" y="3280569"/>
            <a:ext cx="53009" cy="270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510546" y="3241123"/>
            <a:ext cx="53008" cy="394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563554" y="3190904"/>
            <a:ext cx="53009" cy="502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616563" y="3131921"/>
            <a:ext cx="53009" cy="5898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69572" y="3066533"/>
            <a:ext cx="53008" cy="653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722580" y="2997356"/>
            <a:ext cx="53009" cy="691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775589" y="2927157"/>
            <a:ext cx="53009" cy="701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828598" y="2858743"/>
            <a:ext cx="53008" cy="684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881606" y="2794852"/>
            <a:ext cx="53009" cy="638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934615" y="2738038"/>
            <a:ext cx="53009" cy="568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987624" y="2690575"/>
            <a:ext cx="53009" cy="4746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040633" y="2654361"/>
            <a:ext cx="53008" cy="362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093641" y="2630844"/>
            <a:ext cx="53009" cy="2351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146650" y="2620965"/>
            <a:ext cx="53009" cy="98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99659" y="2620965"/>
            <a:ext cx="53008" cy="41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52667" y="2625119"/>
            <a:ext cx="53009" cy="1802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305676" y="2643140"/>
            <a:ext cx="53009" cy="311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358685" y="2674307"/>
            <a:ext cx="53008" cy="430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411693" y="2717374"/>
            <a:ext cx="53009" cy="5324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464702" y="2770618"/>
            <a:ext cx="53009" cy="612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517711" y="2831909"/>
            <a:ext cx="53009" cy="6688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570720" y="2898796"/>
            <a:ext cx="53008" cy="6980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623728" y="2968602"/>
            <a:ext cx="53009" cy="6993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676737" y="3038537"/>
            <a:ext cx="53009" cy="672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729746" y="3105802"/>
            <a:ext cx="53008" cy="6190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782754" y="3167707"/>
            <a:ext cx="53009" cy="540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835763" y="3221775"/>
            <a:ext cx="53009" cy="440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888772" y="3265845"/>
            <a:ext cx="53008" cy="323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941780" y="3298154"/>
            <a:ext cx="53009" cy="192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994789" y="3317408"/>
            <a:ext cx="53009" cy="543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047798" y="3314227"/>
            <a:ext cx="53008" cy="861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100806" y="3291919"/>
            <a:ext cx="53009" cy="223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153815" y="3256806"/>
            <a:ext cx="53009" cy="351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206824" y="3210293"/>
            <a:ext cx="53009" cy="465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259833" y="3154241"/>
            <a:ext cx="53008" cy="560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0312841" y="3090891"/>
            <a:ext cx="53009" cy="6335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0365850" y="3022777"/>
            <a:ext cx="53009" cy="681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0418859" y="2952625"/>
            <a:ext cx="53008" cy="701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0471867" y="2883239"/>
            <a:ext cx="53009" cy="6938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524876" y="2817396"/>
            <a:ext cx="53009" cy="658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577885" y="2757728"/>
            <a:ext cx="53008" cy="596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630893" y="2706624"/>
            <a:ext cx="53009" cy="5110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683902" y="2666126"/>
            <a:ext cx="53009" cy="4049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736911" y="2637855"/>
            <a:ext cx="53009" cy="282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7086600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104888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条纹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754112" y="4242816"/>
            <a:ext cx="118871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7891272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909560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四步相移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58784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8695944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714232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D[k]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9363456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9500616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518904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FFT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168128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10305288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323576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坐标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四步相移的图像组织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5440680" cy="4069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每个频率包含 0°、90°、180°、270° 四张图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0,1,2,3 对应频率 0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4,5,6,7 对应频率 1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依此类推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7132320" y="2901926"/>
            <a:ext cx="53008" cy="6987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185328" y="2834848"/>
            <a:ext cx="53009" cy="6707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238337" y="2773247"/>
            <a:ext cx="53009" cy="6160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291346" y="2719588"/>
            <a:ext cx="53008" cy="5365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44354" y="2676018"/>
            <a:ext cx="53009" cy="435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97363" y="2644279"/>
            <a:ext cx="53009" cy="31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50372" y="2625641"/>
            <a:ext cx="53008" cy="1863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503380" y="2620848"/>
            <a:ext cx="53009" cy="479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6389" y="2620848"/>
            <a:ext cx="53009" cy="92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09398" y="2630094"/>
            <a:ext cx="53008" cy="229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62406" y="2653007"/>
            <a:ext cx="53009" cy="356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15415" y="2688672"/>
            <a:ext cx="53009" cy="4699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68424" y="2735662"/>
            <a:ext cx="53009" cy="564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21433" y="2792098"/>
            <a:ext cx="53008" cy="6362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74441" y="2855721"/>
            <a:ext cx="53009" cy="6826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927450" y="2923987"/>
            <a:ext cx="53009" cy="701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80459" y="2994166"/>
            <a:ext cx="53008" cy="692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033467" y="3063450"/>
            <a:ext cx="53009" cy="656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086476" y="3129069"/>
            <a:ext cx="53009" cy="5932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39485" y="3188396"/>
            <a:ext cx="53008" cy="5066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192493" y="3239060"/>
            <a:ext cx="53009" cy="3997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45502" y="3279033"/>
            <a:ext cx="53009" cy="2768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98511" y="3306718"/>
            <a:ext cx="53009" cy="142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51520" y="3321006"/>
            <a:ext cx="53008" cy="3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404528" y="3307664"/>
            <a:ext cx="53009" cy="1366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457537" y="3280569"/>
            <a:ext cx="53009" cy="270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510546" y="3241123"/>
            <a:ext cx="53008" cy="394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563554" y="3190904"/>
            <a:ext cx="53009" cy="502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616563" y="3131921"/>
            <a:ext cx="53009" cy="5898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69572" y="3066533"/>
            <a:ext cx="53008" cy="653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722580" y="2997356"/>
            <a:ext cx="53009" cy="691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775589" y="2927157"/>
            <a:ext cx="53009" cy="701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828598" y="2858743"/>
            <a:ext cx="53008" cy="684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881606" y="2794852"/>
            <a:ext cx="53009" cy="638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934615" y="2738038"/>
            <a:ext cx="53009" cy="568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987624" y="2690575"/>
            <a:ext cx="53009" cy="4746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040633" y="2654361"/>
            <a:ext cx="53008" cy="362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093641" y="2630844"/>
            <a:ext cx="53009" cy="2351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146650" y="2620965"/>
            <a:ext cx="53009" cy="98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99659" y="2620965"/>
            <a:ext cx="53008" cy="41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52667" y="2625119"/>
            <a:ext cx="53009" cy="1802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305676" y="2643140"/>
            <a:ext cx="53009" cy="311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358685" y="2674307"/>
            <a:ext cx="53008" cy="430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411693" y="2717374"/>
            <a:ext cx="53009" cy="5324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464702" y="2770618"/>
            <a:ext cx="53009" cy="612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517711" y="2831909"/>
            <a:ext cx="53009" cy="6688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570720" y="2898796"/>
            <a:ext cx="53008" cy="6980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623728" y="2968602"/>
            <a:ext cx="53009" cy="6993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676737" y="3038537"/>
            <a:ext cx="53009" cy="672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729746" y="3105802"/>
            <a:ext cx="53008" cy="6190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782754" y="3167707"/>
            <a:ext cx="53009" cy="540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835763" y="3221775"/>
            <a:ext cx="53009" cy="440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888772" y="3265845"/>
            <a:ext cx="53008" cy="323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941780" y="3298154"/>
            <a:ext cx="53009" cy="192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994789" y="3317408"/>
            <a:ext cx="53009" cy="543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047798" y="3314227"/>
            <a:ext cx="53008" cy="861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100806" y="3291919"/>
            <a:ext cx="53009" cy="223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153815" y="3256806"/>
            <a:ext cx="53009" cy="351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206824" y="3210293"/>
            <a:ext cx="53009" cy="465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259833" y="3154241"/>
            <a:ext cx="53008" cy="560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0312841" y="3090891"/>
            <a:ext cx="53009" cy="6335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0365850" y="3022777"/>
            <a:ext cx="53009" cy="681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0418859" y="2952625"/>
            <a:ext cx="53008" cy="701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0471867" y="2883239"/>
            <a:ext cx="53009" cy="6938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524876" y="2817396"/>
            <a:ext cx="53009" cy="658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577885" y="2757728"/>
            <a:ext cx="53008" cy="596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630893" y="2706624"/>
            <a:ext cx="53009" cy="5110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683902" y="2666126"/>
            <a:ext cx="53009" cy="4049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736911" y="2637855"/>
            <a:ext cx="53009" cy="282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7086600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104888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条纹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754112" y="4242816"/>
            <a:ext cx="118871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7891272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909560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四步相移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58784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8695944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714232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D[k]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9363456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9500616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518904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FFT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168128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10305288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323576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坐标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从灰度到复数 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1508760"/>
            <a:ext cx="5440680" cy="566928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682496"/>
            <a:ext cx="5257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Dc = I0 − I2,  Ds = I3 − I1,  D = Dc + jDs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86000"/>
            <a:ext cx="5440680" cy="333756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对同一像素、同一频率取得 I0,I1,I2,I3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构造 Dc=I0-I2，Ds=I3-I1，D=Dc+jDs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828800"/>
            <a:ext cx="42062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7315200" y="3429000"/>
            <a:ext cx="3383280" cy="0"/>
          </a:xfrm>
          <a:prstGeom prst="line">
            <a:avLst/>
          </a:prstGeom>
          <a:ln w="1524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006840" y="2240280"/>
            <a:ext cx="0" cy="2377440"/>
          </a:xfrm>
          <a:prstGeom prst="line">
            <a:avLst/>
          </a:prstGeom>
          <a:ln w="1524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006840" y="2560320"/>
            <a:ext cx="1234440" cy="868680"/>
          </a:xfrm>
          <a:prstGeom prst="line">
            <a:avLst/>
          </a:prstGeom>
          <a:ln w="38100">
            <a:solidFill>
              <a:srgbClr val="E87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818120" y="233172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87B44"/>
                </a:solidFill>
                <a:latin typeface="Microsoft YaHei"/>
                <a:ea typeface="Microsoft YaHei"/>
                <a:cs typeface="Microsoft YaHei"/>
              </a:rPr>
              <a:t>D = Dc + jDs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599" y="3502152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7" y="2057400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Im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为什么差分能得到相位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1508760"/>
            <a:ext cx="5440680" cy="566928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682496"/>
            <a:ext cx="5257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D = 2R(cosθ + j sinθ) = 2R exp(jθ)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86000"/>
            <a:ext cx="5440680" cy="333756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若 I0=B+Rcosθ，I1=B−Rsinθ，I2=B−Rcosθ，I3=B+Rsinθ，则 Dc=2Rcosθ，Ds=2Rsinθ，D=2R exp(jθ)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B 被抵消，主要信息变成相位 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828800"/>
            <a:ext cx="42062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7315200" y="3429000"/>
            <a:ext cx="3383280" cy="0"/>
          </a:xfrm>
          <a:prstGeom prst="line">
            <a:avLst/>
          </a:prstGeom>
          <a:ln w="1524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006840" y="2240280"/>
            <a:ext cx="0" cy="2377440"/>
          </a:xfrm>
          <a:prstGeom prst="line">
            <a:avLst/>
          </a:prstGeom>
          <a:ln w="1524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006840" y="2560320"/>
            <a:ext cx="1234440" cy="868680"/>
          </a:xfrm>
          <a:prstGeom prst="line">
            <a:avLst/>
          </a:prstGeom>
          <a:ln w="38100">
            <a:solidFill>
              <a:srgbClr val="E87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818120" y="233172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87B44"/>
                </a:solidFill>
                <a:latin typeface="Microsoft YaHei"/>
                <a:ea typeface="Microsoft YaHei"/>
                <a:cs typeface="Microsoft YaHei"/>
              </a:rPr>
              <a:t>D = Dc + jDs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599" y="3502152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7" y="2057400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Im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复数的相位与旋转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5440680" cy="4069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复数可以看作复平面上的箭头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θ 改变时箭头方向改变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这里的“旋转”是复数相位在频率编号 k 增加时的变化，不是物体或图像在旋转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828800"/>
            <a:ext cx="42062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7315200" y="3429000"/>
            <a:ext cx="3383280" cy="0"/>
          </a:xfrm>
          <a:prstGeom prst="line">
            <a:avLst/>
          </a:prstGeom>
          <a:ln w="1524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006840" y="2240280"/>
            <a:ext cx="0" cy="2377440"/>
          </a:xfrm>
          <a:prstGeom prst="line">
            <a:avLst/>
          </a:prstGeom>
          <a:ln w="1524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006840" y="2560320"/>
            <a:ext cx="1234440" cy="868680"/>
          </a:xfrm>
          <a:prstGeom prst="line">
            <a:avLst/>
          </a:prstGeom>
          <a:ln w="38100">
            <a:solidFill>
              <a:srgbClr val="E87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818120" y="233172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87B44"/>
                </a:solidFill>
                <a:latin typeface="Microsoft YaHei"/>
                <a:ea typeface="Microsoft YaHei"/>
                <a:cs typeface="Microsoft YaHei"/>
              </a:rPr>
              <a:t>D = Dc + jDs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599" y="3502152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7" y="2057400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Im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投影强度模型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5440680" cy="4069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理想投影：I_proj(u,k,φ)=A sin(2π f_k u+φ)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相机观测：I_cam=B(xc,yc)+R(xc,yc)A sin(2π f_k u_p+φ)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四步相移削弱 B，并保留与 2π f_k u_p 有关的复相位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7132320" y="2901926"/>
            <a:ext cx="53008" cy="6987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185328" y="2834848"/>
            <a:ext cx="53009" cy="6707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238337" y="2773247"/>
            <a:ext cx="53009" cy="6160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291346" y="2719588"/>
            <a:ext cx="53008" cy="5365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44354" y="2676018"/>
            <a:ext cx="53009" cy="435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97363" y="2644279"/>
            <a:ext cx="53009" cy="31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50372" y="2625641"/>
            <a:ext cx="53008" cy="1863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503380" y="2620848"/>
            <a:ext cx="53009" cy="479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6389" y="2620848"/>
            <a:ext cx="53009" cy="92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09398" y="2630094"/>
            <a:ext cx="53008" cy="229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62406" y="2653007"/>
            <a:ext cx="53009" cy="356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15415" y="2688672"/>
            <a:ext cx="53009" cy="4699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68424" y="2735662"/>
            <a:ext cx="53009" cy="564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21433" y="2792098"/>
            <a:ext cx="53008" cy="6362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74441" y="2855721"/>
            <a:ext cx="53009" cy="6826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927450" y="2923987"/>
            <a:ext cx="53009" cy="701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80459" y="2994166"/>
            <a:ext cx="53008" cy="692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033467" y="3063450"/>
            <a:ext cx="53009" cy="656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086476" y="3129069"/>
            <a:ext cx="53009" cy="5932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39485" y="3188396"/>
            <a:ext cx="53008" cy="5066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192493" y="3239060"/>
            <a:ext cx="53009" cy="3997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45502" y="3279033"/>
            <a:ext cx="53009" cy="2768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98511" y="3306718"/>
            <a:ext cx="53009" cy="142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51520" y="3321006"/>
            <a:ext cx="53008" cy="3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404528" y="3307664"/>
            <a:ext cx="53009" cy="1366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457537" y="3280569"/>
            <a:ext cx="53009" cy="270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510546" y="3241123"/>
            <a:ext cx="53008" cy="394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563554" y="3190904"/>
            <a:ext cx="53009" cy="502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616563" y="3131921"/>
            <a:ext cx="53009" cy="5898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69572" y="3066533"/>
            <a:ext cx="53008" cy="653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722580" y="2997356"/>
            <a:ext cx="53009" cy="691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775589" y="2927157"/>
            <a:ext cx="53009" cy="701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828598" y="2858743"/>
            <a:ext cx="53008" cy="684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881606" y="2794852"/>
            <a:ext cx="53009" cy="638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934615" y="2738038"/>
            <a:ext cx="53009" cy="568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987624" y="2690575"/>
            <a:ext cx="53009" cy="4746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040633" y="2654361"/>
            <a:ext cx="53008" cy="362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093641" y="2630844"/>
            <a:ext cx="53009" cy="2351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146650" y="2620965"/>
            <a:ext cx="53009" cy="98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99659" y="2620965"/>
            <a:ext cx="53008" cy="41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52667" y="2625119"/>
            <a:ext cx="53009" cy="1802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305676" y="2643140"/>
            <a:ext cx="53009" cy="311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358685" y="2674307"/>
            <a:ext cx="53008" cy="430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411693" y="2717374"/>
            <a:ext cx="53009" cy="5324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464702" y="2770618"/>
            <a:ext cx="53009" cy="612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517711" y="2831909"/>
            <a:ext cx="53009" cy="6688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570720" y="2898796"/>
            <a:ext cx="53008" cy="6980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623728" y="2968602"/>
            <a:ext cx="53009" cy="6993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676737" y="3038537"/>
            <a:ext cx="53009" cy="672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729746" y="3105802"/>
            <a:ext cx="53008" cy="6190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782754" y="3167707"/>
            <a:ext cx="53009" cy="540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835763" y="3221775"/>
            <a:ext cx="53009" cy="440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888772" y="3265845"/>
            <a:ext cx="53008" cy="323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941780" y="3298154"/>
            <a:ext cx="53009" cy="192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994789" y="3317408"/>
            <a:ext cx="53009" cy="543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047798" y="3314227"/>
            <a:ext cx="53008" cy="861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100806" y="3291919"/>
            <a:ext cx="53009" cy="223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153815" y="3256806"/>
            <a:ext cx="53009" cy="351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206824" y="3210293"/>
            <a:ext cx="53009" cy="465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259833" y="3154241"/>
            <a:ext cx="53008" cy="560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0312841" y="3090891"/>
            <a:ext cx="53009" cy="6335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0365850" y="3022777"/>
            <a:ext cx="53009" cy="681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0418859" y="2952625"/>
            <a:ext cx="53008" cy="701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0471867" y="2883239"/>
            <a:ext cx="53009" cy="6938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524876" y="2817396"/>
            <a:ext cx="53009" cy="658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577885" y="2757728"/>
            <a:ext cx="53008" cy="596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630893" y="2706624"/>
            <a:ext cx="53009" cy="5110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683902" y="2666126"/>
            <a:ext cx="53009" cy="4049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736911" y="2637855"/>
            <a:ext cx="53009" cy="282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7086600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104888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条纹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754112" y="4242816"/>
            <a:ext cx="118871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7891272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909560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四步相移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58784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8695944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714232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D[k]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9363456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9500616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518904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FFT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168128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10305288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323576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坐标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频率轴信号是什么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5440680" cy="4069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对固定相机像素 (x,y)，每个频率都得到一个复数 D[k]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把 D[0]...D[M-1] 排成一维复数序列，即该像素沿频率轴的响应 signal = D[:,y,x]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7132320" y="2901926"/>
            <a:ext cx="53008" cy="6987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185328" y="2834848"/>
            <a:ext cx="53009" cy="6707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238337" y="2773247"/>
            <a:ext cx="53009" cy="6160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291346" y="2719588"/>
            <a:ext cx="53008" cy="5365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44354" y="2676018"/>
            <a:ext cx="53009" cy="435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97363" y="2644279"/>
            <a:ext cx="53009" cy="31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50372" y="2625641"/>
            <a:ext cx="53008" cy="1863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503380" y="2620848"/>
            <a:ext cx="53009" cy="479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6389" y="2620848"/>
            <a:ext cx="53009" cy="92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09398" y="2630094"/>
            <a:ext cx="53008" cy="229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62406" y="2653007"/>
            <a:ext cx="53009" cy="356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15415" y="2688672"/>
            <a:ext cx="53009" cy="4699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68424" y="2735662"/>
            <a:ext cx="53009" cy="564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21433" y="2792098"/>
            <a:ext cx="53008" cy="6362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74441" y="2855721"/>
            <a:ext cx="53009" cy="6826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927450" y="2923987"/>
            <a:ext cx="53009" cy="701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80459" y="2994166"/>
            <a:ext cx="53008" cy="692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033467" y="3063450"/>
            <a:ext cx="53009" cy="656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086476" y="3129069"/>
            <a:ext cx="53009" cy="5932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39485" y="3188396"/>
            <a:ext cx="53008" cy="5066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192493" y="3239060"/>
            <a:ext cx="53009" cy="3997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45502" y="3279033"/>
            <a:ext cx="53009" cy="2768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98511" y="3306718"/>
            <a:ext cx="53009" cy="142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51520" y="3321006"/>
            <a:ext cx="53008" cy="3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404528" y="3307664"/>
            <a:ext cx="53009" cy="1366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457537" y="3280569"/>
            <a:ext cx="53009" cy="270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510546" y="3241123"/>
            <a:ext cx="53008" cy="394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563554" y="3190904"/>
            <a:ext cx="53009" cy="502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616563" y="3131921"/>
            <a:ext cx="53009" cy="5898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69572" y="3066533"/>
            <a:ext cx="53008" cy="653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722580" y="2997356"/>
            <a:ext cx="53009" cy="691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775589" y="2927157"/>
            <a:ext cx="53009" cy="701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828598" y="2858743"/>
            <a:ext cx="53008" cy="684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881606" y="2794852"/>
            <a:ext cx="53009" cy="638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934615" y="2738038"/>
            <a:ext cx="53009" cy="568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987624" y="2690575"/>
            <a:ext cx="53009" cy="4746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040633" y="2654361"/>
            <a:ext cx="53008" cy="362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093641" y="2630844"/>
            <a:ext cx="53009" cy="2351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146650" y="2620965"/>
            <a:ext cx="53009" cy="98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99659" y="2620965"/>
            <a:ext cx="53008" cy="41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52667" y="2625119"/>
            <a:ext cx="53009" cy="1802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305676" y="2643140"/>
            <a:ext cx="53009" cy="311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358685" y="2674307"/>
            <a:ext cx="53008" cy="430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411693" y="2717374"/>
            <a:ext cx="53009" cy="5324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464702" y="2770618"/>
            <a:ext cx="53009" cy="612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517711" y="2831909"/>
            <a:ext cx="53009" cy="6688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570720" y="2898796"/>
            <a:ext cx="53008" cy="6980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623728" y="2968602"/>
            <a:ext cx="53009" cy="6993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676737" y="3038537"/>
            <a:ext cx="53009" cy="672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729746" y="3105802"/>
            <a:ext cx="53008" cy="6190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782754" y="3167707"/>
            <a:ext cx="53009" cy="540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835763" y="3221775"/>
            <a:ext cx="53009" cy="440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888772" y="3265845"/>
            <a:ext cx="53008" cy="323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941780" y="3298154"/>
            <a:ext cx="53009" cy="192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994789" y="3317408"/>
            <a:ext cx="53009" cy="543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047798" y="3314227"/>
            <a:ext cx="53008" cy="861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100806" y="3291919"/>
            <a:ext cx="53009" cy="223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153815" y="3256806"/>
            <a:ext cx="53009" cy="351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206824" y="3210293"/>
            <a:ext cx="53009" cy="465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259833" y="3154241"/>
            <a:ext cx="53008" cy="560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0312841" y="3090891"/>
            <a:ext cx="53009" cy="6335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0365850" y="3022777"/>
            <a:ext cx="53009" cy="681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0418859" y="2952625"/>
            <a:ext cx="53008" cy="701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0471867" y="2883239"/>
            <a:ext cx="53009" cy="6938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524876" y="2817396"/>
            <a:ext cx="53009" cy="658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577885" y="2757728"/>
            <a:ext cx="53008" cy="596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630893" y="2706624"/>
            <a:ext cx="53009" cy="5110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683902" y="2666126"/>
            <a:ext cx="53009" cy="4049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736911" y="2637855"/>
            <a:ext cx="53009" cy="282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7086600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104888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条纹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754112" y="4242816"/>
            <a:ext cx="118871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7891272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909560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四步相移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58784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8695944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714232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D[k]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9363456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9500616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518904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FFT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168128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10305288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323576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坐标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投影仪坐标 = 相位旋转速度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1508760"/>
            <a:ext cx="5440680" cy="566928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682496"/>
            <a:ext cx="5257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D[k] ≈ A exp(j2πku/N),  Δθ = 2πu/N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86000"/>
            <a:ext cx="5440680" cy="333756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理想情况下 D[k]≈A exp(j2π k u_p/N)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k 每增加 1，相位增加 Δθ=2πu_p/N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u_p 越大，复数箭头在频率轴上转得越快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828800"/>
            <a:ext cx="42062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7315200" y="3429000"/>
            <a:ext cx="3383280" cy="0"/>
          </a:xfrm>
          <a:prstGeom prst="line">
            <a:avLst/>
          </a:prstGeom>
          <a:ln w="1524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006840" y="2240280"/>
            <a:ext cx="0" cy="2377440"/>
          </a:xfrm>
          <a:prstGeom prst="line">
            <a:avLst/>
          </a:prstGeom>
          <a:ln w="1524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006840" y="2560320"/>
            <a:ext cx="1234440" cy="868680"/>
          </a:xfrm>
          <a:prstGeom prst="line">
            <a:avLst/>
          </a:prstGeom>
          <a:ln w="38100">
            <a:solidFill>
              <a:srgbClr val="E87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0" y="1869949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E87B44"/>
                </a:solidFill>
                <a:latin typeface="Microsoft YaHei"/>
                <a:ea typeface="Microsoft YaHei"/>
                <a:cs typeface="Microsoft YaHei"/>
              </a:rPr>
              <a:t>D = Dc + </a:t>
            </a:r>
            <a:r>
              <a:rPr sz="1600" b="1" dirty="0" err="1">
                <a:solidFill>
                  <a:srgbClr val="E87B44"/>
                </a:solidFill>
                <a:latin typeface="Microsoft YaHei"/>
                <a:ea typeface="Microsoft YaHei"/>
                <a:cs typeface="Microsoft YaHei"/>
              </a:rPr>
              <a:t>jDs</a:t>
            </a:r>
            <a:endParaRPr sz="1600" b="1" dirty="0">
              <a:solidFill>
                <a:srgbClr val="E87B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15599" y="3502152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7" y="2057400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Im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为什么 FFT 能找坐标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5440680" cy="4069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FFT 的每个 bin q 都是在测试一种候选旋转速度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若 q 与真实坐标 u_p 匹配，反向旋转会把所有 D[k] 转回同一方向，相加幅值最大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7269480" y="4617720"/>
            <a:ext cx="3611880" cy="0"/>
          </a:xfrm>
          <a:prstGeom prst="line">
            <a:avLst/>
          </a:prstGeom>
          <a:ln w="1397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269480" y="2194560"/>
            <a:ext cx="0" cy="2423160"/>
          </a:xfrm>
          <a:prstGeom prst="line">
            <a:avLst/>
          </a:prstGeom>
          <a:ln w="1397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315200" y="4229097"/>
            <a:ext cx="40277" cy="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355477" y="4229091"/>
            <a:ext cx="40277" cy="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95754" y="4229076"/>
            <a:ext cx="40277" cy="1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436031" y="4229035"/>
            <a:ext cx="40277" cy="4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76308" y="4228933"/>
            <a:ext cx="40277" cy="10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516585" y="4228690"/>
            <a:ext cx="40277" cy="24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556862" y="4228153"/>
            <a:ext cx="40278" cy="53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597140" y="4227032"/>
            <a:ext cx="40277" cy="112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637417" y="4224839"/>
            <a:ext cx="40277" cy="219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677694" y="4220813"/>
            <a:ext cx="40277" cy="402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717971" y="4213889"/>
            <a:ext cx="40277" cy="692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758248" y="4202748"/>
            <a:ext cx="40277" cy="1114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798525" y="4186013"/>
            <a:ext cx="40277" cy="1673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838802" y="4162609"/>
            <a:ext cx="40278" cy="2340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879080" y="4132259"/>
            <a:ext cx="40277" cy="3035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919357" y="4095984"/>
            <a:ext cx="40277" cy="3627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959634" y="4056405"/>
            <a:ext cx="40277" cy="3957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999911" y="4017650"/>
            <a:ext cx="40277" cy="3875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040188" y="3984749"/>
            <a:ext cx="40277" cy="3290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080465" y="3962600"/>
            <a:ext cx="40277" cy="2214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120742" y="3954779"/>
            <a:ext cx="40278" cy="782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161020" y="3954779"/>
            <a:ext cx="40277" cy="782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201297" y="3962600"/>
            <a:ext cx="40277" cy="2214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241574" y="3984749"/>
            <a:ext cx="40277" cy="3290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281851" y="4017650"/>
            <a:ext cx="40277" cy="3875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322128" y="4056405"/>
            <a:ext cx="40277" cy="3957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62405" y="4095984"/>
            <a:ext cx="40277" cy="3627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2682" y="4132259"/>
            <a:ext cx="40278" cy="3034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442960" y="4162608"/>
            <a:ext cx="40277" cy="2340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483237" y="4186010"/>
            <a:ext cx="40277" cy="1673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523514" y="4202740"/>
            <a:ext cx="40277" cy="1112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563791" y="4213866"/>
            <a:ext cx="40277" cy="688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604068" y="4220750"/>
            <a:ext cx="40277" cy="391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644345" y="4224668"/>
            <a:ext cx="40277" cy="192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684622" y="4226596"/>
            <a:ext cx="40278" cy="49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8724900" y="4226252"/>
            <a:ext cx="40277" cy="84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765177" y="4223586"/>
            <a:ext cx="40277" cy="266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805454" y="4217888"/>
            <a:ext cx="40277" cy="569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8845731" y="4206978"/>
            <a:ext cx="40277" cy="1091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8886008" y="4187437"/>
            <a:ext cx="40277" cy="1954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8926285" y="4154439"/>
            <a:ext cx="40277" cy="3299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966562" y="4101861"/>
            <a:ext cx="40278" cy="5257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9006840" y="4022910"/>
            <a:ext cx="40277" cy="7895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047117" y="3911387"/>
            <a:ext cx="40277" cy="11152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087394" y="3763602"/>
            <a:ext cx="40277" cy="14778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127671" y="3580590"/>
            <a:ext cx="40277" cy="18301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9167948" y="3370025"/>
            <a:ext cx="40277" cy="21056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9208225" y="3147015"/>
            <a:ext cx="40277" cy="22301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9248502" y="2933094"/>
            <a:ext cx="40278" cy="21392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9288780" y="2753160"/>
            <a:ext cx="40277" cy="17993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9329057" y="2630846"/>
            <a:ext cx="40277" cy="12231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9369334" y="2583445"/>
            <a:ext cx="40277" cy="4740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409611" y="2583445"/>
            <a:ext cx="40277" cy="3446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449888" y="2617908"/>
            <a:ext cx="40277" cy="11126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490165" y="2729168"/>
            <a:ext cx="40277" cy="17219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530442" y="2901364"/>
            <a:ext cx="40278" cy="21018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570720" y="3111549"/>
            <a:ext cx="40277" cy="22313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610997" y="3334686"/>
            <a:ext cx="40277" cy="21376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651274" y="3548447"/>
            <a:ext cx="40277" cy="18812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691551" y="3736575"/>
            <a:ext cx="40277" cy="15364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731828" y="3890219"/>
            <a:ext cx="40277" cy="11717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772105" y="4007392"/>
            <a:ext cx="40277" cy="8378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812382" y="4091179"/>
            <a:ext cx="40278" cy="5633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9852660" y="4147517"/>
            <a:ext cx="40277" cy="3569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892937" y="4183214"/>
            <a:ext cx="40277" cy="2134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9933214" y="4204560"/>
            <a:ext cx="40277" cy="1206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9973491" y="4216620"/>
            <a:ext cx="40277" cy="644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0013768" y="4223065"/>
            <a:ext cx="40277" cy="326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0054045" y="4226325"/>
            <a:ext cx="40277" cy="156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094322" y="4227887"/>
            <a:ext cx="40277" cy="70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134599" y="4228595"/>
            <a:ext cx="40278" cy="30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174877" y="4228900"/>
            <a:ext cx="40277" cy="12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215154" y="4229025"/>
            <a:ext cx="40277" cy="4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255431" y="4229073"/>
            <a:ext cx="40277" cy="1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0295708" y="4229090"/>
            <a:ext cx="40277" cy="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0335985" y="4229097"/>
            <a:ext cx="40277" cy="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0376262" y="4229099"/>
            <a:ext cx="40278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0416540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0456817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0497094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0537371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0577648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0617925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0658202" y="4229099"/>
            <a:ext cx="40278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9144000" y="2194560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87B44"/>
                </a:solidFill>
                <a:latin typeface="Microsoft YaHei"/>
                <a:ea typeface="Microsoft YaHei"/>
                <a:cs typeface="Microsoft YaHei"/>
              </a:rPr>
              <a:t>argmax |C|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反向旋转、转回来、方向对齐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1508760"/>
            <a:ext cx="5440680" cy="566928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682496"/>
            <a:ext cx="5257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C[q] = Σ signal[k] exp(−j2πqk/N)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86000"/>
            <a:ext cx="5440680" cy="333756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C[q]=Σ signal[k] exp(-j2πqk/N)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若 signal[k]=A exp(j2πu_pk/N)，当 q=u_p 时指数项抵消，得到 A+A+...，幅值最大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若 q 错误，复数方向分散，相加抵消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828800"/>
            <a:ext cx="42062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7315200" y="3429000"/>
            <a:ext cx="3383280" cy="0"/>
          </a:xfrm>
          <a:prstGeom prst="line">
            <a:avLst/>
          </a:prstGeom>
          <a:ln w="1524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006840" y="2240280"/>
            <a:ext cx="0" cy="2377440"/>
          </a:xfrm>
          <a:prstGeom prst="line">
            <a:avLst/>
          </a:prstGeom>
          <a:ln w="1524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006840" y="2560320"/>
            <a:ext cx="1234440" cy="868680"/>
          </a:xfrm>
          <a:prstGeom prst="line">
            <a:avLst/>
          </a:prstGeom>
          <a:ln w="38100">
            <a:solidFill>
              <a:srgbClr val="E87B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818120" y="233172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87B44"/>
                </a:solidFill>
                <a:latin typeface="Microsoft YaHei"/>
                <a:ea typeface="Microsoft YaHei"/>
                <a:cs typeface="Microsoft YaHei"/>
              </a:rPr>
              <a:t>D = Dc + jDs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599" y="3502152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7" y="2057400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Im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np.fft.fft 与 np.abs 的含义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5440680" cy="4069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C=np.fft.fft(signal,n=fft_length) 一次性测试所有候选 q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C_magnitude=np.abs(C) 计算每个候选的匹配强度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argmax(abs(C)) 给出最匹配的坐标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7132320" y="2901926"/>
            <a:ext cx="53008" cy="6987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185328" y="2834848"/>
            <a:ext cx="53009" cy="6707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238337" y="2773247"/>
            <a:ext cx="53009" cy="6160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291346" y="2719588"/>
            <a:ext cx="53008" cy="5365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44354" y="2676018"/>
            <a:ext cx="53009" cy="435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97363" y="2644279"/>
            <a:ext cx="53009" cy="31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50372" y="2625641"/>
            <a:ext cx="53008" cy="1863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503380" y="2620848"/>
            <a:ext cx="53009" cy="479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6389" y="2620848"/>
            <a:ext cx="53009" cy="92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09398" y="2630094"/>
            <a:ext cx="53008" cy="229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62406" y="2653007"/>
            <a:ext cx="53009" cy="356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15415" y="2688672"/>
            <a:ext cx="53009" cy="4699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68424" y="2735662"/>
            <a:ext cx="53009" cy="564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21433" y="2792098"/>
            <a:ext cx="53008" cy="6362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74441" y="2855721"/>
            <a:ext cx="53009" cy="6826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927450" y="2923987"/>
            <a:ext cx="53009" cy="701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80459" y="2994166"/>
            <a:ext cx="53008" cy="692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033467" y="3063450"/>
            <a:ext cx="53009" cy="656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086476" y="3129069"/>
            <a:ext cx="53009" cy="5932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39485" y="3188396"/>
            <a:ext cx="53008" cy="5066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192493" y="3239060"/>
            <a:ext cx="53009" cy="3997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45502" y="3279033"/>
            <a:ext cx="53009" cy="2768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98511" y="3306718"/>
            <a:ext cx="53009" cy="142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51520" y="3321006"/>
            <a:ext cx="53008" cy="3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404528" y="3307664"/>
            <a:ext cx="53009" cy="1366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457537" y="3280569"/>
            <a:ext cx="53009" cy="270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510546" y="3241123"/>
            <a:ext cx="53008" cy="394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563554" y="3190904"/>
            <a:ext cx="53009" cy="502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616563" y="3131921"/>
            <a:ext cx="53009" cy="5898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69572" y="3066533"/>
            <a:ext cx="53008" cy="653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722580" y="2997356"/>
            <a:ext cx="53009" cy="691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775589" y="2927157"/>
            <a:ext cx="53009" cy="701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828598" y="2858743"/>
            <a:ext cx="53008" cy="684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881606" y="2794852"/>
            <a:ext cx="53009" cy="638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934615" y="2738038"/>
            <a:ext cx="53009" cy="568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987624" y="2690575"/>
            <a:ext cx="53009" cy="4746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040633" y="2654361"/>
            <a:ext cx="53008" cy="362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093641" y="2630844"/>
            <a:ext cx="53009" cy="2351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146650" y="2620965"/>
            <a:ext cx="53009" cy="98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99659" y="2620965"/>
            <a:ext cx="53008" cy="41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52667" y="2625119"/>
            <a:ext cx="53009" cy="1802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305676" y="2643140"/>
            <a:ext cx="53009" cy="311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358685" y="2674307"/>
            <a:ext cx="53008" cy="430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411693" y="2717374"/>
            <a:ext cx="53009" cy="5324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464702" y="2770618"/>
            <a:ext cx="53009" cy="612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517711" y="2831909"/>
            <a:ext cx="53009" cy="6688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570720" y="2898796"/>
            <a:ext cx="53008" cy="6980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623728" y="2968602"/>
            <a:ext cx="53009" cy="6993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676737" y="3038537"/>
            <a:ext cx="53009" cy="672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729746" y="3105802"/>
            <a:ext cx="53008" cy="6190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782754" y="3167707"/>
            <a:ext cx="53009" cy="540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835763" y="3221775"/>
            <a:ext cx="53009" cy="440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888772" y="3265845"/>
            <a:ext cx="53008" cy="323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941780" y="3298154"/>
            <a:ext cx="53009" cy="192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994789" y="3317408"/>
            <a:ext cx="53009" cy="543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047798" y="3314227"/>
            <a:ext cx="53008" cy="861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100806" y="3291919"/>
            <a:ext cx="53009" cy="223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153815" y="3256806"/>
            <a:ext cx="53009" cy="351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206824" y="3210293"/>
            <a:ext cx="53009" cy="465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259833" y="3154241"/>
            <a:ext cx="53008" cy="560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0312841" y="3090891"/>
            <a:ext cx="53009" cy="6335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0365850" y="3022777"/>
            <a:ext cx="53009" cy="681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0418859" y="2952625"/>
            <a:ext cx="53008" cy="701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0471867" y="2883239"/>
            <a:ext cx="53009" cy="6938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524876" y="2817396"/>
            <a:ext cx="53009" cy="658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577885" y="2757728"/>
            <a:ext cx="53008" cy="596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630893" y="2706624"/>
            <a:ext cx="53009" cy="5110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683902" y="2666126"/>
            <a:ext cx="53009" cy="4049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736911" y="2637855"/>
            <a:ext cx="53009" cy="282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7086600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104888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条纹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754112" y="4242816"/>
            <a:ext cx="118871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7891272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909560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四步相移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58784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8695944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714232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D[k]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9363456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9500616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518904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FFT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168128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10305288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323576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坐标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单像素解码流程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5440680" cy="4069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一个像素的流程：读四相移灰度 → 差分生成 Dc/Ds → 组成 D[k] → FFT → argmax → coord 与 peak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强调 FSM 不是在单张图里找条纹，而是在同一像素的频率响应中找旋转速度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86600" y="2788920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04888" y="297180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条纹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54112" y="3054096"/>
            <a:ext cx="118871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891272" y="2788920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297180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四步相移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58784" y="305409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695944" y="2788920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14232" y="297180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D[k]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63456" y="305409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500616" y="2788920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18904" y="297180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FFT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168128" y="305409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305288" y="2788920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323576" y="297180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坐标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7086600" y="3931057"/>
            <a:ext cx="51683" cy="4658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138283" y="3886338"/>
            <a:ext cx="51683" cy="447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189966" y="3845271"/>
            <a:ext cx="51684" cy="410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241650" y="3809499"/>
            <a:ext cx="51683" cy="3577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293333" y="3780452"/>
            <a:ext cx="51684" cy="2904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345017" y="3759293"/>
            <a:ext cx="51683" cy="2115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396700" y="3746867"/>
            <a:ext cx="51684" cy="1242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448384" y="3743672"/>
            <a:ext cx="51683" cy="31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500067" y="3743672"/>
            <a:ext cx="51684" cy="616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551751" y="3749836"/>
            <a:ext cx="51683" cy="1527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603434" y="3765111"/>
            <a:ext cx="51684" cy="237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55118" y="3788888"/>
            <a:ext cx="51683" cy="3132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06801" y="3820215"/>
            <a:ext cx="51684" cy="3762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758485" y="3857838"/>
            <a:ext cx="51683" cy="4241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810168" y="3900254"/>
            <a:ext cx="51684" cy="4551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861852" y="3945765"/>
            <a:ext cx="51683" cy="4678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913535" y="3992551"/>
            <a:ext cx="51684" cy="4618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965219" y="4038740"/>
            <a:ext cx="51683" cy="437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016902" y="4082486"/>
            <a:ext cx="51684" cy="3955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068586" y="4122037"/>
            <a:ext cx="51683" cy="3377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120269" y="4155813"/>
            <a:ext cx="51684" cy="2664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171953" y="4182462"/>
            <a:ext cx="51683" cy="1845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223636" y="4200918"/>
            <a:ext cx="51684" cy="952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275320" y="4210444"/>
            <a:ext cx="51683" cy="2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327003" y="4201549"/>
            <a:ext cx="51683" cy="91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378686" y="4183486"/>
            <a:ext cx="51684" cy="1806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8430370" y="4157188"/>
            <a:ext cx="51683" cy="2629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8482053" y="4123709"/>
            <a:ext cx="51684" cy="334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8533737" y="4084387"/>
            <a:ext cx="51683" cy="3932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585420" y="4040795"/>
            <a:ext cx="51684" cy="4359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637104" y="3994677"/>
            <a:ext cx="51683" cy="4611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688787" y="3947878"/>
            <a:ext cx="51684" cy="467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8740471" y="3902269"/>
            <a:ext cx="51683" cy="456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8792154" y="3859675"/>
            <a:ext cx="51684" cy="4259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8843838" y="3821799"/>
            <a:ext cx="51683" cy="3787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8895521" y="3790157"/>
            <a:ext cx="51684" cy="3164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8947205" y="3766014"/>
            <a:ext cx="51683" cy="241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8998888" y="3750336"/>
            <a:ext cx="51684" cy="1567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9050572" y="3743750"/>
            <a:ext cx="51683" cy="658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102255" y="3743750"/>
            <a:ext cx="51684" cy="276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153939" y="3746519"/>
            <a:ext cx="51683" cy="120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205622" y="3758533"/>
            <a:ext cx="51684" cy="2077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257306" y="3779311"/>
            <a:ext cx="51683" cy="2871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308989" y="3808023"/>
            <a:ext cx="51684" cy="3549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360673" y="3843519"/>
            <a:ext cx="51683" cy="4086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412356" y="3884379"/>
            <a:ext cx="51684" cy="445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464040" y="3928970"/>
            <a:ext cx="51683" cy="4653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515723" y="3975508"/>
            <a:ext cx="51683" cy="4662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567406" y="4022131"/>
            <a:ext cx="51684" cy="448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619090" y="4066974"/>
            <a:ext cx="51683" cy="412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670773" y="4108244"/>
            <a:ext cx="51684" cy="360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9722457" y="4144290"/>
            <a:ext cx="51683" cy="2938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774140" y="4173670"/>
            <a:ext cx="51684" cy="215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9825824" y="4195209"/>
            <a:ext cx="51683" cy="128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9877507" y="4208045"/>
            <a:ext cx="51684" cy="362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9929191" y="4205924"/>
            <a:ext cx="51683" cy="574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9980874" y="4191052"/>
            <a:ext cx="51684" cy="1487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032558" y="4167644"/>
            <a:ext cx="51683" cy="234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084241" y="4136635"/>
            <a:ext cx="51684" cy="310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135925" y="4099267"/>
            <a:ext cx="51683" cy="373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187608" y="4057034"/>
            <a:ext cx="51684" cy="4223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239292" y="4011625"/>
            <a:ext cx="51683" cy="454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290975" y="3964856"/>
            <a:ext cx="51684" cy="4676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342659" y="3918599"/>
            <a:ext cx="51683" cy="4625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394342" y="3874704"/>
            <a:ext cx="51684" cy="438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446026" y="3834925"/>
            <a:ext cx="51683" cy="397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497709" y="3800856"/>
            <a:ext cx="51684" cy="3406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549393" y="3773857"/>
            <a:ext cx="51683" cy="269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601076" y="3755010"/>
            <a:ext cx="51684" cy="1884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主线代码的数据形状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5440680" cy="4069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images: (M*4,Hc,Wc)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I0/I1/I2/I3: (M,Hc,Wc)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D: (M,Hc,Wc)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D_block: (M,block_h,block_w)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FFT 后 C: (fft_length,block_h,block_w)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7132320" y="2901926"/>
            <a:ext cx="53008" cy="6987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185328" y="2834848"/>
            <a:ext cx="53009" cy="6707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238337" y="2773247"/>
            <a:ext cx="53009" cy="6160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291346" y="2719588"/>
            <a:ext cx="53008" cy="5365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44354" y="2676018"/>
            <a:ext cx="53009" cy="435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97363" y="2644279"/>
            <a:ext cx="53009" cy="31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50372" y="2625641"/>
            <a:ext cx="53008" cy="1863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503380" y="2620848"/>
            <a:ext cx="53009" cy="479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6389" y="2620848"/>
            <a:ext cx="53009" cy="92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09398" y="2630094"/>
            <a:ext cx="53008" cy="229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62406" y="2653007"/>
            <a:ext cx="53009" cy="356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15415" y="2688672"/>
            <a:ext cx="53009" cy="4699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68424" y="2735662"/>
            <a:ext cx="53009" cy="564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21433" y="2792098"/>
            <a:ext cx="53008" cy="6362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74441" y="2855721"/>
            <a:ext cx="53009" cy="6826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927450" y="2923987"/>
            <a:ext cx="53009" cy="701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80459" y="2994166"/>
            <a:ext cx="53008" cy="692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033467" y="3063450"/>
            <a:ext cx="53009" cy="656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086476" y="3129069"/>
            <a:ext cx="53009" cy="5932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39485" y="3188396"/>
            <a:ext cx="53008" cy="5066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192493" y="3239060"/>
            <a:ext cx="53009" cy="3997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45502" y="3279033"/>
            <a:ext cx="53009" cy="2768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98511" y="3306718"/>
            <a:ext cx="53009" cy="142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51520" y="3321006"/>
            <a:ext cx="53008" cy="3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404528" y="3307664"/>
            <a:ext cx="53009" cy="1366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457537" y="3280569"/>
            <a:ext cx="53009" cy="270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510546" y="3241123"/>
            <a:ext cx="53008" cy="394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563554" y="3190904"/>
            <a:ext cx="53009" cy="502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616563" y="3131921"/>
            <a:ext cx="53009" cy="5898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69572" y="3066533"/>
            <a:ext cx="53008" cy="653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722580" y="2997356"/>
            <a:ext cx="53009" cy="691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775589" y="2927157"/>
            <a:ext cx="53009" cy="701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828598" y="2858743"/>
            <a:ext cx="53008" cy="684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881606" y="2794852"/>
            <a:ext cx="53009" cy="638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934615" y="2738038"/>
            <a:ext cx="53009" cy="568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987624" y="2690575"/>
            <a:ext cx="53009" cy="4746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040633" y="2654361"/>
            <a:ext cx="53008" cy="362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093641" y="2630844"/>
            <a:ext cx="53009" cy="2351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146650" y="2620965"/>
            <a:ext cx="53009" cy="98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99659" y="2620965"/>
            <a:ext cx="53008" cy="41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52667" y="2625119"/>
            <a:ext cx="53009" cy="1802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305676" y="2643140"/>
            <a:ext cx="53009" cy="311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358685" y="2674307"/>
            <a:ext cx="53008" cy="430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411693" y="2717374"/>
            <a:ext cx="53009" cy="5324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464702" y="2770618"/>
            <a:ext cx="53009" cy="612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517711" y="2831909"/>
            <a:ext cx="53009" cy="6688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570720" y="2898796"/>
            <a:ext cx="53008" cy="6980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623728" y="2968602"/>
            <a:ext cx="53009" cy="6993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676737" y="3038537"/>
            <a:ext cx="53009" cy="672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729746" y="3105802"/>
            <a:ext cx="53008" cy="6190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782754" y="3167707"/>
            <a:ext cx="53009" cy="540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835763" y="3221775"/>
            <a:ext cx="53009" cy="440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888772" y="3265845"/>
            <a:ext cx="53008" cy="323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941780" y="3298154"/>
            <a:ext cx="53009" cy="192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994789" y="3317408"/>
            <a:ext cx="53009" cy="543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047798" y="3314227"/>
            <a:ext cx="53008" cy="861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100806" y="3291919"/>
            <a:ext cx="53009" cy="223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153815" y="3256806"/>
            <a:ext cx="53009" cy="351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206824" y="3210293"/>
            <a:ext cx="53009" cy="465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259833" y="3154241"/>
            <a:ext cx="53008" cy="560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0312841" y="3090891"/>
            <a:ext cx="53009" cy="6335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0365850" y="3022777"/>
            <a:ext cx="53009" cy="681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0418859" y="2952625"/>
            <a:ext cx="53008" cy="701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0471867" y="2883239"/>
            <a:ext cx="53009" cy="6938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524876" y="2817396"/>
            <a:ext cx="53009" cy="658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577885" y="2757728"/>
            <a:ext cx="53008" cy="596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630893" y="2706624"/>
            <a:ext cx="53009" cy="5110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683902" y="2666126"/>
            <a:ext cx="53009" cy="4049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736911" y="2637855"/>
            <a:ext cx="53009" cy="282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7086600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104888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条纹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754112" y="4242816"/>
            <a:ext cx="118871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7891272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909560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四步相移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58784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8695944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714232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D[k]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9363456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9500616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518904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FFT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168128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10305288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323576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坐标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峰值输出与质量图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5440680" cy="4069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freq_index=np.argmax(C_magnitude,axis=0)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peak=np.max(C_magnitude,axis=0)/fft_length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disparity=freq_index*coord_scale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peak 表示峰值强度，作为解码质量/置信度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7269480" y="4617720"/>
            <a:ext cx="3611880" cy="0"/>
          </a:xfrm>
          <a:prstGeom prst="line">
            <a:avLst/>
          </a:prstGeom>
          <a:ln w="1397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269480" y="2194560"/>
            <a:ext cx="0" cy="2423160"/>
          </a:xfrm>
          <a:prstGeom prst="line">
            <a:avLst/>
          </a:prstGeom>
          <a:ln w="1397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315200" y="4229097"/>
            <a:ext cx="40277" cy="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355477" y="4229091"/>
            <a:ext cx="40277" cy="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95754" y="4229076"/>
            <a:ext cx="40277" cy="1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436031" y="4229035"/>
            <a:ext cx="40277" cy="4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76308" y="4228933"/>
            <a:ext cx="40277" cy="10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516585" y="4228690"/>
            <a:ext cx="40277" cy="24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556862" y="4228153"/>
            <a:ext cx="40278" cy="53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597140" y="4227032"/>
            <a:ext cx="40277" cy="112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637417" y="4224839"/>
            <a:ext cx="40277" cy="219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677694" y="4220813"/>
            <a:ext cx="40277" cy="402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717971" y="4213889"/>
            <a:ext cx="40277" cy="692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758248" y="4202748"/>
            <a:ext cx="40277" cy="1114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798525" y="4186013"/>
            <a:ext cx="40277" cy="1673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838802" y="4162609"/>
            <a:ext cx="40278" cy="2340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879080" y="4132259"/>
            <a:ext cx="40277" cy="3035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919357" y="4095984"/>
            <a:ext cx="40277" cy="3627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959634" y="4056405"/>
            <a:ext cx="40277" cy="3957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999911" y="4017650"/>
            <a:ext cx="40277" cy="3875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040188" y="3984749"/>
            <a:ext cx="40277" cy="3290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080465" y="3962600"/>
            <a:ext cx="40277" cy="2214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120742" y="3954779"/>
            <a:ext cx="40278" cy="782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161020" y="3954779"/>
            <a:ext cx="40277" cy="782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201297" y="3962600"/>
            <a:ext cx="40277" cy="2214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241574" y="3984749"/>
            <a:ext cx="40277" cy="3290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281851" y="4017650"/>
            <a:ext cx="40277" cy="3875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322128" y="4056405"/>
            <a:ext cx="40277" cy="3957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62405" y="4095984"/>
            <a:ext cx="40277" cy="3627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2682" y="4132259"/>
            <a:ext cx="40278" cy="3034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442960" y="4162608"/>
            <a:ext cx="40277" cy="2340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483237" y="4186010"/>
            <a:ext cx="40277" cy="1673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523514" y="4202740"/>
            <a:ext cx="40277" cy="1112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563791" y="4213866"/>
            <a:ext cx="40277" cy="688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604068" y="4220750"/>
            <a:ext cx="40277" cy="391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644345" y="4224668"/>
            <a:ext cx="40277" cy="192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684622" y="4226596"/>
            <a:ext cx="40278" cy="49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8724900" y="4226252"/>
            <a:ext cx="40277" cy="84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765177" y="4223586"/>
            <a:ext cx="40277" cy="266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805454" y="4217888"/>
            <a:ext cx="40277" cy="569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8845731" y="4206978"/>
            <a:ext cx="40277" cy="1091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8886008" y="4187437"/>
            <a:ext cx="40277" cy="1954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8926285" y="4154439"/>
            <a:ext cx="40277" cy="3299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966562" y="4101861"/>
            <a:ext cx="40278" cy="5257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9006840" y="4022910"/>
            <a:ext cx="40277" cy="7895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047117" y="3911387"/>
            <a:ext cx="40277" cy="11152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087394" y="3763602"/>
            <a:ext cx="40277" cy="14778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127671" y="3580590"/>
            <a:ext cx="40277" cy="18301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9167948" y="3370025"/>
            <a:ext cx="40277" cy="21056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9208225" y="3147015"/>
            <a:ext cx="40277" cy="22301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9248502" y="2933094"/>
            <a:ext cx="40278" cy="21392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9288780" y="2753160"/>
            <a:ext cx="40277" cy="17993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9329057" y="2630846"/>
            <a:ext cx="40277" cy="12231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9369334" y="2583445"/>
            <a:ext cx="40277" cy="4740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409611" y="2583445"/>
            <a:ext cx="40277" cy="3446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449888" y="2617908"/>
            <a:ext cx="40277" cy="11126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490165" y="2729168"/>
            <a:ext cx="40277" cy="17219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530442" y="2901364"/>
            <a:ext cx="40278" cy="21018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570720" y="3111549"/>
            <a:ext cx="40277" cy="22313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610997" y="3334686"/>
            <a:ext cx="40277" cy="21376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651274" y="3548447"/>
            <a:ext cx="40277" cy="18812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691551" y="3736575"/>
            <a:ext cx="40277" cy="15364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731828" y="3890219"/>
            <a:ext cx="40277" cy="11717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772105" y="4007392"/>
            <a:ext cx="40277" cy="8378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812382" y="4091179"/>
            <a:ext cx="40278" cy="5633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9852660" y="4147517"/>
            <a:ext cx="40277" cy="3569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892937" y="4183214"/>
            <a:ext cx="40277" cy="2134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9933214" y="4204560"/>
            <a:ext cx="40277" cy="1206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9973491" y="4216620"/>
            <a:ext cx="40277" cy="644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0013768" y="4223065"/>
            <a:ext cx="40277" cy="326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0054045" y="4226325"/>
            <a:ext cx="40277" cy="156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094322" y="4227887"/>
            <a:ext cx="40277" cy="70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134599" y="4228595"/>
            <a:ext cx="40278" cy="30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174877" y="4228900"/>
            <a:ext cx="40277" cy="12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215154" y="4229025"/>
            <a:ext cx="40277" cy="4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255431" y="4229073"/>
            <a:ext cx="40277" cy="1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0295708" y="4229090"/>
            <a:ext cx="40277" cy="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0335985" y="4229097"/>
            <a:ext cx="40277" cy="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0376262" y="4229099"/>
            <a:ext cx="40278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0416540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0456817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0497094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0537371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0577648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0617925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0658202" y="4229099"/>
            <a:ext cx="40278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9144000" y="2194560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87B44"/>
                </a:solidFill>
                <a:latin typeface="Microsoft YaHei"/>
                <a:ea typeface="Microsoft YaHei"/>
                <a:cs typeface="Microsoft YaHei"/>
              </a:rPr>
              <a:t>argmax |C|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fft_length 与 coord_scale 的基本概念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5440680" cy="4069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proj_dim 是当前方向的投影仪分辨率：hor 用 projector_height，ver 用 projector_width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fft_length 决定 FFT 有多少个候选 bin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coord_scale 表示一个 FFT bin 对应多少投影仪像素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74519"/>
            <a:ext cx="43891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69480" y="2377439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frequency_step = 0.5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9480" y="3291839"/>
            <a:ext cx="1737360" cy="502920"/>
          </a:xfrm>
          <a:prstGeom prst="rect">
            <a:avLst/>
          </a:prstGeom>
          <a:solidFill>
            <a:srgbClr val="22B0C6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006840" y="3291839"/>
            <a:ext cx="1737360" cy="502920"/>
          </a:xfrm>
          <a:prstGeom prst="rect">
            <a:avLst/>
          </a:prstGeom>
          <a:solidFill>
            <a:srgbClr val="E1E8F2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0" y="3383279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有效 bin
0~proj_dim-1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383279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负频率区
不参与取峰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297679"/>
            <a:ext cx="3383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87B44"/>
                </a:solidFill>
                <a:latin typeface="Microsoft YaHei"/>
                <a:ea typeface="Microsoft YaHei"/>
                <a:cs typeface="Microsoft YaHei"/>
              </a:rPr>
              <a:t>C_valid = C_magnitude[:proj_dim]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frequency_step=1.0 的标准策略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5440680" cy="4069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当真实频率序列为 0,1,2,... 时，设置 fft_length=proj_dim，coord_scale=1.0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此时 bin q 直接对应投影仪坐标 q，disparity=freq_index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7132320" y="2901926"/>
            <a:ext cx="53008" cy="6987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185328" y="2834848"/>
            <a:ext cx="53009" cy="6707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238337" y="2773247"/>
            <a:ext cx="53009" cy="6160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291346" y="2719588"/>
            <a:ext cx="53008" cy="5365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44354" y="2676018"/>
            <a:ext cx="53009" cy="435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97363" y="2644279"/>
            <a:ext cx="53009" cy="31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50372" y="2625641"/>
            <a:ext cx="53008" cy="1863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503380" y="2620848"/>
            <a:ext cx="53009" cy="479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6389" y="2620848"/>
            <a:ext cx="53009" cy="92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09398" y="2630094"/>
            <a:ext cx="53008" cy="229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62406" y="2653007"/>
            <a:ext cx="53009" cy="356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15415" y="2688672"/>
            <a:ext cx="53009" cy="4699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68424" y="2735662"/>
            <a:ext cx="53009" cy="564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21433" y="2792098"/>
            <a:ext cx="53008" cy="6362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74441" y="2855721"/>
            <a:ext cx="53009" cy="6826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927450" y="2923987"/>
            <a:ext cx="53009" cy="701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80459" y="2994166"/>
            <a:ext cx="53008" cy="692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033467" y="3063450"/>
            <a:ext cx="53009" cy="656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086476" y="3129069"/>
            <a:ext cx="53009" cy="5932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39485" y="3188396"/>
            <a:ext cx="53008" cy="5066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192493" y="3239060"/>
            <a:ext cx="53009" cy="3997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45502" y="3279033"/>
            <a:ext cx="53009" cy="2768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98511" y="3306718"/>
            <a:ext cx="53009" cy="142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51520" y="3321006"/>
            <a:ext cx="53008" cy="3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404528" y="3307664"/>
            <a:ext cx="53009" cy="1366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457537" y="3280569"/>
            <a:ext cx="53009" cy="270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510546" y="3241123"/>
            <a:ext cx="53008" cy="394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563554" y="3190904"/>
            <a:ext cx="53009" cy="502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616563" y="3131921"/>
            <a:ext cx="53009" cy="5898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69572" y="3066533"/>
            <a:ext cx="53008" cy="653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722580" y="2997356"/>
            <a:ext cx="53009" cy="691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775589" y="2927157"/>
            <a:ext cx="53009" cy="701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828598" y="2858743"/>
            <a:ext cx="53008" cy="684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881606" y="2794852"/>
            <a:ext cx="53009" cy="638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934615" y="2738038"/>
            <a:ext cx="53009" cy="568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987624" y="2690575"/>
            <a:ext cx="53009" cy="4746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040633" y="2654361"/>
            <a:ext cx="53008" cy="362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093641" y="2630844"/>
            <a:ext cx="53009" cy="2351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146650" y="2620965"/>
            <a:ext cx="53009" cy="98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99659" y="2620965"/>
            <a:ext cx="53008" cy="41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52667" y="2625119"/>
            <a:ext cx="53009" cy="1802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305676" y="2643140"/>
            <a:ext cx="53009" cy="311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358685" y="2674307"/>
            <a:ext cx="53008" cy="430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411693" y="2717374"/>
            <a:ext cx="53009" cy="5324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464702" y="2770618"/>
            <a:ext cx="53009" cy="612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517711" y="2831909"/>
            <a:ext cx="53009" cy="6688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570720" y="2898796"/>
            <a:ext cx="53008" cy="6980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623728" y="2968602"/>
            <a:ext cx="53009" cy="6993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676737" y="3038537"/>
            <a:ext cx="53009" cy="672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729746" y="3105802"/>
            <a:ext cx="53008" cy="6190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782754" y="3167707"/>
            <a:ext cx="53009" cy="540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835763" y="3221775"/>
            <a:ext cx="53009" cy="440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888772" y="3265845"/>
            <a:ext cx="53008" cy="323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941780" y="3298154"/>
            <a:ext cx="53009" cy="192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994789" y="3317408"/>
            <a:ext cx="53009" cy="543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047798" y="3314227"/>
            <a:ext cx="53008" cy="861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100806" y="3291919"/>
            <a:ext cx="53009" cy="223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153815" y="3256806"/>
            <a:ext cx="53009" cy="351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206824" y="3210293"/>
            <a:ext cx="53009" cy="465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259833" y="3154241"/>
            <a:ext cx="53008" cy="560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0312841" y="3090891"/>
            <a:ext cx="53009" cy="6335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0365850" y="3022777"/>
            <a:ext cx="53009" cy="681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0418859" y="2952625"/>
            <a:ext cx="53008" cy="701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0471867" y="2883239"/>
            <a:ext cx="53009" cy="6938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524876" y="2817396"/>
            <a:ext cx="53009" cy="658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577885" y="2757728"/>
            <a:ext cx="53008" cy="596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630893" y="2706624"/>
            <a:ext cx="53009" cy="5110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683902" y="2666126"/>
            <a:ext cx="53009" cy="4049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736911" y="2637855"/>
            <a:ext cx="53009" cy="282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7086600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104888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条纹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754112" y="4242816"/>
            <a:ext cx="118871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7891272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909560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四步相移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58784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8695944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714232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D[k]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9363456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9500616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518904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FFT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168128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10305288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323576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坐标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M 小于投影仪分辨率时为什么仍可用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5440680" cy="4069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如果 M&lt;proj_dim，np.fft.fft(...,n=proj_dim) 会零填充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零填充不会增加新信息，但能用投影仪像素坐标尺度采样频谱峰值，避免输出被量化到 M 个粗 bin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7132320" y="2901926"/>
            <a:ext cx="53008" cy="6987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185328" y="2834848"/>
            <a:ext cx="53009" cy="6707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238337" y="2773247"/>
            <a:ext cx="53009" cy="6160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291346" y="2719588"/>
            <a:ext cx="53008" cy="5365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44354" y="2676018"/>
            <a:ext cx="53009" cy="435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97363" y="2644279"/>
            <a:ext cx="53009" cy="31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50372" y="2625641"/>
            <a:ext cx="53008" cy="1863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503380" y="2620848"/>
            <a:ext cx="53009" cy="479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6389" y="2620848"/>
            <a:ext cx="53009" cy="92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09398" y="2630094"/>
            <a:ext cx="53008" cy="229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62406" y="2653007"/>
            <a:ext cx="53009" cy="356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15415" y="2688672"/>
            <a:ext cx="53009" cy="4699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68424" y="2735662"/>
            <a:ext cx="53009" cy="564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21433" y="2792098"/>
            <a:ext cx="53008" cy="6362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74441" y="2855721"/>
            <a:ext cx="53009" cy="6826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927450" y="2923987"/>
            <a:ext cx="53009" cy="701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80459" y="2994166"/>
            <a:ext cx="53008" cy="692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033467" y="3063450"/>
            <a:ext cx="53009" cy="656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086476" y="3129069"/>
            <a:ext cx="53009" cy="5932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39485" y="3188396"/>
            <a:ext cx="53008" cy="5066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192493" y="3239060"/>
            <a:ext cx="53009" cy="3997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45502" y="3279033"/>
            <a:ext cx="53009" cy="2768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98511" y="3306718"/>
            <a:ext cx="53009" cy="142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51520" y="3321006"/>
            <a:ext cx="53008" cy="3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404528" y="3307664"/>
            <a:ext cx="53009" cy="1366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457537" y="3280569"/>
            <a:ext cx="53009" cy="270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510546" y="3241123"/>
            <a:ext cx="53008" cy="394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563554" y="3190904"/>
            <a:ext cx="53009" cy="502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616563" y="3131921"/>
            <a:ext cx="53009" cy="5898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69572" y="3066533"/>
            <a:ext cx="53008" cy="653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722580" y="2997356"/>
            <a:ext cx="53009" cy="691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775589" y="2927157"/>
            <a:ext cx="53009" cy="701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828598" y="2858743"/>
            <a:ext cx="53008" cy="684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881606" y="2794852"/>
            <a:ext cx="53009" cy="638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934615" y="2738038"/>
            <a:ext cx="53009" cy="568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987624" y="2690575"/>
            <a:ext cx="53009" cy="4746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040633" y="2654361"/>
            <a:ext cx="53008" cy="362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093641" y="2630844"/>
            <a:ext cx="53009" cy="2351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146650" y="2620965"/>
            <a:ext cx="53009" cy="98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99659" y="2620965"/>
            <a:ext cx="53008" cy="41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52667" y="2625119"/>
            <a:ext cx="53009" cy="1802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305676" y="2643140"/>
            <a:ext cx="53009" cy="311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358685" y="2674307"/>
            <a:ext cx="53008" cy="430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411693" y="2717374"/>
            <a:ext cx="53009" cy="5324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464702" y="2770618"/>
            <a:ext cx="53009" cy="612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517711" y="2831909"/>
            <a:ext cx="53009" cy="6688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570720" y="2898796"/>
            <a:ext cx="53008" cy="6980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623728" y="2968602"/>
            <a:ext cx="53009" cy="6993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676737" y="3038537"/>
            <a:ext cx="53009" cy="672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729746" y="3105802"/>
            <a:ext cx="53008" cy="6190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782754" y="3167707"/>
            <a:ext cx="53009" cy="540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835763" y="3221775"/>
            <a:ext cx="53009" cy="440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888772" y="3265845"/>
            <a:ext cx="53008" cy="323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941780" y="3298154"/>
            <a:ext cx="53009" cy="192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994789" y="3317408"/>
            <a:ext cx="53009" cy="543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047798" y="3314227"/>
            <a:ext cx="53008" cy="861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100806" y="3291919"/>
            <a:ext cx="53009" cy="223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153815" y="3256806"/>
            <a:ext cx="53009" cy="351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206824" y="3210293"/>
            <a:ext cx="53009" cy="465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259833" y="3154241"/>
            <a:ext cx="53008" cy="560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0312841" y="3090891"/>
            <a:ext cx="53009" cy="6335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0365850" y="3022777"/>
            <a:ext cx="53009" cy="681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0418859" y="2952625"/>
            <a:ext cx="53008" cy="701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0471867" y="2883239"/>
            <a:ext cx="53009" cy="6938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524876" y="2817396"/>
            <a:ext cx="53009" cy="658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577885" y="2757728"/>
            <a:ext cx="53008" cy="596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630893" y="2706624"/>
            <a:ext cx="53009" cy="5110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683902" y="2666126"/>
            <a:ext cx="53009" cy="4049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736911" y="2637855"/>
            <a:ext cx="53009" cy="282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7086600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104888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条纹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754112" y="4242816"/>
            <a:ext cx="118871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7891272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909560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四步相移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58784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8695944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714232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D[k]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9363456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9500616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518904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FFT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168128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10305288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323576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坐标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错误 FFT 长度带来的量化阶梯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5440680" cy="4069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若标准模式错误使用 fft_length=M，例如 projector_width=1920、M=340，则一个 bin≈5.65 像素，输出只能取 0、5.6…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7269480" y="4617720"/>
            <a:ext cx="3611880" cy="0"/>
          </a:xfrm>
          <a:prstGeom prst="line">
            <a:avLst/>
          </a:prstGeom>
          <a:ln w="1397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269480" y="2194560"/>
            <a:ext cx="0" cy="2423160"/>
          </a:xfrm>
          <a:prstGeom prst="line">
            <a:avLst/>
          </a:prstGeom>
          <a:ln w="1397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315200" y="4229097"/>
            <a:ext cx="40277" cy="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355477" y="4229091"/>
            <a:ext cx="40277" cy="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95754" y="4229076"/>
            <a:ext cx="40277" cy="1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436031" y="4229035"/>
            <a:ext cx="40277" cy="4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76308" y="4228933"/>
            <a:ext cx="40277" cy="10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516585" y="4228690"/>
            <a:ext cx="40277" cy="24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556862" y="4228153"/>
            <a:ext cx="40278" cy="53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597140" y="4227032"/>
            <a:ext cx="40277" cy="112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637417" y="4224839"/>
            <a:ext cx="40277" cy="219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677694" y="4220813"/>
            <a:ext cx="40277" cy="402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717971" y="4213889"/>
            <a:ext cx="40277" cy="692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758248" y="4202748"/>
            <a:ext cx="40277" cy="1114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798525" y="4186013"/>
            <a:ext cx="40277" cy="1673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838802" y="4162609"/>
            <a:ext cx="40278" cy="2340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879080" y="4132259"/>
            <a:ext cx="40277" cy="3035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919357" y="4095984"/>
            <a:ext cx="40277" cy="3627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959634" y="4056405"/>
            <a:ext cx="40277" cy="3957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999911" y="4017650"/>
            <a:ext cx="40277" cy="3875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040188" y="3984749"/>
            <a:ext cx="40277" cy="3290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080465" y="3962600"/>
            <a:ext cx="40277" cy="2214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120742" y="3954779"/>
            <a:ext cx="40278" cy="782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161020" y="3954779"/>
            <a:ext cx="40277" cy="782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201297" y="3962600"/>
            <a:ext cx="40277" cy="2214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241574" y="3984749"/>
            <a:ext cx="40277" cy="3290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281851" y="4017650"/>
            <a:ext cx="40277" cy="3875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322128" y="4056405"/>
            <a:ext cx="40277" cy="3957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62405" y="4095984"/>
            <a:ext cx="40277" cy="3627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2682" y="4132259"/>
            <a:ext cx="40278" cy="3034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442960" y="4162608"/>
            <a:ext cx="40277" cy="2340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483237" y="4186010"/>
            <a:ext cx="40277" cy="1673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523514" y="4202740"/>
            <a:ext cx="40277" cy="1112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563791" y="4213866"/>
            <a:ext cx="40277" cy="688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604068" y="4220750"/>
            <a:ext cx="40277" cy="391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644345" y="4224668"/>
            <a:ext cx="40277" cy="192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684622" y="4226596"/>
            <a:ext cx="40278" cy="49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8724900" y="4226252"/>
            <a:ext cx="40277" cy="84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765177" y="4223586"/>
            <a:ext cx="40277" cy="266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805454" y="4217888"/>
            <a:ext cx="40277" cy="569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8845731" y="4206978"/>
            <a:ext cx="40277" cy="1091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8886008" y="4187437"/>
            <a:ext cx="40277" cy="1954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8926285" y="4154439"/>
            <a:ext cx="40277" cy="3299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966562" y="4101861"/>
            <a:ext cx="40278" cy="5257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9006840" y="4022910"/>
            <a:ext cx="40277" cy="7895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047117" y="3911387"/>
            <a:ext cx="40277" cy="11152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087394" y="3763602"/>
            <a:ext cx="40277" cy="14778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127671" y="3580590"/>
            <a:ext cx="40277" cy="18301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9167948" y="3370025"/>
            <a:ext cx="40277" cy="21056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9208225" y="3147015"/>
            <a:ext cx="40277" cy="22301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9248502" y="2933094"/>
            <a:ext cx="40278" cy="21392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9288780" y="2753160"/>
            <a:ext cx="40277" cy="17993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9329057" y="2630846"/>
            <a:ext cx="40277" cy="12231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9369334" y="2583445"/>
            <a:ext cx="40277" cy="4740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409611" y="2583445"/>
            <a:ext cx="40277" cy="3446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449888" y="2617908"/>
            <a:ext cx="40277" cy="11126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490165" y="2729168"/>
            <a:ext cx="40277" cy="17219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530442" y="2901364"/>
            <a:ext cx="40278" cy="21018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570720" y="3111549"/>
            <a:ext cx="40277" cy="22313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610997" y="3334686"/>
            <a:ext cx="40277" cy="21376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651274" y="3548447"/>
            <a:ext cx="40277" cy="18812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691551" y="3736575"/>
            <a:ext cx="40277" cy="15364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731828" y="3890219"/>
            <a:ext cx="40277" cy="11717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772105" y="4007392"/>
            <a:ext cx="40277" cy="8378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812382" y="4091179"/>
            <a:ext cx="40278" cy="5633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9852660" y="4147517"/>
            <a:ext cx="40277" cy="3569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892937" y="4183214"/>
            <a:ext cx="40277" cy="2134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9933214" y="4204560"/>
            <a:ext cx="40277" cy="1206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9973491" y="4216620"/>
            <a:ext cx="40277" cy="644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0013768" y="4223065"/>
            <a:ext cx="40277" cy="326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0054045" y="4226325"/>
            <a:ext cx="40277" cy="156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094322" y="4227887"/>
            <a:ext cx="40277" cy="70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134599" y="4228595"/>
            <a:ext cx="40278" cy="30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174877" y="4228900"/>
            <a:ext cx="40277" cy="12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215154" y="4229025"/>
            <a:ext cx="40277" cy="4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255431" y="4229073"/>
            <a:ext cx="40277" cy="1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0295708" y="4229090"/>
            <a:ext cx="40277" cy="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0335985" y="4229097"/>
            <a:ext cx="40277" cy="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0376262" y="4229099"/>
            <a:ext cx="40278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0416540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0456817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0497094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0537371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0577648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0617925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0658202" y="4229099"/>
            <a:ext cx="40278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9144000" y="2194560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87B44"/>
                </a:solidFill>
                <a:latin typeface="Microsoft YaHei"/>
                <a:ea typeface="Microsoft YaHei"/>
                <a:cs typeface="Microsoft YaHei"/>
              </a:rPr>
              <a:t>argmax |C|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frequency_step=0.5 时不能伪装成 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1508760"/>
            <a:ext cx="5440680" cy="566928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682496"/>
            <a:ext cx="5257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fft_length = 2 × proj_dim,  valid_length = proj_dim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86000"/>
            <a:ext cx="5440680" cy="333756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频率从 0,1,2... 改为 0,0.5,1,1.5... 后，第 k 个采样的真实频率是 f_k=0.5k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同样 k→k+1，相位只增加原来一半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FREQUENCY_STEP 必须写真实值 0.5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874519"/>
            <a:ext cx="438912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69480" y="2377439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frequency_step = 0.5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3291839"/>
            <a:ext cx="1737360" cy="502920"/>
          </a:xfrm>
          <a:prstGeom prst="rect">
            <a:avLst/>
          </a:prstGeom>
          <a:solidFill>
            <a:srgbClr val="22B0C6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006840" y="3291839"/>
            <a:ext cx="1737360" cy="502920"/>
          </a:xfrm>
          <a:prstGeom prst="rect">
            <a:avLst/>
          </a:prstGeom>
          <a:solidFill>
            <a:srgbClr val="E1E8F2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3383279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有效 bin
0~proj_dim-1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3383279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负频率区
不参与取峰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297679"/>
            <a:ext cx="3383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87B44"/>
                </a:solidFill>
                <a:latin typeface="Microsoft YaHei"/>
                <a:ea typeface="Microsoft YaHei"/>
                <a:cs typeface="Microsoft YaHei"/>
              </a:rPr>
              <a:t>C_valid = C_magnitude[:proj_dim]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通用坐标映射公式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1508760"/>
            <a:ext cx="5440680" cy="566928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682496"/>
            <a:ext cx="5257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u ≈ q · proj_dim / (fft_length · frequency_step)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86000"/>
            <a:ext cx="5440680" cy="333756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若 f_k=s k，则 D[k]≈A exp(j2π s k u/N)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FFT 长度 L 时，匹配条件 q/L≈s u/N，因此 u≈q N/(L s)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通用公式：coord_scale=proj_dim/(fft_length*frequency_step)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82880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 flipV="1">
            <a:off x="7132320" y="2901926"/>
            <a:ext cx="53008" cy="6987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185328" y="2834848"/>
            <a:ext cx="53009" cy="6707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238337" y="2773247"/>
            <a:ext cx="53009" cy="6160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291346" y="2719588"/>
            <a:ext cx="53008" cy="5365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344354" y="2676018"/>
            <a:ext cx="53009" cy="435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397363" y="2644279"/>
            <a:ext cx="53009" cy="31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450372" y="2625641"/>
            <a:ext cx="53008" cy="1863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503380" y="2620848"/>
            <a:ext cx="53009" cy="479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56389" y="2620848"/>
            <a:ext cx="53009" cy="92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09398" y="2630094"/>
            <a:ext cx="53008" cy="229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62406" y="2653007"/>
            <a:ext cx="53009" cy="356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715415" y="2688672"/>
            <a:ext cx="53009" cy="4699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768424" y="2735662"/>
            <a:ext cx="53009" cy="564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21433" y="2792098"/>
            <a:ext cx="53008" cy="6362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74441" y="2855721"/>
            <a:ext cx="53009" cy="6826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927450" y="2923987"/>
            <a:ext cx="53009" cy="701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980459" y="2994166"/>
            <a:ext cx="53008" cy="692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033467" y="3063450"/>
            <a:ext cx="53009" cy="656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086476" y="3129069"/>
            <a:ext cx="53009" cy="5932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139485" y="3188396"/>
            <a:ext cx="53008" cy="5066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192493" y="3239060"/>
            <a:ext cx="53009" cy="3997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45502" y="3279033"/>
            <a:ext cx="53009" cy="2768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298511" y="3306718"/>
            <a:ext cx="53009" cy="142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351520" y="3321006"/>
            <a:ext cx="53008" cy="3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404528" y="3307664"/>
            <a:ext cx="53009" cy="1366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457537" y="3280569"/>
            <a:ext cx="53009" cy="270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510546" y="3241123"/>
            <a:ext cx="53008" cy="394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563554" y="3190904"/>
            <a:ext cx="53009" cy="502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616563" y="3131921"/>
            <a:ext cx="53009" cy="5898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669572" y="3066533"/>
            <a:ext cx="53008" cy="653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722580" y="2997356"/>
            <a:ext cx="53009" cy="691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775589" y="2927157"/>
            <a:ext cx="53009" cy="701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828598" y="2858743"/>
            <a:ext cx="53008" cy="684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881606" y="2794852"/>
            <a:ext cx="53009" cy="638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8934615" y="2738038"/>
            <a:ext cx="53009" cy="568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8987624" y="2690575"/>
            <a:ext cx="53009" cy="4746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040633" y="2654361"/>
            <a:ext cx="53008" cy="362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9093641" y="2630844"/>
            <a:ext cx="53009" cy="2351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9146650" y="2620965"/>
            <a:ext cx="53009" cy="98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199659" y="2620965"/>
            <a:ext cx="53008" cy="41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52667" y="2625119"/>
            <a:ext cx="53009" cy="1802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305676" y="2643140"/>
            <a:ext cx="53009" cy="311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358685" y="2674307"/>
            <a:ext cx="53008" cy="430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411693" y="2717374"/>
            <a:ext cx="53009" cy="5324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464702" y="2770618"/>
            <a:ext cx="53009" cy="612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517711" y="2831909"/>
            <a:ext cx="53009" cy="6688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570720" y="2898796"/>
            <a:ext cx="53008" cy="6980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623728" y="2968602"/>
            <a:ext cx="53009" cy="6993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676737" y="3038537"/>
            <a:ext cx="53009" cy="672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729746" y="3105802"/>
            <a:ext cx="53008" cy="6190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782754" y="3167707"/>
            <a:ext cx="53009" cy="540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835763" y="3221775"/>
            <a:ext cx="53009" cy="440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888772" y="3265845"/>
            <a:ext cx="53008" cy="323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941780" y="3298154"/>
            <a:ext cx="53009" cy="192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994789" y="3317408"/>
            <a:ext cx="53009" cy="543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047798" y="3314227"/>
            <a:ext cx="53008" cy="861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100806" y="3291919"/>
            <a:ext cx="53009" cy="223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153815" y="3256806"/>
            <a:ext cx="53009" cy="351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0206824" y="3210293"/>
            <a:ext cx="53009" cy="465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0259833" y="3154241"/>
            <a:ext cx="53008" cy="560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0312841" y="3090891"/>
            <a:ext cx="53009" cy="6335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0365850" y="3022777"/>
            <a:ext cx="53009" cy="681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418859" y="2952625"/>
            <a:ext cx="53008" cy="701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471867" y="2883239"/>
            <a:ext cx="53009" cy="6938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524876" y="2817396"/>
            <a:ext cx="53009" cy="658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577885" y="2757728"/>
            <a:ext cx="53008" cy="596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630893" y="2706624"/>
            <a:ext cx="53009" cy="5110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683902" y="2666126"/>
            <a:ext cx="53009" cy="4049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736911" y="2637855"/>
            <a:ext cx="53009" cy="282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7086600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104888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条纹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7754112" y="4242816"/>
            <a:ext cx="118871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7891272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909560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四步相移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8558784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8695944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714232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D[k]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9363456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9500616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518904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FFT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10168128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94"/>
          <p:cNvSpPr/>
          <p:nvPr/>
        </p:nvSpPr>
        <p:spPr>
          <a:xfrm>
            <a:off x="10305288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0323576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坐标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0.5 步长的推荐 FFT 长度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1508760"/>
            <a:ext cx="5440680" cy="566928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682496"/>
            <a:ext cx="5257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fft_length = 2 × proj_dim,  valid_length = proj_dim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86000"/>
            <a:ext cx="5440680" cy="333756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为了让 coord_scale=1.0，需要 fft_length=proj_dim/frequency_step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frequency_step=0.5 时，fft_length=2*proj_dim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目的不是扩大投影仪坐标范围，而是让 bin 编号重新与真实坐标对齐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82880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7269480" y="4617720"/>
            <a:ext cx="3611880" cy="0"/>
          </a:xfrm>
          <a:prstGeom prst="line">
            <a:avLst/>
          </a:prstGeom>
          <a:ln w="1397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269480" y="2194560"/>
            <a:ext cx="0" cy="2423160"/>
          </a:xfrm>
          <a:prstGeom prst="line">
            <a:avLst/>
          </a:prstGeom>
          <a:ln w="1397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15200" y="4229097"/>
            <a:ext cx="40277" cy="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55477" y="4229091"/>
            <a:ext cx="40277" cy="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395754" y="4229076"/>
            <a:ext cx="40277" cy="1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36031" y="4229035"/>
            <a:ext cx="40277" cy="4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476308" y="4228933"/>
            <a:ext cx="40277" cy="10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516585" y="4228690"/>
            <a:ext cx="40277" cy="24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556862" y="4228153"/>
            <a:ext cx="40278" cy="53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597140" y="4227032"/>
            <a:ext cx="40277" cy="112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637417" y="4224839"/>
            <a:ext cx="40277" cy="219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677694" y="4220813"/>
            <a:ext cx="40277" cy="402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717971" y="4213889"/>
            <a:ext cx="40277" cy="692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758248" y="4202748"/>
            <a:ext cx="40277" cy="1114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798525" y="4186013"/>
            <a:ext cx="40277" cy="1673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838802" y="4162609"/>
            <a:ext cx="40278" cy="2340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879080" y="4132259"/>
            <a:ext cx="40277" cy="3035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919357" y="4095984"/>
            <a:ext cx="40277" cy="3627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959634" y="4056405"/>
            <a:ext cx="40277" cy="3957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999911" y="4017650"/>
            <a:ext cx="40277" cy="3875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040188" y="3984749"/>
            <a:ext cx="40277" cy="3290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080465" y="3962600"/>
            <a:ext cx="40277" cy="2214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120742" y="3954779"/>
            <a:ext cx="40278" cy="782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161020" y="3954779"/>
            <a:ext cx="40277" cy="782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201297" y="3962600"/>
            <a:ext cx="40277" cy="2214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241574" y="3984749"/>
            <a:ext cx="40277" cy="3290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281851" y="4017650"/>
            <a:ext cx="40277" cy="3875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22128" y="4056405"/>
            <a:ext cx="40277" cy="3957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62405" y="4095984"/>
            <a:ext cx="40277" cy="3627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402682" y="4132259"/>
            <a:ext cx="40278" cy="3034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442960" y="4162608"/>
            <a:ext cx="40277" cy="2340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483237" y="4186010"/>
            <a:ext cx="40277" cy="1673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523514" y="4202740"/>
            <a:ext cx="40277" cy="1112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563791" y="4213866"/>
            <a:ext cx="40277" cy="688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604068" y="4220750"/>
            <a:ext cx="40277" cy="391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644345" y="4224668"/>
            <a:ext cx="40277" cy="192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684622" y="4226596"/>
            <a:ext cx="40278" cy="49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724900" y="4226252"/>
            <a:ext cx="40277" cy="84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8765177" y="4223586"/>
            <a:ext cx="40277" cy="266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8805454" y="4217888"/>
            <a:ext cx="40277" cy="569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8845731" y="4206978"/>
            <a:ext cx="40277" cy="1091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886008" y="4187437"/>
            <a:ext cx="40277" cy="1954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926285" y="4154439"/>
            <a:ext cx="40277" cy="3299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966562" y="4101861"/>
            <a:ext cx="40278" cy="5257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006840" y="4022910"/>
            <a:ext cx="40277" cy="7895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047117" y="3911387"/>
            <a:ext cx="40277" cy="11152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9087394" y="3763602"/>
            <a:ext cx="40277" cy="14778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9127671" y="3580590"/>
            <a:ext cx="40277" cy="18301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9167948" y="3370025"/>
            <a:ext cx="40277" cy="21056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9208225" y="3147015"/>
            <a:ext cx="40277" cy="22301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9248502" y="2933094"/>
            <a:ext cx="40278" cy="21392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9288780" y="2753160"/>
            <a:ext cx="40277" cy="17993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9329057" y="2630846"/>
            <a:ext cx="40277" cy="12231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9369334" y="2583445"/>
            <a:ext cx="40277" cy="4740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409611" y="2583445"/>
            <a:ext cx="40277" cy="3446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449888" y="2617908"/>
            <a:ext cx="40277" cy="11126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490165" y="2729168"/>
            <a:ext cx="40277" cy="17219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530442" y="2901364"/>
            <a:ext cx="40278" cy="21018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570720" y="3111549"/>
            <a:ext cx="40277" cy="22313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610997" y="3334686"/>
            <a:ext cx="40277" cy="21376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651274" y="3548447"/>
            <a:ext cx="40277" cy="18812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691551" y="3736575"/>
            <a:ext cx="40277" cy="15364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731828" y="3890219"/>
            <a:ext cx="40277" cy="11717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9772105" y="4007392"/>
            <a:ext cx="40277" cy="8378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812382" y="4091179"/>
            <a:ext cx="40278" cy="5633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9852660" y="4147517"/>
            <a:ext cx="40277" cy="3569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9892937" y="4183214"/>
            <a:ext cx="40277" cy="2134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9933214" y="4204560"/>
            <a:ext cx="40277" cy="1206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9973491" y="4216620"/>
            <a:ext cx="40277" cy="644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013768" y="4223065"/>
            <a:ext cx="40277" cy="326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054045" y="4226325"/>
            <a:ext cx="40277" cy="156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094322" y="4227887"/>
            <a:ext cx="40277" cy="70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134599" y="4228595"/>
            <a:ext cx="40278" cy="30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174877" y="4228900"/>
            <a:ext cx="40277" cy="12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0215154" y="4229025"/>
            <a:ext cx="40277" cy="4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0255431" y="4229073"/>
            <a:ext cx="40277" cy="1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0295708" y="4229090"/>
            <a:ext cx="40277" cy="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0335985" y="4229097"/>
            <a:ext cx="40277" cy="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0376262" y="4229099"/>
            <a:ext cx="40278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0416540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0456817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0497094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0537371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0577648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0617925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10658202" y="4229099"/>
            <a:ext cx="40278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9144000" y="2194560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87B44"/>
                </a:solidFill>
                <a:latin typeface="Microsoft YaHei"/>
                <a:ea typeface="Microsoft YaHei"/>
                <a:cs typeface="Microsoft YaHei"/>
              </a:rPr>
              <a:t>argmax |C|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有效频谱裁切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1508760"/>
            <a:ext cx="5440680" cy="566928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682496"/>
            <a:ext cx="5257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fft_length = 2 × proj_dim,  valid_length = proj_dim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86000"/>
            <a:ext cx="5440680" cy="333756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当 fft_length=2*proj_dim 时，FFT 输出 0..2N-1，但投影仪坐标只有 0..N-1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应只在 C_magnitude[:proj_dim] 内 argmax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后半段属于负频率/非法坐标，不应参与最终坐标输出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82880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7269480" y="4617720"/>
            <a:ext cx="3611880" cy="0"/>
          </a:xfrm>
          <a:prstGeom prst="line">
            <a:avLst/>
          </a:prstGeom>
          <a:ln w="1397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269480" y="2194560"/>
            <a:ext cx="0" cy="2423160"/>
          </a:xfrm>
          <a:prstGeom prst="line">
            <a:avLst/>
          </a:prstGeom>
          <a:ln w="1397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15200" y="4229097"/>
            <a:ext cx="40277" cy="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55477" y="4229091"/>
            <a:ext cx="40277" cy="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395754" y="4229076"/>
            <a:ext cx="40277" cy="1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36031" y="4229035"/>
            <a:ext cx="40277" cy="4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476308" y="4228933"/>
            <a:ext cx="40277" cy="10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516585" y="4228690"/>
            <a:ext cx="40277" cy="24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556862" y="4228153"/>
            <a:ext cx="40278" cy="53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597140" y="4227032"/>
            <a:ext cx="40277" cy="112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637417" y="4224839"/>
            <a:ext cx="40277" cy="219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677694" y="4220813"/>
            <a:ext cx="40277" cy="402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717971" y="4213889"/>
            <a:ext cx="40277" cy="692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758248" y="4202748"/>
            <a:ext cx="40277" cy="1114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798525" y="4186013"/>
            <a:ext cx="40277" cy="1673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838802" y="4162609"/>
            <a:ext cx="40278" cy="2340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879080" y="4132259"/>
            <a:ext cx="40277" cy="3035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919357" y="4095984"/>
            <a:ext cx="40277" cy="3627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959634" y="4056405"/>
            <a:ext cx="40277" cy="3957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999911" y="4017650"/>
            <a:ext cx="40277" cy="3875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040188" y="3984749"/>
            <a:ext cx="40277" cy="3290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080465" y="3962600"/>
            <a:ext cx="40277" cy="2214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120742" y="3954779"/>
            <a:ext cx="40278" cy="782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161020" y="3954779"/>
            <a:ext cx="40277" cy="782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201297" y="3962600"/>
            <a:ext cx="40277" cy="2214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241574" y="3984749"/>
            <a:ext cx="40277" cy="3290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281851" y="4017650"/>
            <a:ext cx="40277" cy="3875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22128" y="4056405"/>
            <a:ext cx="40277" cy="3957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62405" y="4095984"/>
            <a:ext cx="40277" cy="3627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402682" y="4132259"/>
            <a:ext cx="40278" cy="3034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442960" y="4162608"/>
            <a:ext cx="40277" cy="2340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483237" y="4186010"/>
            <a:ext cx="40277" cy="1673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523514" y="4202740"/>
            <a:ext cx="40277" cy="1112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563791" y="4213866"/>
            <a:ext cx="40277" cy="688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604068" y="4220750"/>
            <a:ext cx="40277" cy="391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644345" y="4224668"/>
            <a:ext cx="40277" cy="192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684622" y="4226596"/>
            <a:ext cx="40278" cy="49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724900" y="4226252"/>
            <a:ext cx="40277" cy="84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8765177" y="4223586"/>
            <a:ext cx="40277" cy="266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8805454" y="4217888"/>
            <a:ext cx="40277" cy="569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8845731" y="4206978"/>
            <a:ext cx="40277" cy="1091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886008" y="4187437"/>
            <a:ext cx="40277" cy="1954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926285" y="4154439"/>
            <a:ext cx="40277" cy="3299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966562" y="4101861"/>
            <a:ext cx="40278" cy="5257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006840" y="4022910"/>
            <a:ext cx="40277" cy="7895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047117" y="3911387"/>
            <a:ext cx="40277" cy="11152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9087394" y="3763602"/>
            <a:ext cx="40277" cy="14778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9127671" y="3580590"/>
            <a:ext cx="40277" cy="18301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9167948" y="3370025"/>
            <a:ext cx="40277" cy="21056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9208225" y="3147015"/>
            <a:ext cx="40277" cy="22301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9248502" y="2933094"/>
            <a:ext cx="40278" cy="21392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9288780" y="2753160"/>
            <a:ext cx="40277" cy="17993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9329057" y="2630846"/>
            <a:ext cx="40277" cy="12231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9369334" y="2583445"/>
            <a:ext cx="40277" cy="4740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409611" y="2583445"/>
            <a:ext cx="40277" cy="3446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449888" y="2617908"/>
            <a:ext cx="40277" cy="11126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490165" y="2729168"/>
            <a:ext cx="40277" cy="17219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530442" y="2901364"/>
            <a:ext cx="40278" cy="21018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570720" y="3111549"/>
            <a:ext cx="40277" cy="22313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610997" y="3334686"/>
            <a:ext cx="40277" cy="21376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651274" y="3548447"/>
            <a:ext cx="40277" cy="18812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691551" y="3736575"/>
            <a:ext cx="40277" cy="15364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731828" y="3890219"/>
            <a:ext cx="40277" cy="11717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9772105" y="4007392"/>
            <a:ext cx="40277" cy="8378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812382" y="4091179"/>
            <a:ext cx="40278" cy="5633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9852660" y="4147517"/>
            <a:ext cx="40277" cy="3569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9892937" y="4183214"/>
            <a:ext cx="40277" cy="2134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9933214" y="4204560"/>
            <a:ext cx="40277" cy="1206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9973491" y="4216620"/>
            <a:ext cx="40277" cy="644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013768" y="4223065"/>
            <a:ext cx="40277" cy="326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054045" y="4226325"/>
            <a:ext cx="40277" cy="156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094322" y="4227887"/>
            <a:ext cx="40277" cy="70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134599" y="4228595"/>
            <a:ext cx="40278" cy="30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174877" y="4228900"/>
            <a:ext cx="40277" cy="12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0215154" y="4229025"/>
            <a:ext cx="40277" cy="4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0255431" y="4229073"/>
            <a:ext cx="40277" cy="1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0295708" y="4229090"/>
            <a:ext cx="40277" cy="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0335985" y="4229097"/>
            <a:ext cx="40277" cy="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0376262" y="4229099"/>
            <a:ext cx="40278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0416540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0456817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0497094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0537371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0577648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0617925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10658202" y="4229099"/>
            <a:ext cx="40278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9144000" y="2194560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87B44"/>
                </a:solidFill>
                <a:latin typeface="Microsoft YaHei"/>
                <a:ea typeface="Microsoft YaHei"/>
                <a:cs typeface="Microsoft YaHei"/>
              </a:rPr>
              <a:t>argmax |C|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N=8 的半步频率例子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5440680" cy="4069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N=8、s=0.5、L=16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bin 0..7 对应坐标 0..7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bin 8 是边界频率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bin 9..15 可理解为 -7..-1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真实坐标 u=5 的峰应在 bin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7132320" y="2901926"/>
            <a:ext cx="53008" cy="6987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185328" y="2834848"/>
            <a:ext cx="53009" cy="6707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238337" y="2773247"/>
            <a:ext cx="53009" cy="6160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291346" y="2719588"/>
            <a:ext cx="53008" cy="5365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44354" y="2676018"/>
            <a:ext cx="53009" cy="435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97363" y="2644279"/>
            <a:ext cx="53009" cy="31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50372" y="2625641"/>
            <a:ext cx="53008" cy="1863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503380" y="2620848"/>
            <a:ext cx="53009" cy="479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6389" y="2620848"/>
            <a:ext cx="53009" cy="92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09398" y="2630094"/>
            <a:ext cx="53008" cy="229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62406" y="2653007"/>
            <a:ext cx="53009" cy="356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15415" y="2688672"/>
            <a:ext cx="53009" cy="4699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68424" y="2735662"/>
            <a:ext cx="53009" cy="564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21433" y="2792098"/>
            <a:ext cx="53008" cy="6362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74441" y="2855721"/>
            <a:ext cx="53009" cy="6826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927450" y="2923987"/>
            <a:ext cx="53009" cy="701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80459" y="2994166"/>
            <a:ext cx="53008" cy="692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033467" y="3063450"/>
            <a:ext cx="53009" cy="656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086476" y="3129069"/>
            <a:ext cx="53009" cy="5932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39485" y="3188396"/>
            <a:ext cx="53008" cy="5066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192493" y="3239060"/>
            <a:ext cx="53009" cy="3997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45502" y="3279033"/>
            <a:ext cx="53009" cy="2768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98511" y="3306718"/>
            <a:ext cx="53009" cy="142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51520" y="3321006"/>
            <a:ext cx="53008" cy="3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404528" y="3307664"/>
            <a:ext cx="53009" cy="1366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457537" y="3280569"/>
            <a:ext cx="53009" cy="270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510546" y="3241123"/>
            <a:ext cx="53008" cy="394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563554" y="3190904"/>
            <a:ext cx="53009" cy="502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616563" y="3131921"/>
            <a:ext cx="53009" cy="5898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69572" y="3066533"/>
            <a:ext cx="53008" cy="653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722580" y="2997356"/>
            <a:ext cx="53009" cy="691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775589" y="2927157"/>
            <a:ext cx="53009" cy="701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828598" y="2858743"/>
            <a:ext cx="53008" cy="684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881606" y="2794852"/>
            <a:ext cx="53009" cy="638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934615" y="2738038"/>
            <a:ext cx="53009" cy="568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987624" y="2690575"/>
            <a:ext cx="53009" cy="4746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040633" y="2654361"/>
            <a:ext cx="53008" cy="362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093641" y="2630844"/>
            <a:ext cx="53009" cy="2351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146650" y="2620965"/>
            <a:ext cx="53009" cy="98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99659" y="2620965"/>
            <a:ext cx="53008" cy="41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52667" y="2625119"/>
            <a:ext cx="53009" cy="1802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305676" y="2643140"/>
            <a:ext cx="53009" cy="311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358685" y="2674307"/>
            <a:ext cx="53008" cy="430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411693" y="2717374"/>
            <a:ext cx="53009" cy="5324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464702" y="2770618"/>
            <a:ext cx="53009" cy="612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517711" y="2831909"/>
            <a:ext cx="53009" cy="6688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570720" y="2898796"/>
            <a:ext cx="53008" cy="6980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623728" y="2968602"/>
            <a:ext cx="53009" cy="6993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676737" y="3038537"/>
            <a:ext cx="53009" cy="672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729746" y="3105802"/>
            <a:ext cx="53008" cy="6190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782754" y="3167707"/>
            <a:ext cx="53009" cy="540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835763" y="3221775"/>
            <a:ext cx="53009" cy="440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888772" y="3265845"/>
            <a:ext cx="53008" cy="323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941780" y="3298154"/>
            <a:ext cx="53009" cy="192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994789" y="3317408"/>
            <a:ext cx="53009" cy="543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047798" y="3314227"/>
            <a:ext cx="53008" cy="861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100806" y="3291919"/>
            <a:ext cx="53009" cy="223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153815" y="3256806"/>
            <a:ext cx="53009" cy="351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206824" y="3210293"/>
            <a:ext cx="53009" cy="465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259833" y="3154241"/>
            <a:ext cx="53008" cy="560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0312841" y="3090891"/>
            <a:ext cx="53009" cy="6335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0365850" y="3022777"/>
            <a:ext cx="53009" cy="681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0418859" y="2952625"/>
            <a:ext cx="53008" cy="701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0471867" y="2883239"/>
            <a:ext cx="53009" cy="6938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524876" y="2817396"/>
            <a:ext cx="53009" cy="658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577885" y="2757728"/>
            <a:ext cx="53008" cy="596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630893" y="2706624"/>
            <a:ext cx="53009" cy="5110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683902" y="2666126"/>
            <a:ext cx="53009" cy="4049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736911" y="2637855"/>
            <a:ext cx="53009" cy="282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7086600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104888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条纹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754112" y="4242816"/>
            <a:ext cx="118871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7891272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909560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四步相移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58784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8695944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714232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D[k]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9363456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9500616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518904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FFT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168128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10305288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323576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坐标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常见误解澄清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5440680" cy="4069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误解 1：fft_length=2N 后 bin 800 对应坐标 400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正确：在推荐方案中 coord_scale=1，bin 800 就是坐标 800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误解 2：直接全局 argmax 更完整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正确：工程上需加入物理范围约束，只在前 proj_dim 个 bin 找峰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7132320" y="2901926"/>
            <a:ext cx="53008" cy="6987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185328" y="2834848"/>
            <a:ext cx="53009" cy="6707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238337" y="2773247"/>
            <a:ext cx="53009" cy="6160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291346" y="2719588"/>
            <a:ext cx="53008" cy="5365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44354" y="2676018"/>
            <a:ext cx="53009" cy="435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97363" y="2644279"/>
            <a:ext cx="53009" cy="31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50372" y="2625641"/>
            <a:ext cx="53008" cy="1863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503380" y="2620848"/>
            <a:ext cx="53009" cy="479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6389" y="2620848"/>
            <a:ext cx="53009" cy="92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09398" y="2630094"/>
            <a:ext cx="53008" cy="229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62406" y="2653007"/>
            <a:ext cx="53009" cy="356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15415" y="2688672"/>
            <a:ext cx="53009" cy="4699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68424" y="2735662"/>
            <a:ext cx="53009" cy="564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21433" y="2792098"/>
            <a:ext cx="53008" cy="6362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74441" y="2855721"/>
            <a:ext cx="53009" cy="6826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927450" y="2923987"/>
            <a:ext cx="53009" cy="701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80459" y="2994166"/>
            <a:ext cx="53008" cy="692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033467" y="3063450"/>
            <a:ext cx="53009" cy="656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086476" y="3129069"/>
            <a:ext cx="53009" cy="5932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39485" y="3188396"/>
            <a:ext cx="53008" cy="5066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192493" y="3239060"/>
            <a:ext cx="53009" cy="3997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45502" y="3279033"/>
            <a:ext cx="53009" cy="2768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98511" y="3306718"/>
            <a:ext cx="53009" cy="142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51520" y="3321006"/>
            <a:ext cx="53008" cy="3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404528" y="3307664"/>
            <a:ext cx="53009" cy="1366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457537" y="3280569"/>
            <a:ext cx="53009" cy="270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510546" y="3241123"/>
            <a:ext cx="53008" cy="394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563554" y="3190904"/>
            <a:ext cx="53009" cy="502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616563" y="3131921"/>
            <a:ext cx="53009" cy="5898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69572" y="3066533"/>
            <a:ext cx="53008" cy="653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722580" y="2997356"/>
            <a:ext cx="53009" cy="691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775589" y="2927157"/>
            <a:ext cx="53009" cy="701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828598" y="2858743"/>
            <a:ext cx="53008" cy="684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881606" y="2794852"/>
            <a:ext cx="53009" cy="638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934615" y="2738038"/>
            <a:ext cx="53009" cy="568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987624" y="2690575"/>
            <a:ext cx="53009" cy="4746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040633" y="2654361"/>
            <a:ext cx="53008" cy="362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093641" y="2630844"/>
            <a:ext cx="53009" cy="2351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146650" y="2620965"/>
            <a:ext cx="53009" cy="98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99659" y="2620965"/>
            <a:ext cx="53008" cy="41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52667" y="2625119"/>
            <a:ext cx="53009" cy="1802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305676" y="2643140"/>
            <a:ext cx="53009" cy="311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358685" y="2674307"/>
            <a:ext cx="53008" cy="430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411693" y="2717374"/>
            <a:ext cx="53009" cy="5324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464702" y="2770618"/>
            <a:ext cx="53009" cy="612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517711" y="2831909"/>
            <a:ext cx="53009" cy="6688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570720" y="2898796"/>
            <a:ext cx="53008" cy="6980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623728" y="2968602"/>
            <a:ext cx="53009" cy="6993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676737" y="3038537"/>
            <a:ext cx="53009" cy="672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729746" y="3105802"/>
            <a:ext cx="53008" cy="6190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782754" y="3167707"/>
            <a:ext cx="53009" cy="540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835763" y="3221775"/>
            <a:ext cx="53009" cy="440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888772" y="3265845"/>
            <a:ext cx="53008" cy="323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941780" y="3298154"/>
            <a:ext cx="53009" cy="192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994789" y="3317408"/>
            <a:ext cx="53009" cy="543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047798" y="3314227"/>
            <a:ext cx="53008" cy="861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100806" y="3291919"/>
            <a:ext cx="53009" cy="223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153815" y="3256806"/>
            <a:ext cx="53009" cy="351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206824" y="3210293"/>
            <a:ext cx="53009" cy="465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259833" y="3154241"/>
            <a:ext cx="53008" cy="560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0312841" y="3090891"/>
            <a:ext cx="53009" cy="6335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0365850" y="3022777"/>
            <a:ext cx="53009" cy="681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0418859" y="2952625"/>
            <a:ext cx="53008" cy="701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0471867" y="2883239"/>
            <a:ext cx="53009" cy="6938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524876" y="2817396"/>
            <a:ext cx="53009" cy="658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577885" y="2757728"/>
            <a:ext cx="53008" cy="596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630893" y="2706624"/>
            <a:ext cx="53009" cy="5110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683902" y="2666126"/>
            <a:ext cx="53009" cy="4049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736911" y="2637855"/>
            <a:ext cx="53009" cy="282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7086600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104888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条纹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754112" y="4242816"/>
            <a:ext cx="118871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7891272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909560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四步相移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58784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8695944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714232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D[k]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9363456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9500616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518904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FFT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168128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10305288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323576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坐标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推荐修改 _get_fft_params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5440680" cy="4069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更通用写法：fft_length=int(round(proj_dim/frequency_step))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valid_length=proj_dim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coord_scale=proj_dim/(fft_length*frequency_step)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返回 fft_length、coord_scale、valid_length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7132320" y="2901926"/>
            <a:ext cx="53008" cy="6987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185328" y="2834848"/>
            <a:ext cx="53009" cy="6707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238337" y="2773247"/>
            <a:ext cx="53009" cy="6160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291346" y="2719588"/>
            <a:ext cx="53008" cy="5365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44354" y="2676018"/>
            <a:ext cx="53009" cy="435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97363" y="2644279"/>
            <a:ext cx="53009" cy="31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50372" y="2625641"/>
            <a:ext cx="53008" cy="1863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503380" y="2620848"/>
            <a:ext cx="53009" cy="479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6389" y="2620848"/>
            <a:ext cx="53009" cy="92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09398" y="2630094"/>
            <a:ext cx="53008" cy="229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62406" y="2653007"/>
            <a:ext cx="53009" cy="356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15415" y="2688672"/>
            <a:ext cx="53009" cy="4699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68424" y="2735662"/>
            <a:ext cx="53009" cy="564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21433" y="2792098"/>
            <a:ext cx="53008" cy="6362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74441" y="2855721"/>
            <a:ext cx="53009" cy="6826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927450" y="2923987"/>
            <a:ext cx="53009" cy="701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80459" y="2994166"/>
            <a:ext cx="53008" cy="692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033467" y="3063450"/>
            <a:ext cx="53009" cy="656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086476" y="3129069"/>
            <a:ext cx="53009" cy="5932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39485" y="3188396"/>
            <a:ext cx="53008" cy="5066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192493" y="3239060"/>
            <a:ext cx="53009" cy="3997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45502" y="3279033"/>
            <a:ext cx="53009" cy="2768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98511" y="3306718"/>
            <a:ext cx="53009" cy="142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51520" y="3321006"/>
            <a:ext cx="53008" cy="3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404528" y="3307664"/>
            <a:ext cx="53009" cy="1366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457537" y="3280569"/>
            <a:ext cx="53009" cy="270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510546" y="3241123"/>
            <a:ext cx="53008" cy="394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563554" y="3190904"/>
            <a:ext cx="53009" cy="502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616563" y="3131921"/>
            <a:ext cx="53009" cy="5898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69572" y="3066533"/>
            <a:ext cx="53008" cy="653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722580" y="2997356"/>
            <a:ext cx="53009" cy="691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775589" y="2927157"/>
            <a:ext cx="53009" cy="701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828598" y="2858743"/>
            <a:ext cx="53008" cy="684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881606" y="2794852"/>
            <a:ext cx="53009" cy="638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934615" y="2738038"/>
            <a:ext cx="53009" cy="568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987624" y="2690575"/>
            <a:ext cx="53009" cy="4746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040633" y="2654361"/>
            <a:ext cx="53008" cy="362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093641" y="2630844"/>
            <a:ext cx="53009" cy="2351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146650" y="2620965"/>
            <a:ext cx="53009" cy="98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99659" y="2620965"/>
            <a:ext cx="53008" cy="41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52667" y="2625119"/>
            <a:ext cx="53009" cy="1802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305676" y="2643140"/>
            <a:ext cx="53009" cy="311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358685" y="2674307"/>
            <a:ext cx="53008" cy="430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411693" y="2717374"/>
            <a:ext cx="53009" cy="5324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464702" y="2770618"/>
            <a:ext cx="53009" cy="612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517711" y="2831909"/>
            <a:ext cx="53009" cy="6688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570720" y="2898796"/>
            <a:ext cx="53008" cy="6980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623728" y="2968602"/>
            <a:ext cx="53009" cy="6993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676737" y="3038537"/>
            <a:ext cx="53009" cy="672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729746" y="3105802"/>
            <a:ext cx="53008" cy="6190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782754" y="3167707"/>
            <a:ext cx="53009" cy="540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835763" y="3221775"/>
            <a:ext cx="53009" cy="440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888772" y="3265845"/>
            <a:ext cx="53008" cy="323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941780" y="3298154"/>
            <a:ext cx="53009" cy="192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994789" y="3317408"/>
            <a:ext cx="53009" cy="543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047798" y="3314227"/>
            <a:ext cx="53008" cy="861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100806" y="3291919"/>
            <a:ext cx="53009" cy="223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153815" y="3256806"/>
            <a:ext cx="53009" cy="351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206824" y="3210293"/>
            <a:ext cx="53009" cy="465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259833" y="3154241"/>
            <a:ext cx="53008" cy="560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0312841" y="3090891"/>
            <a:ext cx="53009" cy="6335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0365850" y="3022777"/>
            <a:ext cx="53009" cy="681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0418859" y="2952625"/>
            <a:ext cx="53008" cy="701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0471867" y="2883239"/>
            <a:ext cx="53009" cy="6938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524876" y="2817396"/>
            <a:ext cx="53009" cy="658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577885" y="2757728"/>
            <a:ext cx="53008" cy="596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630893" y="2706624"/>
            <a:ext cx="53009" cy="5110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683902" y="2666126"/>
            <a:ext cx="53009" cy="4049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736911" y="2637855"/>
            <a:ext cx="53009" cy="282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7086600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104888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条纹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754112" y="4242816"/>
            <a:ext cx="118871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7891272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909560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四步相移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58784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8695944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714232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D[k]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9363456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9500616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518904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FFT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168128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10305288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323576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坐标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推荐修改解码逻辑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5440680" cy="4069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先完整 FFT，再 C_valid=C_magnitude[:valid_length]，随后在 C_valid 内 argmax 与 max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peak 仍除以 fft_length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核心变化：FFT 可算更多 bin，但找峰只在有效投影仪坐标范围内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7132320" y="2901926"/>
            <a:ext cx="53008" cy="6987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185328" y="2834848"/>
            <a:ext cx="53009" cy="6707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238337" y="2773247"/>
            <a:ext cx="53009" cy="6160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291346" y="2719588"/>
            <a:ext cx="53008" cy="5365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44354" y="2676018"/>
            <a:ext cx="53009" cy="435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97363" y="2644279"/>
            <a:ext cx="53009" cy="31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50372" y="2625641"/>
            <a:ext cx="53008" cy="1863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503380" y="2620848"/>
            <a:ext cx="53009" cy="479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6389" y="2620848"/>
            <a:ext cx="53009" cy="92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09398" y="2630094"/>
            <a:ext cx="53008" cy="229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62406" y="2653007"/>
            <a:ext cx="53009" cy="356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15415" y="2688672"/>
            <a:ext cx="53009" cy="4699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68424" y="2735662"/>
            <a:ext cx="53009" cy="564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21433" y="2792098"/>
            <a:ext cx="53008" cy="6362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74441" y="2855721"/>
            <a:ext cx="53009" cy="6826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927450" y="2923987"/>
            <a:ext cx="53009" cy="701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80459" y="2994166"/>
            <a:ext cx="53008" cy="692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033467" y="3063450"/>
            <a:ext cx="53009" cy="656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086476" y="3129069"/>
            <a:ext cx="53009" cy="5932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39485" y="3188396"/>
            <a:ext cx="53008" cy="5066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192493" y="3239060"/>
            <a:ext cx="53009" cy="3997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45502" y="3279033"/>
            <a:ext cx="53009" cy="2768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98511" y="3306718"/>
            <a:ext cx="53009" cy="142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51520" y="3321006"/>
            <a:ext cx="53008" cy="3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404528" y="3307664"/>
            <a:ext cx="53009" cy="1366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457537" y="3280569"/>
            <a:ext cx="53009" cy="270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510546" y="3241123"/>
            <a:ext cx="53008" cy="394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563554" y="3190904"/>
            <a:ext cx="53009" cy="502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616563" y="3131921"/>
            <a:ext cx="53009" cy="5898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69572" y="3066533"/>
            <a:ext cx="53008" cy="653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722580" y="2997356"/>
            <a:ext cx="53009" cy="691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775589" y="2927157"/>
            <a:ext cx="53009" cy="701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828598" y="2858743"/>
            <a:ext cx="53008" cy="684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881606" y="2794852"/>
            <a:ext cx="53009" cy="638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934615" y="2738038"/>
            <a:ext cx="53009" cy="568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987624" y="2690575"/>
            <a:ext cx="53009" cy="4746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040633" y="2654361"/>
            <a:ext cx="53008" cy="362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093641" y="2630844"/>
            <a:ext cx="53009" cy="2351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146650" y="2620965"/>
            <a:ext cx="53009" cy="98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99659" y="2620965"/>
            <a:ext cx="53008" cy="41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52667" y="2625119"/>
            <a:ext cx="53009" cy="1802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305676" y="2643140"/>
            <a:ext cx="53009" cy="311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358685" y="2674307"/>
            <a:ext cx="53008" cy="430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411693" y="2717374"/>
            <a:ext cx="53009" cy="5324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464702" y="2770618"/>
            <a:ext cx="53009" cy="612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517711" y="2831909"/>
            <a:ext cx="53009" cy="6688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570720" y="2898796"/>
            <a:ext cx="53008" cy="6980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623728" y="2968602"/>
            <a:ext cx="53009" cy="6993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676737" y="3038537"/>
            <a:ext cx="53009" cy="672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729746" y="3105802"/>
            <a:ext cx="53008" cy="6190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782754" y="3167707"/>
            <a:ext cx="53009" cy="540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835763" y="3221775"/>
            <a:ext cx="53009" cy="440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888772" y="3265845"/>
            <a:ext cx="53008" cy="323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941780" y="3298154"/>
            <a:ext cx="53009" cy="192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994789" y="3317408"/>
            <a:ext cx="53009" cy="543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047798" y="3314227"/>
            <a:ext cx="53008" cy="861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100806" y="3291919"/>
            <a:ext cx="53009" cy="223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153815" y="3256806"/>
            <a:ext cx="53009" cy="351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206824" y="3210293"/>
            <a:ext cx="53009" cy="465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259833" y="3154241"/>
            <a:ext cx="53008" cy="560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0312841" y="3090891"/>
            <a:ext cx="53009" cy="6335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0365850" y="3022777"/>
            <a:ext cx="53009" cy="681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0418859" y="2952625"/>
            <a:ext cx="53008" cy="701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0471867" y="2883239"/>
            <a:ext cx="53009" cy="6938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524876" y="2817396"/>
            <a:ext cx="53009" cy="658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577885" y="2757728"/>
            <a:ext cx="53008" cy="596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630893" y="2706624"/>
            <a:ext cx="53009" cy="5110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683902" y="2666126"/>
            <a:ext cx="53009" cy="4049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736911" y="2637855"/>
            <a:ext cx="53009" cy="282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7086600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104888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条纹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754112" y="4242816"/>
            <a:ext cx="118871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7891272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909560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四步相移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58784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8695944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714232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D[k]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9363456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9500616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518904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FFT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168128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10305288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323576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坐标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NUM_FREQUENCIES 与图像顺序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5440680" cy="4069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0..150，step=1.0 时 NUM_FREQUENCIES=151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0,0.5,...,150，step=0.5 时 NUM_FREQUENCIES=301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每个频率 4 张相移图，总图像 301*4=1204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图像顺序仍为每个频率下 0°/90°/180°/270°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7132320" y="2901926"/>
            <a:ext cx="53008" cy="6987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185328" y="2834848"/>
            <a:ext cx="53009" cy="6707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238337" y="2773247"/>
            <a:ext cx="53009" cy="6160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291346" y="2719588"/>
            <a:ext cx="53008" cy="5365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44354" y="2676018"/>
            <a:ext cx="53009" cy="435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97363" y="2644279"/>
            <a:ext cx="53009" cy="31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50372" y="2625641"/>
            <a:ext cx="53008" cy="1863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503380" y="2620848"/>
            <a:ext cx="53009" cy="479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6389" y="2620848"/>
            <a:ext cx="53009" cy="92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09398" y="2630094"/>
            <a:ext cx="53008" cy="229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62406" y="2653007"/>
            <a:ext cx="53009" cy="356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15415" y="2688672"/>
            <a:ext cx="53009" cy="4699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68424" y="2735662"/>
            <a:ext cx="53009" cy="564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21433" y="2792098"/>
            <a:ext cx="53008" cy="6362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74441" y="2855721"/>
            <a:ext cx="53009" cy="6826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927450" y="2923987"/>
            <a:ext cx="53009" cy="701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80459" y="2994166"/>
            <a:ext cx="53008" cy="692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033467" y="3063450"/>
            <a:ext cx="53009" cy="656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086476" y="3129069"/>
            <a:ext cx="53009" cy="5932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39485" y="3188396"/>
            <a:ext cx="53008" cy="5066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192493" y="3239060"/>
            <a:ext cx="53009" cy="3997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45502" y="3279033"/>
            <a:ext cx="53009" cy="2768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98511" y="3306718"/>
            <a:ext cx="53009" cy="142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51520" y="3321006"/>
            <a:ext cx="53008" cy="3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404528" y="3307664"/>
            <a:ext cx="53009" cy="1366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457537" y="3280569"/>
            <a:ext cx="53009" cy="270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510546" y="3241123"/>
            <a:ext cx="53008" cy="394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563554" y="3190904"/>
            <a:ext cx="53009" cy="502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616563" y="3131921"/>
            <a:ext cx="53009" cy="5898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69572" y="3066533"/>
            <a:ext cx="53008" cy="653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722580" y="2997356"/>
            <a:ext cx="53009" cy="691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775589" y="2927157"/>
            <a:ext cx="53009" cy="701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828598" y="2858743"/>
            <a:ext cx="53008" cy="684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881606" y="2794852"/>
            <a:ext cx="53009" cy="638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934615" y="2738038"/>
            <a:ext cx="53009" cy="568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987624" y="2690575"/>
            <a:ext cx="53009" cy="4746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040633" y="2654361"/>
            <a:ext cx="53008" cy="362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093641" y="2630844"/>
            <a:ext cx="53009" cy="2351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146650" y="2620965"/>
            <a:ext cx="53009" cy="98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99659" y="2620965"/>
            <a:ext cx="53008" cy="41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52667" y="2625119"/>
            <a:ext cx="53009" cy="1802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305676" y="2643140"/>
            <a:ext cx="53009" cy="311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358685" y="2674307"/>
            <a:ext cx="53008" cy="430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411693" y="2717374"/>
            <a:ext cx="53009" cy="5324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464702" y="2770618"/>
            <a:ext cx="53009" cy="612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517711" y="2831909"/>
            <a:ext cx="53009" cy="6688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570720" y="2898796"/>
            <a:ext cx="53008" cy="6980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623728" y="2968602"/>
            <a:ext cx="53009" cy="6993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676737" y="3038537"/>
            <a:ext cx="53009" cy="672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729746" y="3105802"/>
            <a:ext cx="53008" cy="6190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782754" y="3167707"/>
            <a:ext cx="53009" cy="540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835763" y="3221775"/>
            <a:ext cx="53009" cy="440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888772" y="3265845"/>
            <a:ext cx="53008" cy="323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941780" y="3298154"/>
            <a:ext cx="53009" cy="192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994789" y="3317408"/>
            <a:ext cx="53009" cy="543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047798" y="3314227"/>
            <a:ext cx="53008" cy="861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100806" y="3291919"/>
            <a:ext cx="53009" cy="223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153815" y="3256806"/>
            <a:ext cx="53009" cy="351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206824" y="3210293"/>
            <a:ext cx="53009" cy="465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259833" y="3154241"/>
            <a:ext cx="53008" cy="560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0312841" y="3090891"/>
            <a:ext cx="53009" cy="6335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0365850" y="3022777"/>
            <a:ext cx="53009" cy="681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0418859" y="2952625"/>
            <a:ext cx="53008" cy="701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0471867" y="2883239"/>
            <a:ext cx="53009" cy="6938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524876" y="2817396"/>
            <a:ext cx="53009" cy="658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577885" y="2757728"/>
            <a:ext cx="53008" cy="596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630893" y="2706624"/>
            <a:ext cx="53009" cy="5110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683902" y="2666126"/>
            <a:ext cx="53009" cy="4049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736911" y="2637855"/>
            <a:ext cx="53009" cy="282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7086600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104888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条纹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754112" y="4242816"/>
            <a:ext cx="118871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7891272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909560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四步相移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58784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8695944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714232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D[k]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9363456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9500616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518904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FFT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168128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10305288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323576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坐标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计算量、内存与 block_size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5440680" cy="4069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主要计算来自 Hc*Wc 个像素各做一次长度 fft_length 的 FFT，复杂度约 O(HcWc*fft_length*log(fft_length))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0.5 步长会使 fft_length 翻倍，内存和时间上升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可减小 block_size 或启用低内存模式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7132320" y="2901926"/>
            <a:ext cx="53008" cy="6987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185328" y="2834848"/>
            <a:ext cx="53009" cy="6707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238337" y="2773247"/>
            <a:ext cx="53009" cy="6160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291346" y="2719588"/>
            <a:ext cx="53008" cy="5365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44354" y="2676018"/>
            <a:ext cx="53009" cy="435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97363" y="2644279"/>
            <a:ext cx="53009" cy="31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50372" y="2625641"/>
            <a:ext cx="53008" cy="1863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503380" y="2620848"/>
            <a:ext cx="53009" cy="479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6389" y="2620848"/>
            <a:ext cx="53009" cy="92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09398" y="2630094"/>
            <a:ext cx="53008" cy="229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62406" y="2653007"/>
            <a:ext cx="53009" cy="356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15415" y="2688672"/>
            <a:ext cx="53009" cy="4699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68424" y="2735662"/>
            <a:ext cx="53009" cy="564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21433" y="2792098"/>
            <a:ext cx="53008" cy="6362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74441" y="2855721"/>
            <a:ext cx="53009" cy="6826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927450" y="2923987"/>
            <a:ext cx="53009" cy="701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80459" y="2994166"/>
            <a:ext cx="53008" cy="692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033467" y="3063450"/>
            <a:ext cx="53009" cy="656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086476" y="3129069"/>
            <a:ext cx="53009" cy="5932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39485" y="3188396"/>
            <a:ext cx="53008" cy="5066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192493" y="3239060"/>
            <a:ext cx="53009" cy="3997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45502" y="3279033"/>
            <a:ext cx="53009" cy="2768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98511" y="3306718"/>
            <a:ext cx="53009" cy="142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51520" y="3321006"/>
            <a:ext cx="53008" cy="3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404528" y="3307664"/>
            <a:ext cx="53009" cy="1366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457537" y="3280569"/>
            <a:ext cx="53009" cy="270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510546" y="3241123"/>
            <a:ext cx="53008" cy="394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563554" y="3190904"/>
            <a:ext cx="53009" cy="502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616563" y="3131921"/>
            <a:ext cx="53009" cy="5898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69572" y="3066533"/>
            <a:ext cx="53008" cy="653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722580" y="2997356"/>
            <a:ext cx="53009" cy="691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775589" y="2927157"/>
            <a:ext cx="53009" cy="701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828598" y="2858743"/>
            <a:ext cx="53008" cy="684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881606" y="2794852"/>
            <a:ext cx="53009" cy="638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934615" y="2738038"/>
            <a:ext cx="53009" cy="568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987624" y="2690575"/>
            <a:ext cx="53009" cy="4746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040633" y="2654361"/>
            <a:ext cx="53008" cy="362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093641" y="2630844"/>
            <a:ext cx="53009" cy="2351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146650" y="2620965"/>
            <a:ext cx="53009" cy="98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99659" y="2620965"/>
            <a:ext cx="53008" cy="41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52667" y="2625119"/>
            <a:ext cx="53009" cy="1802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305676" y="2643140"/>
            <a:ext cx="53009" cy="311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358685" y="2674307"/>
            <a:ext cx="53008" cy="430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411693" y="2717374"/>
            <a:ext cx="53009" cy="5324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464702" y="2770618"/>
            <a:ext cx="53009" cy="612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517711" y="2831909"/>
            <a:ext cx="53009" cy="6688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570720" y="2898796"/>
            <a:ext cx="53008" cy="6980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623728" y="2968602"/>
            <a:ext cx="53009" cy="6993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676737" y="3038537"/>
            <a:ext cx="53009" cy="672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729746" y="3105802"/>
            <a:ext cx="53008" cy="6190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782754" y="3167707"/>
            <a:ext cx="53009" cy="540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835763" y="3221775"/>
            <a:ext cx="53009" cy="440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888772" y="3265845"/>
            <a:ext cx="53008" cy="323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941780" y="3298154"/>
            <a:ext cx="53009" cy="192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994789" y="3317408"/>
            <a:ext cx="53009" cy="543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047798" y="3314227"/>
            <a:ext cx="53008" cy="861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100806" y="3291919"/>
            <a:ext cx="53009" cy="223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153815" y="3256806"/>
            <a:ext cx="53009" cy="351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206824" y="3210293"/>
            <a:ext cx="53009" cy="465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259833" y="3154241"/>
            <a:ext cx="53008" cy="560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0312841" y="3090891"/>
            <a:ext cx="53009" cy="6335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0365850" y="3022777"/>
            <a:ext cx="53009" cy="681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0418859" y="2952625"/>
            <a:ext cx="53008" cy="701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0471867" y="2883239"/>
            <a:ext cx="53009" cy="6938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524876" y="2817396"/>
            <a:ext cx="53009" cy="658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577885" y="2757728"/>
            <a:ext cx="53008" cy="596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630893" y="2706624"/>
            <a:ext cx="53009" cy="5110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683902" y="2666126"/>
            <a:ext cx="53009" cy="4049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736911" y="2637855"/>
            <a:ext cx="53009" cy="282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7086600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104888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条纹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754112" y="4242816"/>
            <a:ext cx="118871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7891272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909560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四步相移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58784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8695944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714232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D[k]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9363456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9500616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518904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FFT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168128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10305288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323576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坐标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低内存模式与图像缓存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5440680" cy="4069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标准分块：速度快但中间频谱数组大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低内存模式：逐行/逐像素 FFT，内存低但更慢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ImageLoader 的 images_cache.npy 可避免重复读取 M*4 张小图，便于调参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7132320" y="2901926"/>
            <a:ext cx="53008" cy="6987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185328" y="2834848"/>
            <a:ext cx="53009" cy="6707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238337" y="2773247"/>
            <a:ext cx="53009" cy="6160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291346" y="2719588"/>
            <a:ext cx="53008" cy="5365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44354" y="2676018"/>
            <a:ext cx="53009" cy="435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97363" y="2644279"/>
            <a:ext cx="53009" cy="31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50372" y="2625641"/>
            <a:ext cx="53008" cy="1863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503380" y="2620848"/>
            <a:ext cx="53009" cy="479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6389" y="2620848"/>
            <a:ext cx="53009" cy="92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09398" y="2630094"/>
            <a:ext cx="53008" cy="229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62406" y="2653007"/>
            <a:ext cx="53009" cy="356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15415" y="2688672"/>
            <a:ext cx="53009" cy="4699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68424" y="2735662"/>
            <a:ext cx="53009" cy="564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21433" y="2792098"/>
            <a:ext cx="53008" cy="6362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74441" y="2855721"/>
            <a:ext cx="53009" cy="6826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927450" y="2923987"/>
            <a:ext cx="53009" cy="701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80459" y="2994166"/>
            <a:ext cx="53008" cy="692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033467" y="3063450"/>
            <a:ext cx="53009" cy="656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086476" y="3129069"/>
            <a:ext cx="53009" cy="5932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39485" y="3188396"/>
            <a:ext cx="53008" cy="5066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192493" y="3239060"/>
            <a:ext cx="53009" cy="3997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45502" y="3279033"/>
            <a:ext cx="53009" cy="2768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98511" y="3306718"/>
            <a:ext cx="53009" cy="142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51520" y="3321006"/>
            <a:ext cx="53008" cy="3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404528" y="3307664"/>
            <a:ext cx="53009" cy="1366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457537" y="3280569"/>
            <a:ext cx="53009" cy="270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510546" y="3241123"/>
            <a:ext cx="53008" cy="394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563554" y="3190904"/>
            <a:ext cx="53009" cy="502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616563" y="3131921"/>
            <a:ext cx="53009" cy="5898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69572" y="3066533"/>
            <a:ext cx="53008" cy="653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722580" y="2997356"/>
            <a:ext cx="53009" cy="691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775589" y="2927157"/>
            <a:ext cx="53009" cy="701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828598" y="2858743"/>
            <a:ext cx="53008" cy="684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881606" y="2794852"/>
            <a:ext cx="53009" cy="638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934615" y="2738038"/>
            <a:ext cx="53009" cy="568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987624" y="2690575"/>
            <a:ext cx="53009" cy="4746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040633" y="2654361"/>
            <a:ext cx="53008" cy="362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093641" y="2630844"/>
            <a:ext cx="53009" cy="2351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146650" y="2620965"/>
            <a:ext cx="53009" cy="98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99659" y="2620965"/>
            <a:ext cx="53008" cy="41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52667" y="2625119"/>
            <a:ext cx="53009" cy="1802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305676" y="2643140"/>
            <a:ext cx="53009" cy="311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358685" y="2674307"/>
            <a:ext cx="53008" cy="430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411693" y="2717374"/>
            <a:ext cx="53009" cy="5324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464702" y="2770618"/>
            <a:ext cx="53009" cy="612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517711" y="2831909"/>
            <a:ext cx="53009" cy="6688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570720" y="2898796"/>
            <a:ext cx="53008" cy="6980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623728" y="2968602"/>
            <a:ext cx="53009" cy="6993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676737" y="3038537"/>
            <a:ext cx="53009" cy="672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729746" y="3105802"/>
            <a:ext cx="53008" cy="6190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782754" y="3167707"/>
            <a:ext cx="53009" cy="540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835763" y="3221775"/>
            <a:ext cx="53009" cy="440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888772" y="3265845"/>
            <a:ext cx="53008" cy="323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941780" y="3298154"/>
            <a:ext cx="53009" cy="192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994789" y="3317408"/>
            <a:ext cx="53009" cy="543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047798" y="3314227"/>
            <a:ext cx="53008" cy="861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100806" y="3291919"/>
            <a:ext cx="53009" cy="223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153815" y="3256806"/>
            <a:ext cx="53009" cy="351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206824" y="3210293"/>
            <a:ext cx="53009" cy="465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259833" y="3154241"/>
            <a:ext cx="53008" cy="560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0312841" y="3090891"/>
            <a:ext cx="53009" cy="6335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0365850" y="3022777"/>
            <a:ext cx="53009" cy="681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0418859" y="2952625"/>
            <a:ext cx="53008" cy="701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0471867" y="2883239"/>
            <a:ext cx="53009" cy="6938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524876" y="2817396"/>
            <a:ext cx="53009" cy="658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577885" y="2757728"/>
            <a:ext cx="53008" cy="596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630893" y="2706624"/>
            <a:ext cx="53009" cy="5110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683902" y="2666126"/>
            <a:ext cx="53009" cy="4049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736911" y="2637855"/>
            <a:ext cx="53009" cy="282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7086600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104888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条纹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754112" y="4242816"/>
            <a:ext cx="118871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7891272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909560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四步相移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58784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8695944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714232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D[k]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9363456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9500616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518904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FFT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168128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10305288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323576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坐标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多峰检测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5440680" cy="4069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实际频谱可能有多个峰：反光、遮挡边界、多路径、低信噪比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MultiPeakDetector 会阈值去弱峰、局部极大值判断、近峰按幅值加权合并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它输出候选坐标，不直接替代主解码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7269480" y="4617720"/>
            <a:ext cx="3611880" cy="0"/>
          </a:xfrm>
          <a:prstGeom prst="line">
            <a:avLst/>
          </a:prstGeom>
          <a:ln w="1397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269480" y="2194560"/>
            <a:ext cx="0" cy="2423160"/>
          </a:xfrm>
          <a:prstGeom prst="line">
            <a:avLst/>
          </a:prstGeom>
          <a:ln w="13970">
            <a:solidFill>
              <a:srgbClr val="5B67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315200" y="4229097"/>
            <a:ext cx="40277" cy="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355477" y="4229091"/>
            <a:ext cx="40277" cy="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95754" y="4229076"/>
            <a:ext cx="40277" cy="1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436031" y="4229035"/>
            <a:ext cx="40277" cy="4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76308" y="4228933"/>
            <a:ext cx="40277" cy="10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516585" y="4228690"/>
            <a:ext cx="40277" cy="24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556862" y="4228153"/>
            <a:ext cx="40278" cy="53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597140" y="4227032"/>
            <a:ext cx="40277" cy="112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637417" y="4224839"/>
            <a:ext cx="40277" cy="219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677694" y="4220813"/>
            <a:ext cx="40277" cy="402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717971" y="4213889"/>
            <a:ext cx="40277" cy="692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758248" y="4202748"/>
            <a:ext cx="40277" cy="1114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798525" y="4186013"/>
            <a:ext cx="40277" cy="1673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838802" y="4162609"/>
            <a:ext cx="40278" cy="2340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879080" y="4132259"/>
            <a:ext cx="40277" cy="3035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919357" y="4095984"/>
            <a:ext cx="40277" cy="3627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959634" y="4056405"/>
            <a:ext cx="40277" cy="3957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999911" y="4017650"/>
            <a:ext cx="40277" cy="3875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040188" y="3984749"/>
            <a:ext cx="40277" cy="3290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080465" y="3962600"/>
            <a:ext cx="40277" cy="2214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120742" y="3954779"/>
            <a:ext cx="40278" cy="782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161020" y="3954779"/>
            <a:ext cx="40277" cy="782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201297" y="3962600"/>
            <a:ext cx="40277" cy="2214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241574" y="3984749"/>
            <a:ext cx="40277" cy="3290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281851" y="4017650"/>
            <a:ext cx="40277" cy="3875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322128" y="4056405"/>
            <a:ext cx="40277" cy="3957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62405" y="4095984"/>
            <a:ext cx="40277" cy="3627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02682" y="4132259"/>
            <a:ext cx="40278" cy="3034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442960" y="4162608"/>
            <a:ext cx="40277" cy="2340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483237" y="4186010"/>
            <a:ext cx="40277" cy="1673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523514" y="4202740"/>
            <a:ext cx="40277" cy="1112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563791" y="4213866"/>
            <a:ext cx="40277" cy="688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604068" y="4220750"/>
            <a:ext cx="40277" cy="391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644345" y="4224668"/>
            <a:ext cx="40277" cy="192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684622" y="4226596"/>
            <a:ext cx="40278" cy="499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8724900" y="4226252"/>
            <a:ext cx="40277" cy="84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765177" y="4223586"/>
            <a:ext cx="40277" cy="266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805454" y="4217888"/>
            <a:ext cx="40277" cy="569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8845731" y="4206978"/>
            <a:ext cx="40277" cy="1091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8886008" y="4187437"/>
            <a:ext cx="40277" cy="1954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8926285" y="4154439"/>
            <a:ext cx="40277" cy="3299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966562" y="4101861"/>
            <a:ext cx="40278" cy="5257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9006840" y="4022910"/>
            <a:ext cx="40277" cy="7895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047117" y="3911387"/>
            <a:ext cx="40277" cy="11152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087394" y="3763602"/>
            <a:ext cx="40277" cy="14778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127671" y="3580590"/>
            <a:ext cx="40277" cy="18301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9167948" y="3370025"/>
            <a:ext cx="40277" cy="21056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9208225" y="3147015"/>
            <a:ext cx="40277" cy="22301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9248502" y="2933094"/>
            <a:ext cx="40278" cy="21392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9288780" y="2753160"/>
            <a:ext cx="40277" cy="17993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9329057" y="2630846"/>
            <a:ext cx="40277" cy="12231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9369334" y="2583445"/>
            <a:ext cx="40277" cy="4740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409611" y="2583445"/>
            <a:ext cx="40277" cy="3446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449888" y="2617908"/>
            <a:ext cx="40277" cy="11126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490165" y="2729168"/>
            <a:ext cx="40277" cy="17219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530442" y="2901364"/>
            <a:ext cx="40278" cy="21018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570720" y="3111549"/>
            <a:ext cx="40277" cy="22313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610997" y="3334686"/>
            <a:ext cx="40277" cy="213761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651274" y="3548447"/>
            <a:ext cx="40277" cy="18812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691551" y="3736575"/>
            <a:ext cx="40277" cy="153644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731828" y="3890219"/>
            <a:ext cx="40277" cy="117173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772105" y="4007392"/>
            <a:ext cx="40277" cy="8378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812382" y="4091179"/>
            <a:ext cx="40278" cy="5633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9852660" y="4147517"/>
            <a:ext cx="40277" cy="3569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892937" y="4183214"/>
            <a:ext cx="40277" cy="21346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9933214" y="4204560"/>
            <a:ext cx="40277" cy="1206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9973491" y="4216620"/>
            <a:ext cx="40277" cy="644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0013768" y="4223065"/>
            <a:ext cx="40277" cy="326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0054045" y="4226325"/>
            <a:ext cx="40277" cy="156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094322" y="4227887"/>
            <a:ext cx="40277" cy="70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134599" y="4228595"/>
            <a:ext cx="40278" cy="30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174877" y="4228900"/>
            <a:ext cx="40277" cy="125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215154" y="4229025"/>
            <a:ext cx="40277" cy="48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255431" y="4229073"/>
            <a:ext cx="40277" cy="1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0295708" y="4229090"/>
            <a:ext cx="40277" cy="7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0335985" y="4229097"/>
            <a:ext cx="40277" cy="2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0376262" y="4229099"/>
            <a:ext cx="40278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0416540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0456817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0497094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0537371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0577648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0617925" y="4229099"/>
            <a:ext cx="40277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0658202" y="4229099"/>
            <a:ext cx="40278" cy="0"/>
          </a:xfrm>
          <a:prstGeom prst="line">
            <a:avLst/>
          </a:prstGeom>
          <a:ln w="20320">
            <a:solidFill>
              <a:srgbClr val="196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9144000" y="2194560"/>
            <a:ext cx="1234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87B44"/>
                </a:solidFill>
                <a:latin typeface="Microsoft YaHei"/>
                <a:ea typeface="Microsoft YaHei"/>
                <a:cs typeface="Microsoft YaHei"/>
              </a:rPr>
              <a:t>argmax |C|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极线约束校正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5440680" cy="4069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把 peaks_ver 与 peaks_hor 组合成候选投影仪点，用标定参数计算相机像素对应的投影仪极线，选择点到极线距离最小的候选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距离公式 d=|ax+by+c|/sqrt(a²+b²)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7132320" y="2901926"/>
            <a:ext cx="53008" cy="6987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185328" y="2834848"/>
            <a:ext cx="53009" cy="6707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238337" y="2773247"/>
            <a:ext cx="53009" cy="6160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291346" y="2719588"/>
            <a:ext cx="53008" cy="5365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44354" y="2676018"/>
            <a:ext cx="53009" cy="435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97363" y="2644279"/>
            <a:ext cx="53009" cy="31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50372" y="2625641"/>
            <a:ext cx="53008" cy="1863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503380" y="2620848"/>
            <a:ext cx="53009" cy="479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6389" y="2620848"/>
            <a:ext cx="53009" cy="92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09398" y="2630094"/>
            <a:ext cx="53008" cy="229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62406" y="2653007"/>
            <a:ext cx="53009" cy="356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15415" y="2688672"/>
            <a:ext cx="53009" cy="4699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68424" y="2735662"/>
            <a:ext cx="53009" cy="564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21433" y="2792098"/>
            <a:ext cx="53008" cy="6362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74441" y="2855721"/>
            <a:ext cx="53009" cy="6826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927450" y="2923987"/>
            <a:ext cx="53009" cy="701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80459" y="2994166"/>
            <a:ext cx="53008" cy="692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033467" y="3063450"/>
            <a:ext cx="53009" cy="656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086476" y="3129069"/>
            <a:ext cx="53009" cy="5932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39485" y="3188396"/>
            <a:ext cx="53008" cy="5066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192493" y="3239060"/>
            <a:ext cx="53009" cy="3997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45502" y="3279033"/>
            <a:ext cx="53009" cy="2768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98511" y="3306718"/>
            <a:ext cx="53009" cy="142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51520" y="3321006"/>
            <a:ext cx="53008" cy="3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404528" y="3307664"/>
            <a:ext cx="53009" cy="1366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457537" y="3280569"/>
            <a:ext cx="53009" cy="270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510546" y="3241123"/>
            <a:ext cx="53008" cy="394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563554" y="3190904"/>
            <a:ext cx="53009" cy="502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616563" y="3131921"/>
            <a:ext cx="53009" cy="5898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69572" y="3066533"/>
            <a:ext cx="53008" cy="653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722580" y="2997356"/>
            <a:ext cx="53009" cy="691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775589" y="2927157"/>
            <a:ext cx="53009" cy="701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828598" y="2858743"/>
            <a:ext cx="53008" cy="684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881606" y="2794852"/>
            <a:ext cx="53009" cy="638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934615" y="2738038"/>
            <a:ext cx="53009" cy="568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987624" y="2690575"/>
            <a:ext cx="53009" cy="4746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040633" y="2654361"/>
            <a:ext cx="53008" cy="362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093641" y="2630844"/>
            <a:ext cx="53009" cy="2351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146650" y="2620965"/>
            <a:ext cx="53009" cy="98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99659" y="2620965"/>
            <a:ext cx="53008" cy="41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52667" y="2625119"/>
            <a:ext cx="53009" cy="1802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305676" y="2643140"/>
            <a:ext cx="53009" cy="311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358685" y="2674307"/>
            <a:ext cx="53008" cy="430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411693" y="2717374"/>
            <a:ext cx="53009" cy="5324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464702" y="2770618"/>
            <a:ext cx="53009" cy="612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517711" y="2831909"/>
            <a:ext cx="53009" cy="6688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570720" y="2898796"/>
            <a:ext cx="53008" cy="6980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623728" y="2968602"/>
            <a:ext cx="53009" cy="6993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676737" y="3038537"/>
            <a:ext cx="53009" cy="672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729746" y="3105802"/>
            <a:ext cx="53008" cy="6190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782754" y="3167707"/>
            <a:ext cx="53009" cy="540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835763" y="3221775"/>
            <a:ext cx="53009" cy="440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888772" y="3265845"/>
            <a:ext cx="53008" cy="323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941780" y="3298154"/>
            <a:ext cx="53009" cy="192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994789" y="3317408"/>
            <a:ext cx="53009" cy="543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047798" y="3314227"/>
            <a:ext cx="53008" cy="861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100806" y="3291919"/>
            <a:ext cx="53009" cy="223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153815" y="3256806"/>
            <a:ext cx="53009" cy="351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206824" y="3210293"/>
            <a:ext cx="53009" cy="465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259833" y="3154241"/>
            <a:ext cx="53008" cy="560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0312841" y="3090891"/>
            <a:ext cx="53009" cy="6335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0365850" y="3022777"/>
            <a:ext cx="53009" cy="681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0418859" y="2952625"/>
            <a:ext cx="53008" cy="701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0471867" y="2883239"/>
            <a:ext cx="53009" cy="6938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524876" y="2817396"/>
            <a:ext cx="53009" cy="658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577885" y="2757728"/>
            <a:ext cx="53008" cy="596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630893" y="2706624"/>
            <a:ext cx="53009" cy="5110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683902" y="2666126"/>
            <a:ext cx="53009" cy="4049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736911" y="2637855"/>
            <a:ext cx="53009" cy="282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7086600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104888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条纹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754112" y="4242816"/>
            <a:ext cx="118871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7891272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909560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四步相移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58784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8695944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714232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D[k]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9363456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9500616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518904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FFT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168128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10305288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323576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坐标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解码质量与排查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5440680" cy="4069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peak=max(|C|)/fft_length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经验：peak&gt;1.0 信号较强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0.5~1.0 中等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≤0.5 较弱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排查顺序：图像数量/命名→VERIFY_SEQUENCE→peak 图→SPECTRUM_POINTS→多峰/极线→检查 FREQUENCY_STEP 与 FF…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7132320" y="2901926"/>
            <a:ext cx="53008" cy="6987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185328" y="2834848"/>
            <a:ext cx="53009" cy="6707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238337" y="2773247"/>
            <a:ext cx="53009" cy="6160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291346" y="2719588"/>
            <a:ext cx="53008" cy="5365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44354" y="2676018"/>
            <a:ext cx="53009" cy="435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97363" y="2644279"/>
            <a:ext cx="53009" cy="31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50372" y="2625641"/>
            <a:ext cx="53008" cy="1863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503380" y="2620848"/>
            <a:ext cx="53009" cy="479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6389" y="2620848"/>
            <a:ext cx="53009" cy="92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09398" y="2630094"/>
            <a:ext cx="53008" cy="229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62406" y="2653007"/>
            <a:ext cx="53009" cy="356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15415" y="2688672"/>
            <a:ext cx="53009" cy="4699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68424" y="2735662"/>
            <a:ext cx="53009" cy="564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21433" y="2792098"/>
            <a:ext cx="53008" cy="6362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74441" y="2855721"/>
            <a:ext cx="53009" cy="6826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927450" y="2923987"/>
            <a:ext cx="53009" cy="701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80459" y="2994166"/>
            <a:ext cx="53008" cy="692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033467" y="3063450"/>
            <a:ext cx="53009" cy="656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086476" y="3129069"/>
            <a:ext cx="53009" cy="5932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39485" y="3188396"/>
            <a:ext cx="53008" cy="5066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192493" y="3239060"/>
            <a:ext cx="53009" cy="3997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45502" y="3279033"/>
            <a:ext cx="53009" cy="2768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98511" y="3306718"/>
            <a:ext cx="53009" cy="142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51520" y="3321006"/>
            <a:ext cx="53008" cy="3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404528" y="3307664"/>
            <a:ext cx="53009" cy="1366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457537" y="3280569"/>
            <a:ext cx="53009" cy="270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510546" y="3241123"/>
            <a:ext cx="53008" cy="394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563554" y="3190904"/>
            <a:ext cx="53009" cy="502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616563" y="3131921"/>
            <a:ext cx="53009" cy="5898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69572" y="3066533"/>
            <a:ext cx="53008" cy="653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722580" y="2997356"/>
            <a:ext cx="53009" cy="691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775589" y="2927157"/>
            <a:ext cx="53009" cy="701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828598" y="2858743"/>
            <a:ext cx="53008" cy="684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881606" y="2794852"/>
            <a:ext cx="53009" cy="638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934615" y="2738038"/>
            <a:ext cx="53009" cy="568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987624" y="2690575"/>
            <a:ext cx="53009" cy="4746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040633" y="2654361"/>
            <a:ext cx="53008" cy="362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093641" y="2630844"/>
            <a:ext cx="53009" cy="2351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146650" y="2620965"/>
            <a:ext cx="53009" cy="98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99659" y="2620965"/>
            <a:ext cx="53008" cy="41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52667" y="2625119"/>
            <a:ext cx="53009" cy="1802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305676" y="2643140"/>
            <a:ext cx="53009" cy="311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358685" y="2674307"/>
            <a:ext cx="53008" cy="430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411693" y="2717374"/>
            <a:ext cx="53009" cy="5324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464702" y="2770618"/>
            <a:ext cx="53009" cy="612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517711" y="2831909"/>
            <a:ext cx="53009" cy="6688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570720" y="2898796"/>
            <a:ext cx="53008" cy="6980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623728" y="2968602"/>
            <a:ext cx="53009" cy="6993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676737" y="3038537"/>
            <a:ext cx="53009" cy="672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729746" y="3105802"/>
            <a:ext cx="53008" cy="6190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782754" y="3167707"/>
            <a:ext cx="53009" cy="540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835763" y="3221775"/>
            <a:ext cx="53009" cy="440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888772" y="3265845"/>
            <a:ext cx="53008" cy="323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941780" y="3298154"/>
            <a:ext cx="53009" cy="192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994789" y="3317408"/>
            <a:ext cx="53009" cy="543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047798" y="3314227"/>
            <a:ext cx="53008" cy="861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100806" y="3291919"/>
            <a:ext cx="53009" cy="223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153815" y="3256806"/>
            <a:ext cx="53009" cy="351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206824" y="3210293"/>
            <a:ext cx="53009" cy="465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259833" y="3154241"/>
            <a:ext cx="53008" cy="560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0312841" y="3090891"/>
            <a:ext cx="53009" cy="6335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0365850" y="3022777"/>
            <a:ext cx="53009" cy="681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0418859" y="2952625"/>
            <a:ext cx="53008" cy="701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0471867" y="2883239"/>
            <a:ext cx="53009" cy="6938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524876" y="2817396"/>
            <a:ext cx="53009" cy="658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577885" y="2757728"/>
            <a:ext cx="53008" cy="596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630893" y="2706624"/>
            <a:ext cx="53009" cy="5110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683902" y="2666126"/>
            <a:ext cx="53009" cy="4049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736911" y="2637855"/>
            <a:ext cx="53009" cy="282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7086600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104888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条纹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754112" y="4242816"/>
            <a:ext cx="118871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7891272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909560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四步相移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58784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8695944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714232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D[k]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9363456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9500616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518904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FFT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168128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10305288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323576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坐标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与三维重建的关系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5440680" cy="4069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FSM 输出二维对应关系，不直接输出点云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重建阶段读取 disp_ver 得到 xp、disp_hor 得到 yp，结合相机-投影仪标定参数三角化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peak 可用于过滤低质量像素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86600" y="2788920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04888" y="297180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条纹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54112" y="3054096"/>
            <a:ext cx="118871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891272" y="2788920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297180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四步相移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58784" y="305409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695944" y="2788920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14232" y="297180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D[k]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63456" y="305409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500616" y="2788920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18904" y="297180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FFT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168128" y="305409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305288" y="2788920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323576" y="297180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坐标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7086600" y="3931057"/>
            <a:ext cx="51683" cy="4658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138283" y="3886338"/>
            <a:ext cx="51683" cy="447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189966" y="3845271"/>
            <a:ext cx="51684" cy="410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241650" y="3809499"/>
            <a:ext cx="51683" cy="3577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293333" y="3780452"/>
            <a:ext cx="51684" cy="2904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345017" y="3759293"/>
            <a:ext cx="51683" cy="2115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396700" y="3746867"/>
            <a:ext cx="51684" cy="1242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7448384" y="3743672"/>
            <a:ext cx="51683" cy="31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500067" y="3743672"/>
            <a:ext cx="51684" cy="616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551751" y="3749836"/>
            <a:ext cx="51683" cy="1527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603434" y="3765111"/>
            <a:ext cx="51684" cy="237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55118" y="3788888"/>
            <a:ext cx="51683" cy="3132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706801" y="3820215"/>
            <a:ext cx="51684" cy="3762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758485" y="3857838"/>
            <a:ext cx="51683" cy="4241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810168" y="3900254"/>
            <a:ext cx="51684" cy="4551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861852" y="3945765"/>
            <a:ext cx="51683" cy="4678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913535" y="3992551"/>
            <a:ext cx="51684" cy="4618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965219" y="4038740"/>
            <a:ext cx="51683" cy="437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016902" y="4082486"/>
            <a:ext cx="51684" cy="3955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068586" y="4122037"/>
            <a:ext cx="51683" cy="3377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120269" y="4155813"/>
            <a:ext cx="51684" cy="2664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171953" y="4182462"/>
            <a:ext cx="51683" cy="1845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223636" y="4200918"/>
            <a:ext cx="51684" cy="952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275320" y="4210444"/>
            <a:ext cx="51683" cy="2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327003" y="4201549"/>
            <a:ext cx="51683" cy="91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378686" y="4183486"/>
            <a:ext cx="51684" cy="1806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8430370" y="4157188"/>
            <a:ext cx="51683" cy="2629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8482053" y="4123709"/>
            <a:ext cx="51684" cy="334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8533737" y="4084387"/>
            <a:ext cx="51683" cy="3932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585420" y="4040795"/>
            <a:ext cx="51684" cy="4359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637104" y="3994677"/>
            <a:ext cx="51683" cy="4611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688787" y="3947878"/>
            <a:ext cx="51684" cy="467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8740471" y="3902269"/>
            <a:ext cx="51683" cy="456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8792154" y="3859675"/>
            <a:ext cx="51684" cy="4259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8843838" y="3821799"/>
            <a:ext cx="51683" cy="3787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8895521" y="3790157"/>
            <a:ext cx="51684" cy="3164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8947205" y="3766014"/>
            <a:ext cx="51683" cy="241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8998888" y="3750336"/>
            <a:ext cx="51684" cy="1567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9050572" y="3743750"/>
            <a:ext cx="51683" cy="658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102255" y="3743750"/>
            <a:ext cx="51684" cy="276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153939" y="3746519"/>
            <a:ext cx="51683" cy="120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205622" y="3758533"/>
            <a:ext cx="51684" cy="2077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257306" y="3779311"/>
            <a:ext cx="51683" cy="2871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308989" y="3808023"/>
            <a:ext cx="51684" cy="3549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360673" y="3843519"/>
            <a:ext cx="51683" cy="4086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412356" y="3884379"/>
            <a:ext cx="51684" cy="445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464040" y="3928970"/>
            <a:ext cx="51683" cy="4653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515723" y="3975508"/>
            <a:ext cx="51683" cy="4662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567406" y="4022131"/>
            <a:ext cx="51684" cy="448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619090" y="4066974"/>
            <a:ext cx="51683" cy="412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670773" y="4108244"/>
            <a:ext cx="51684" cy="360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9722457" y="4144290"/>
            <a:ext cx="51683" cy="2938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9774140" y="4173670"/>
            <a:ext cx="51684" cy="215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9825824" y="4195209"/>
            <a:ext cx="51683" cy="128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9877507" y="4208045"/>
            <a:ext cx="51684" cy="362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9929191" y="4205924"/>
            <a:ext cx="51683" cy="574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9980874" y="4191052"/>
            <a:ext cx="51684" cy="1487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032558" y="4167644"/>
            <a:ext cx="51683" cy="234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084241" y="4136635"/>
            <a:ext cx="51684" cy="310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135925" y="4099267"/>
            <a:ext cx="51683" cy="373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187608" y="4057034"/>
            <a:ext cx="51684" cy="4223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239292" y="4011625"/>
            <a:ext cx="51683" cy="454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290975" y="3964856"/>
            <a:ext cx="51684" cy="4676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342659" y="3918599"/>
            <a:ext cx="51683" cy="4625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394342" y="3874704"/>
            <a:ext cx="51684" cy="438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446026" y="3834925"/>
            <a:ext cx="51683" cy="397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497709" y="3800856"/>
            <a:ext cx="51684" cy="3406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549393" y="3773857"/>
            <a:ext cx="51683" cy="269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601076" y="3755010"/>
            <a:ext cx="51684" cy="1884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B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685800" cy="329184"/>
          </a:xfrm>
          <a:prstGeom prst="roundRect">
            <a:avLst/>
          </a:prstGeom>
          <a:solidFill>
            <a:srgbClr val="112238"/>
          </a:solidFill>
          <a:ln w="12700">
            <a:solidFill>
              <a:srgbClr val="11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37744"/>
            <a:ext cx="102412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59536"/>
            <a:ext cx="11201400" cy="10972"/>
          </a:xfrm>
          <a:prstGeom prst="rect">
            <a:avLst/>
          </a:prstGeom>
          <a:solidFill>
            <a:srgbClr val="E1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FSM / FSA Frequency Shift Method · Compatible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9224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B6776"/>
                </a:solidFill>
                <a:latin typeface="Microsoft YaHei"/>
                <a:ea typeface="Microsoft YaHei"/>
                <a:cs typeface="Microsoft YaHei"/>
              </a:rPr>
              <a:t>native text + shapes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5989320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72768"/>
            <a:ext cx="5440680" cy="4069080"/>
          </a:xfrm>
          <a:prstGeom prst="rect">
            <a:avLst/>
          </a:prstGeom>
          <a:noFill/>
        </p:spPr>
        <p:txBody>
          <a:bodyPr wrap="square" lIns="45720" tIns="27432" rIns="4572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核心一句话：投影仪坐标被编码成频率轴上的复数相位旋转速度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四步相移把灰度变复数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FFT 找旋转速度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峰值 bin 映射为投影仪坐标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• 0.5 步长要使用真实 FREQUENCY_STEP、fft_length=proj_dim/s，并只在有效坐标范围内找峰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43891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7132320" y="2901926"/>
            <a:ext cx="53008" cy="6987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185328" y="2834848"/>
            <a:ext cx="53009" cy="6707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238337" y="2773247"/>
            <a:ext cx="53009" cy="6160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291346" y="2719588"/>
            <a:ext cx="53008" cy="5365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344354" y="2676018"/>
            <a:ext cx="53009" cy="435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397363" y="2644279"/>
            <a:ext cx="53009" cy="3173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50372" y="2625641"/>
            <a:ext cx="53008" cy="1863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503380" y="2620848"/>
            <a:ext cx="53009" cy="479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6389" y="2620848"/>
            <a:ext cx="53009" cy="92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09398" y="2630094"/>
            <a:ext cx="53008" cy="229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62406" y="2653007"/>
            <a:ext cx="53009" cy="356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15415" y="2688672"/>
            <a:ext cx="53009" cy="4699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68424" y="2735662"/>
            <a:ext cx="53009" cy="5643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21433" y="2792098"/>
            <a:ext cx="53008" cy="6362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874441" y="2855721"/>
            <a:ext cx="53009" cy="6826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927450" y="2923987"/>
            <a:ext cx="53009" cy="701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80459" y="2994166"/>
            <a:ext cx="53008" cy="6928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033467" y="3063450"/>
            <a:ext cx="53009" cy="656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086476" y="3129069"/>
            <a:ext cx="53009" cy="5932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39485" y="3188396"/>
            <a:ext cx="53008" cy="5066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192493" y="3239060"/>
            <a:ext cx="53009" cy="3997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245502" y="3279033"/>
            <a:ext cx="53009" cy="2768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98511" y="3306718"/>
            <a:ext cx="53009" cy="142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51520" y="3321006"/>
            <a:ext cx="53008" cy="3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404528" y="3307664"/>
            <a:ext cx="53009" cy="1366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457537" y="3280569"/>
            <a:ext cx="53009" cy="2709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510546" y="3241123"/>
            <a:ext cx="53008" cy="3944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563554" y="3190904"/>
            <a:ext cx="53009" cy="5021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616563" y="3131921"/>
            <a:ext cx="53009" cy="5898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669572" y="3066533"/>
            <a:ext cx="53008" cy="6538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722580" y="2997356"/>
            <a:ext cx="53009" cy="6917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775589" y="2927157"/>
            <a:ext cx="53009" cy="7019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828598" y="2858743"/>
            <a:ext cx="53008" cy="684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881606" y="2794852"/>
            <a:ext cx="53009" cy="638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934615" y="2738038"/>
            <a:ext cx="53009" cy="568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987624" y="2690575"/>
            <a:ext cx="53009" cy="4746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9040633" y="2654361"/>
            <a:ext cx="53008" cy="362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9093641" y="2630844"/>
            <a:ext cx="53009" cy="2351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146650" y="2620965"/>
            <a:ext cx="53009" cy="987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99659" y="2620965"/>
            <a:ext cx="53008" cy="41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52667" y="2625119"/>
            <a:ext cx="53009" cy="1802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305676" y="2643140"/>
            <a:ext cx="53009" cy="311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358685" y="2674307"/>
            <a:ext cx="53008" cy="4306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411693" y="2717374"/>
            <a:ext cx="53009" cy="5324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464702" y="2770618"/>
            <a:ext cx="53009" cy="6129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517711" y="2831909"/>
            <a:ext cx="53009" cy="66887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570720" y="2898796"/>
            <a:ext cx="53008" cy="6980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623728" y="2968602"/>
            <a:ext cx="53009" cy="6993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676737" y="3038537"/>
            <a:ext cx="53009" cy="6726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729746" y="3105802"/>
            <a:ext cx="53008" cy="61905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782754" y="3167707"/>
            <a:ext cx="53009" cy="540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835763" y="3221775"/>
            <a:ext cx="53009" cy="4407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888772" y="3265845"/>
            <a:ext cx="53008" cy="32309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941780" y="3298154"/>
            <a:ext cx="53009" cy="1925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994789" y="3317408"/>
            <a:ext cx="53009" cy="543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0047798" y="3314227"/>
            <a:ext cx="53008" cy="861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100806" y="3291919"/>
            <a:ext cx="53009" cy="2230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153815" y="3256806"/>
            <a:ext cx="53009" cy="351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10206824" y="3210293"/>
            <a:ext cx="53009" cy="4651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259833" y="3154241"/>
            <a:ext cx="53008" cy="560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10312841" y="3090891"/>
            <a:ext cx="53009" cy="63350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10365850" y="3022777"/>
            <a:ext cx="53009" cy="6811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0418859" y="2952625"/>
            <a:ext cx="53008" cy="70152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10471867" y="2883239"/>
            <a:ext cx="53009" cy="69386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524876" y="2817396"/>
            <a:ext cx="53009" cy="65843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577885" y="2757728"/>
            <a:ext cx="53008" cy="5966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630893" y="2706624"/>
            <a:ext cx="53009" cy="51104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683902" y="2666126"/>
            <a:ext cx="53009" cy="40498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736911" y="2637855"/>
            <a:ext cx="53009" cy="28271"/>
          </a:xfrm>
          <a:prstGeom prst="line">
            <a:avLst/>
          </a:prstGeom>
          <a:ln w="2286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7086600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104888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条纹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754112" y="4242816"/>
            <a:ext cx="118871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7891272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909560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四步相移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558784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8695944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714232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D[k]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9363456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9500616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518904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FFT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168128" y="4242816"/>
            <a:ext cx="118872" cy="0"/>
          </a:xfrm>
          <a:prstGeom prst="line">
            <a:avLst/>
          </a:prstGeom>
          <a:ln w="15240">
            <a:solidFill>
              <a:srgbClr val="22B0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10305288" y="3977639"/>
            <a:ext cx="658368" cy="530352"/>
          </a:xfrm>
          <a:prstGeom prst="roundRect">
            <a:avLst/>
          </a:prstGeom>
          <a:solidFill>
            <a:srgbClr val="E2F7FA"/>
          </a:solidFill>
          <a:ln w="12700">
            <a:solidFill>
              <a:srgbClr val="22B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323576" y="4160520"/>
            <a:ext cx="6217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12238"/>
                </a:solidFill>
                <a:latin typeface="Microsoft YaHei"/>
                <a:ea typeface="Microsoft YaHei"/>
                <a:cs typeface="Microsoft YaHei"/>
              </a:rPr>
              <a:t>坐标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2531</Words>
  <Application>Microsoft Office PowerPoint</Application>
  <PresentationFormat>宽屏</PresentationFormat>
  <Paragraphs>435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3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顺康 肖</cp:lastModifiedBy>
  <cp:revision>2</cp:revision>
  <dcterms:created xsi:type="dcterms:W3CDTF">2013-01-27T09:14:16Z</dcterms:created>
  <dcterms:modified xsi:type="dcterms:W3CDTF">2026-05-17T04:01:19Z</dcterms:modified>
  <cp:category/>
</cp:coreProperties>
</file>