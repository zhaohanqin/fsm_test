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A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3694210"/>
            <a:ext cx="12191969" cy="475450"/>
          </a:xfrm>
          <a:custGeom>
            <a:avLst/>
            <a:gdLst/>
            <a:ahLst/>
            <a:cxnLst/>
            <a:rect l="l" t="t" r="r" b="b"/>
            <a:pathLst>
              <a:path w="12191969" h="475450">
                <a:moveTo>
                  <a:pt x="0" y="237710"/>
                </a:moveTo>
                <a:lnTo>
                  <a:pt x="55418" y="253993"/>
                </a:lnTo>
                <a:lnTo>
                  <a:pt x="110836" y="270199"/>
                </a:lnTo>
                <a:lnTo>
                  <a:pt x="166254" y="286253"/>
                </a:lnTo>
                <a:lnTo>
                  <a:pt x="221672" y="302079"/>
                </a:lnTo>
                <a:lnTo>
                  <a:pt x="277090" y="317603"/>
                </a:lnTo>
                <a:lnTo>
                  <a:pt x="332508" y="332752"/>
                </a:lnTo>
                <a:lnTo>
                  <a:pt x="387926" y="347454"/>
                </a:lnTo>
                <a:lnTo>
                  <a:pt x="443344" y="361641"/>
                </a:lnTo>
                <a:lnTo>
                  <a:pt x="498762" y="375246"/>
                </a:lnTo>
                <a:lnTo>
                  <a:pt x="554180" y="388204"/>
                </a:lnTo>
                <a:lnTo>
                  <a:pt x="609598" y="400456"/>
                </a:lnTo>
                <a:lnTo>
                  <a:pt x="665016" y="411944"/>
                </a:lnTo>
                <a:lnTo>
                  <a:pt x="720434" y="422614"/>
                </a:lnTo>
                <a:lnTo>
                  <a:pt x="775852" y="432415"/>
                </a:lnTo>
                <a:lnTo>
                  <a:pt x="831270" y="441301"/>
                </a:lnTo>
                <a:lnTo>
                  <a:pt x="886688" y="449232"/>
                </a:lnTo>
                <a:lnTo>
                  <a:pt x="942106" y="456169"/>
                </a:lnTo>
                <a:lnTo>
                  <a:pt x="997524" y="462080"/>
                </a:lnTo>
                <a:lnTo>
                  <a:pt x="1052942" y="466937"/>
                </a:lnTo>
                <a:lnTo>
                  <a:pt x="1108360" y="470718"/>
                </a:lnTo>
                <a:lnTo>
                  <a:pt x="1163778" y="473405"/>
                </a:lnTo>
                <a:lnTo>
                  <a:pt x="1219196" y="474984"/>
                </a:lnTo>
                <a:lnTo>
                  <a:pt x="1274614" y="475450"/>
                </a:lnTo>
                <a:lnTo>
                  <a:pt x="1330033" y="474798"/>
                </a:lnTo>
                <a:lnTo>
                  <a:pt x="1385451" y="473034"/>
                </a:lnTo>
                <a:lnTo>
                  <a:pt x="1440869" y="470164"/>
                </a:lnTo>
                <a:lnTo>
                  <a:pt x="1496287" y="466202"/>
                </a:lnTo>
                <a:lnTo>
                  <a:pt x="1551705" y="461167"/>
                </a:lnTo>
                <a:lnTo>
                  <a:pt x="1607123" y="455083"/>
                </a:lnTo>
                <a:lnTo>
                  <a:pt x="1662541" y="447978"/>
                </a:lnTo>
                <a:lnTo>
                  <a:pt x="1717959" y="439886"/>
                </a:lnTo>
                <a:lnTo>
                  <a:pt x="1773377" y="430844"/>
                </a:lnTo>
                <a:lnTo>
                  <a:pt x="1828795" y="420894"/>
                </a:lnTo>
                <a:lnTo>
                  <a:pt x="1884213" y="410085"/>
                </a:lnTo>
                <a:lnTo>
                  <a:pt x="1939631" y="398466"/>
                </a:lnTo>
                <a:lnTo>
                  <a:pt x="1995049" y="386092"/>
                </a:lnTo>
                <a:lnTo>
                  <a:pt x="2050467" y="373021"/>
                </a:lnTo>
                <a:lnTo>
                  <a:pt x="2105885" y="359315"/>
                </a:lnTo>
                <a:lnTo>
                  <a:pt x="2161303" y="345038"/>
                </a:lnTo>
                <a:lnTo>
                  <a:pt x="2216721" y="330256"/>
                </a:lnTo>
                <a:lnTo>
                  <a:pt x="2272139" y="315040"/>
                </a:lnTo>
                <a:lnTo>
                  <a:pt x="2327557" y="299461"/>
                </a:lnTo>
                <a:lnTo>
                  <a:pt x="2382975" y="283591"/>
                </a:lnTo>
                <a:lnTo>
                  <a:pt x="2438393" y="267507"/>
                </a:lnTo>
                <a:lnTo>
                  <a:pt x="2493811" y="251282"/>
                </a:lnTo>
                <a:lnTo>
                  <a:pt x="2549229" y="234994"/>
                </a:lnTo>
                <a:lnTo>
                  <a:pt x="2604648" y="218718"/>
                </a:lnTo>
                <a:lnTo>
                  <a:pt x="2660066" y="202531"/>
                </a:lnTo>
                <a:lnTo>
                  <a:pt x="2715484" y="186510"/>
                </a:lnTo>
                <a:lnTo>
                  <a:pt x="2770902" y="170729"/>
                </a:lnTo>
                <a:lnTo>
                  <a:pt x="2826320" y="155263"/>
                </a:lnTo>
                <a:lnTo>
                  <a:pt x="2881738" y="140184"/>
                </a:lnTo>
                <a:lnTo>
                  <a:pt x="2937156" y="125563"/>
                </a:lnTo>
                <a:lnTo>
                  <a:pt x="2992574" y="111469"/>
                </a:lnTo>
                <a:lnTo>
                  <a:pt x="3047992" y="97967"/>
                </a:lnTo>
                <a:lnTo>
                  <a:pt x="3103410" y="85122"/>
                </a:lnTo>
                <a:lnTo>
                  <a:pt x="3158828" y="72993"/>
                </a:lnTo>
                <a:lnTo>
                  <a:pt x="3214246" y="61638"/>
                </a:lnTo>
                <a:lnTo>
                  <a:pt x="3269664" y="51110"/>
                </a:lnTo>
                <a:lnTo>
                  <a:pt x="3325082" y="41459"/>
                </a:lnTo>
                <a:lnTo>
                  <a:pt x="3380500" y="32728"/>
                </a:lnTo>
                <a:lnTo>
                  <a:pt x="3435918" y="24961"/>
                </a:lnTo>
                <a:lnTo>
                  <a:pt x="3491336" y="18193"/>
                </a:lnTo>
                <a:lnTo>
                  <a:pt x="3546754" y="12456"/>
                </a:lnTo>
                <a:lnTo>
                  <a:pt x="3602172" y="7776"/>
                </a:lnTo>
                <a:lnTo>
                  <a:pt x="3657590" y="4177"/>
                </a:lnTo>
                <a:lnTo>
                  <a:pt x="3713008" y="1674"/>
                </a:lnTo>
                <a:lnTo>
                  <a:pt x="3768426" y="280"/>
                </a:lnTo>
                <a:lnTo>
                  <a:pt x="3823844" y="0"/>
                </a:lnTo>
                <a:lnTo>
                  <a:pt x="3879263" y="838"/>
                </a:lnTo>
                <a:lnTo>
                  <a:pt x="3934681" y="2787"/>
                </a:lnTo>
                <a:lnTo>
                  <a:pt x="3990099" y="5840"/>
                </a:lnTo>
                <a:lnTo>
                  <a:pt x="4045517" y="9982"/>
                </a:lnTo>
                <a:lnTo>
                  <a:pt x="4100935" y="15194"/>
                </a:lnTo>
                <a:lnTo>
                  <a:pt x="4156353" y="21450"/>
                </a:lnTo>
                <a:lnTo>
                  <a:pt x="4211771" y="28722"/>
                </a:lnTo>
                <a:lnTo>
                  <a:pt x="4267189" y="36976"/>
                </a:lnTo>
                <a:lnTo>
                  <a:pt x="4322607" y="46172"/>
                </a:lnTo>
                <a:lnTo>
                  <a:pt x="4378025" y="56268"/>
                </a:lnTo>
                <a:lnTo>
                  <a:pt x="4433443" y="67216"/>
                </a:lnTo>
                <a:lnTo>
                  <a:pt x="4488861" y="78964"/>
                </a:lnTo>
                <a:lnTo>
                  <a:pt x="4544279" y="91459"/>
                </a:lnTo>
                <a:lnTo>
                  <a:pt x="4599697" y="104640"/>
                </a:lnTo>
                <a:lnTo>
                  <a:pt x="4655115" y="118446"/>
                </a:lnTo>
                <a:lnTo>
                  <a:pt x="4710533" y="132812"/>
                </a:lnTo>
                <a:lnTo>
                  <a:pt x="4765951" y="147671"/>
                </a:lnTo>
                <a:lnTo>
                  <a:pt x="4821369" y="162952"/>
                </a:lnTo>
                <a:lnTo>
                  <a:pt x="4876787" y="178585"/>
                </a:lnTo>
                <a:lnTo>
                  <a:pt x="4932205" y="194495"/>
                </a:lnTo>
                <a:lnTo>
                  <a:pt x="4987623" y="210609"/>
                </a:lnTo>
                <a:lnTo>
                  <a:pt x="5043041" y="226849"/>
                </a:lnTo>
                <a:lnTo>
                  <a:pt x="5098459" y="243141"/>
                </a:lnTo>
                <a:lnTo>
                  <a:pt x="5153878" y="259407"/>
                </a:lnTo>
                <a:lnTo>
                  <a:pt x="5209296" y="275571"/>
                </a:lnTo>
                <a:lnTo>
                  <a:pt x="5264714" y="291558"/>
                </a:lnTo>
                <a:lnTo>
                  <a:pt x="5320132" y="307291"/>
                </a:lnTo>
                <a:lnTo>
                  <a:pt x="5375550" y="322698"/>
                </a:lnTo>
                <a:lnTo>
                  <a:pt x="5430968" y="337706"/>
                </a:lnTo>
                <a:lnTo>
                  <a:pt x="5486386" y="352244"/>
                </a:lnTo>
                <a:lnTo>
                  <a:pt x="5541804" y="366244"/>
                </a:lnTo>
                <a:lnTo>
                  <a:pt x="5597222" y="379640"/>
                </a:lnTo>
                <a:lnTo>
                  <a:pt x="5652640" y="392370"/>
                </a:lnTo>
                <a:lnTo>
                  <a:pt x="5708058" y="404373"/>
                </a:lnTo>
                <a:lnTo>
                  <a:pt x="5763476" y="415594"/>
                </a:lnTo>
                <a:lnTo>
                  <a:pt x="5818894" y="425980"/>
                </a:lnTo>
                <a:lnTo>
                  <a:pt x="5874312" y="435481"/>
                </a:lnTo>
                <a:lnTo>
                  <a:pt x="5929730" y="444053"/>
                </a:lnTo>
                <a:lnTo>
                  <a:pt x="5985148" y="451656"/>
                </a:lnTo>
                <a:lnTo>
                  <a:pt x="6040566" y="458255"/>
                </a:lnTo>
                <a:lnTo>
                  <a:pt x="6095984" y="463817"/>
                </a:lnTo>
                <a:lnTo>
                  <a:pt x="6151402" y="468318"/>
                </a:lnTo>
                <a:lnTo>
                  <a:pt x="6206820" y="471736"/>
                </a:lnTo>
                <a:lnTo>
                  <a:pt x="6262238" y="474055"/>
                </a:lnTo>
                <a:lnTo>
                  <a:pt x="6317656" y="475263"/>
                </a:lnTo>
                <a:lnTo>
                  <a:pt x="6373074" y="475357"/>
                </a:lnTo>
                <a:lnTo>
                  <a:pt x="6428493" y="474334"/>
                </a:lnTo>
                <a:lnTo>
                  <a:pt x="6483911" y="472199"/>
                </a:lnTo>
                <a:lnTo>
                  <a:pt x="6539329" y="468964"/>
                </a:lnTo>
                <a:lnTo>
                  <a:pt x="6594747" y="464642"/>
                </a:lnTo>
                <a:lnTo>
                  <a:pt x="6650165" y="459255"/>
                </a:lnTo>
                <a:lnTo>
                  <a:pt x="6705583" y="452827"/>
                </a:lnTo>
                <a:lnTo>
                  <a:pt x="6761001" y="445389"/>
                </a:lnTo>
                <a:lnTo>
                  <a:pt x="6816419" y="436975"/>
                </a:lnTo>
                <a:lnTo>
                  <a:pt x="6871837" y="427626"/>
                </a:lnTo>
                <a:lnTo>
                  <a:pt x="6927255" y="417384"/>
                </a:lnTo>
                <a:lnTo>
                  <a:pt x="6982673" y="406299"/>
                </a:lnTo>
                <a:lnTo>
                  <a:pt x="7038091" y="394422"/>
                </a:lnTo>
                <a:lnTo>
                  <a:pt x="7093509" y="381810"/>
                </a:lnTo>
                <a:lnTo>
                  <a:pt x="7148927" y="368520"/>
                </a:lnTo>
                <a:lnTo>
                  <a:pt x="7204345" y="354616"/>
                </a:lnTo>
                <a:lnTo>
                  <a:pt x="7259763" y="340163"/>
                </a:lnTo>
                <a:lnTo>
                  <a:pt x="7315181" y="325229"/>
                </a:lnTo>
                <a:lnTo>
                  <a:pt x="7370599" y="309884"/>
                </a:lnTo>
                <a:lnTo>
                  <a:pt x="7426017" y="294200"/>
                </a:lnTo>
                <a:lnTo>
                  <a:pt x="7481435" y="278250"/>
                </a:lnTo>
                <a:lnTo>
                  <a:pt x="7536853" y="262110"/>
                </a:lnTo>
                <a:lnTo>
                  <a:pt x="7592271" y="245856"/>
                </a:lnTo>
                <a:lnTo>
                  <a:pt x="7647689" y="229563"/>
                </a:lnTo>
                <a:lnTo>
                  <a:pt x="7703108" y="213309"/>
                </a:lnTo>
                <a:lnTo>
                  <a:pt x="7758526" y="197169"/>
                </a:lnTo>
                <a:lnTo>
                  <a:pt x="7813944" y="181219"/>
                </a:lnTo>
                <a:lnTo>
                  <a:pt x="7869362" y="165535"/>
                </a:lnTo>
                <a:lnTo>
                  <a:pt x="7924780" y="150190"/>
                </a:lnTo>
                <a:lnTo>
                  <a:pt x="7980198" y="135256"/>
                </a:lnTo>
                <a:lnTo>
                  <a:pt x="8035616" y="120803"/>
                </a:lnTo>
                <a:lnTo>
                  <a:pt x="8091034" y="106899"/>
                </a:lnTo>
                <a:lnTo>
                  <a:pt x="8146452" y="93609"/>
                </a:lnTo>
                <a:lnTo>
                  <a:pt x="8201870" y="80997"/>
                </a:lnTo>
                <a:lnTo>
                  <a:pt x="8257288" y="69120"/>
                </a:lnTo>
                <a:lnTo>
                  <a:pt x="8312706" y="58035"/>
                </a:lnTo>
                <a:lnTo>
                  <a:pt x="8368124" y="47793"/>
                </a:lnTo>
                <a:lnTo>
                  <a:pt x="8423542" y="38444"/>
                </a:lnTo>
                <a:lnTo>
                  <a:pt x="8478960" y="30030"/>
                </a:lnTo>
                <a:lnTo>
                  <a:pt x="8534378" y="22592"/>
                </a:lnTo>
                <a:lnTo>
                  <a:pt x="8589796" y="16164"/>
                </a:lnTo>
                <a:lnTo>
                  <a:pt x="8645214" y="10777"/>
                </a:lnTo>
                <a:lnTo>
                  <a:pt x="8700632" y="6455"/>
                </a:lnTo>
                <a:lnTo>
                  <a:pt x="8756050" y="3220"/>
                </a:lnTo>
                <a:lnTo>
                  <a:pt x="8811468" y="1085"/>
                </a:lnTo>
                <a:lnTo>
                  <a:pt x="8866886" y="62"/>
                </a:lnTo>
                <a:lnTo>
                  <a:pt x="8922304" y="156"/>
                </a:lnTo>
                <a:lnTo>
                  <a:pt x="8977723" y="1364"/>
                </a:lnTo>
                <a:lnTo>
                  <a:pt x="9033141" y="3683"/>
                </a:lnTo>
                <a:lnTo>
                  <a:pt x="9088559" y="7101"/>
                </a:lnTo>
                <a:lnTo>
                  <a:pt x="9143977" y="11602"/>
                </a:lnTo>
                <a:lnTo>
                  <a:pt x="9199395" y="17164"/>
                </a:lnTo>
                <a:lnTo>
                  <a:pt x="9254813" y="23763"/>
                </a:lnTo>
                <a:lnTo>
                  <a:pt x="9310231" y="31366"/>
                </a:lnTo>
                <a:lnTo>
                  <a:pt x="9365649" y="39938"/>
                </a:lnTo>
                <a:lnTo>
                  <a:pt x="9421067" y="49439"/>
                </a:lnTo>
                <a:lnTo>
                  <a:pt x="9476485" y="59825"/>
                </a:lnTo>
                <a:lnTo>
                  <a:pt x="9531903" y="71046"/>
                </a:lnTo>
                <a:lnTo>
                  <a:pt x="9587321" y="83049"/>
                </a:lnTo>
                <a:lnTo>
                  <a:pt x="9642739" y="95779"/>
                </a:lnTo>
                <a:lnTo>
                  <a:pt x="9698157" y="109175"/>
                </a:lnTo>
                <a:lnTo>
                  <a:pt x="9753575" y="123175"/>
                </a:lnTo>
                <a:lnTo>
                  <a:pt x="9808993" y="137713"/>
                </a:lnTo>
                <a:lnTo>
                  <a:pt x="9864411" y="152721"/>
                </a:lnTo>
                <a:lnTo>
                  <a:pt x="9919829" y="168128"/>
                </a:lnTo>
                <a:lnTo>
                  <a:pt x="9975247" y="183861"/>
                </a:lnTo>
                <a:lnTo>
                  <a:pt x="10030665" y="199848"/>
                </a:lnTo>
                <a:lnTo>
                  <a:pt x="10086083" y="216012"/>
                </a:lnTo>
                <a:lnTo>
                  <a:pt x="10141501" y="232278"/>
                </a:lnTo>
                <a:lnTo>
                  <a:pt x="10196919" y="248570"/>
                </a:lnTo>
                <a:lnTo>
                  <a:pt x="10252338" y="264810"/>
                </a:lnTo>
                <a:lnTo>
                  <a:pt x="10307756" y="280924"/>
                </a:lnTo>
                <a:lnTo>
                  <a:pt x="10363174" y="296834"/>
                </a:lnTo>
                <a:lnTo>
                  <a:pt x="10418592" y="312467"/>
                </a:lnTo>
                <a:lnTo>
                  <a:pt x="10474010" y="327748"/>
                </a:lnTo>
                <a:lnTo>
                  <a:pt x="10529428" y="342607"/>
                </a:lnTo>
                <a:lnTo>
                  <a:pt x="10584846" y="356973"/>
                </a:lnTo>
                <a:lnTo>
                  <a:pt x="10640264" y="370779"/>
                </a:lnTo>
                <a:lnTo>
                  <a:pt x="10695682" y="383960"/>
                </a:lnTo>
                <a:lnTo>
                  <a:pt x="10751100" y="396455"/>
                </a:lnTo>
                <a:lnTo>
                  <a:pt x="10806518" y="408203"/>
                </a:lnTo>
                <a:lnTo>
                  <a:pt x="10861936" y="419151"/>
                </a:lnTo>
                <a:lnTo>
                  <a:pt x="10917354" y="429247"/>
                </a:lnTo>
                <a:lnTo>
                  <a:pt x="10972772" y="438443"/>
                </a:lnTo>
                <a:lnTo>
                  <a:pt x="11028190" y="446697"/>
                </a:lnTo>
                <a:lnTo>
                  <a:pt x="11083608" y="453969"/>
                </a:lnTo>
                <a:lnTo>
                  <a:pt x="11139026" y="460225"/>
                </a:lnTo>
                <a:lnTo>
                  <a:pt x="11194444" y="465437"/>
                </a:lnTo>
                <a:lnTo>
                  <a:pt x="11249862" y="469579"/>
                </a:lnTo>
                <a:lnTo>
                  <a:pt x="11305280" y="472632"/>
                </a:lnTo>
                <a:lnTo>
                  <a:pt x="11360698" y="474581"/>
                </a:lnTo>
                <a:lnTo>
                  <a:pt x="11416116" y="475419"/>
                </a:lnTo>
                <a:lnTo>
                  <a:pt x="11471534" y="475139"/>
                </a:lnTo>
                <a:lnTo>
                  <a:pt x="11526953" y="473745"/>
                </a:lnTo>
                <a:lnTo>
                  <a:pt x="11582371" y="471242"/>
                </a:lnTo>
                <a:lnTo>
                  <a:pt x="11637789" y="467643"/>
                </a:lnTo>
                <a:lnTo>
                  <a:pt x="11693207" y="462963"/>
                </a:lnTo>
                <a:lnTo>
                  <a:pt x="11748625" y="457226"/>
                </a:lnTo>
                <a:lnTo>
                  <a:pt x="11804043" y="450458"/>
                </a:lnTo>
                <a:lnTo>
                  <a:pt x="11859461" y="442691"/>
                </a:lnTo>
                <a:lnTo>
                  <a:pt x="11914879" y="433960"/>
                </a:lnTo>
                <a:lnTo>
                  <a:pt x="11970297" y="424309"/>
                </a:lnTo>
                <a:lnTo>
                  <a:pt x="12025715" y="413781"/>
                </a:lnTo>
                <a:lnTo>
                  <a:pt x="12081133" y="402426"/>
                </a:lnTo>
                <a:lnTo>
                  <a:pt x="12136551" y="390297"/>
                </a:lnTo>
                <a:lnTo>
                  <a:pt x="12191969" y="377452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4160552"/>
            <a:ext cx="12191969" cy="310857"/>
          </a:xfrm>
          <a:custGeom>
            <a:avLst/>
            <a:gdLst/>
            <a:ahLst/>
            <a:cxnLst/>
            <a:rect l="l" t="t" r="r" b="b"/>
            <a:pathLst>
              <a:path w="12191969" h="310857">
                <a:moveTo>
                  <a:pt x="0" y="293952"/>
                </a:moveTo>
                <a:lnTo>
                  <a:pt x="55418" y="298456"/>
                </a:lnTo>
                <a:lnTo>
                  <a:pt x="110836" y="302288"/>
                </a:lnTo>
                <a:lnTo>
                  <a:pt x="166254" y="305430"/>
                </a:lnTo>
                <a:lnTo>
                  <a:pt x="221672" y="307868"/>
                </a:lnTo>
                <a:lnTo>
                  <a:pt x="277090" y="309590"/>
                </a:lnTo>
                <a:lnTo>
                  <a:pt x="332508" y="310588"/>
                </a:lnTo>
                <a:lnTo>
                  <a:pt x="387926" y="310857"/>
                </a:lnTo>
                <a:lnTo>
                  <a:pt x="443344" y="310396"/>
                </a:lnTo>
                <a:lnTo>
                  <a:pt x="498762" y="309207"/>
                </a:lnTo>
                <a:lnTo>
                  <a:pt x="554180" y="307296"/>
                </a:lnTo>
                <a:lnTo>
                  <a:pt x="609598" y="304672"/>
                </a:lnTo>
                <a:lnTo>
                  <a:pt x="665016" y="301347"/>
                </a:lnTo>
                <a:lnTo>
                  <a:pt x="720434" y="297336"/>
                </a:lnTo>
                <a:lnTo>
                  <a:pt x="775852" y="292659"/>
                </a:lnTo>
                <a:lnTo>
                  <a:pt x="831270" y="287337"/>
                </a:lnTo>
                <a:lnTo>
                  <a:pt x="886688" y="281396"/>
                </a:lnTo>
                <a:lnTo>
                  <a:pt x="942106" y="274863"/>
                </a:lnTo>
                <a:lnTo>
                  <a:pt x="997524" y="267769"/>
                </a:lnTo>
                <a:lnTo>
                  <a:pt x="1052942" y="260147"/>
                </a:lnTo>
                <a:lnTo>
                  <a:pt x="1108360" y="252034"/>
                </a:lnTo>
                <a:lnTo>
                  <a:pt x="1163778" y="243466"/>
                </a:lnTo>
                <a:lnTo>
                  <a:pt x="1219196" y="234486"/>
                </a:lnTo>
                <a:lnTo>
                  <a:pt x="1274614" y="225134"/>
                </a:lnTo>
                <a:lnTo>
                  <a:pt x="1330033" y="215454"/>
                </a:lnTo>
                <a:lnTo>
                  <a:pt x="1385451" y="205493"/>
                </a:lnTo>
                <a:lnTo>
                  <a:pt x="1440869" y="195296"/>
                </a:lnTo>
                <a:lnTo>
                  <a:pt x="1496287" y="184912"/>
                </a:lnTo>
                <a:lnTo>
                  <a:pt x="1551705" y="174389"/>
                </a:lnTo>
                <a:lnTo>
                  <a:pt x="1607123" y="163778"/>
                </a:lnTo>
                <a:lnTo>
                  <a:pt x="1662541" y="153127"/>
                </a:lnTo>
                <a:lnTo>
                  <a:pt x="1717959" y="142487"/>
                </a:lnTo>
                <a:lnTo>
                  <a:pt x="1773377" y="131907"/>
                </a:lnTo>
                <a:lnTo>
                  <a:pt x="1828795" y="121438"/>
                </a:lnTo>
                <a:lnTo>
                  <a:pt x="1884213" y="111129"/>
                </a:lnTo>
                <a:lnTo>
                  <a:pt x="1939631" y="101028"/>
                </a:lnTo>
                <a:lnTo>
                  <a:pt x="1995049" y="91182"/>
                </a:lnTo>
                <a:lnTo>
                  <a:pt x="2050467" y="81637"/>
                </a:lnTo>
                <a:lnTo>
                  <a:pt x="2105885" y="72439"/>
                </a:lnTo>
                <a:lnTo>
                  <a:pt x="2161303" y="63631"/>
                </a:lnTo>
                <a:lnTo>
                  <a:pt x="2216721" y="55254"/>
                </a:lnTo>
                <a:lnTo>
                  <a:pt x="2272139" y="47347"/>
                </a:lnTo>
                <a:lnTo>
                  <a:pt x="2327557" y="39948"/>
                </a:lnTo>
                <a:lnTo>
                  <a:pt x="2382975" y="33091"/>
                </a:lnTo>
                <a:lnTo>
                  <a:pt x="2438393" y="26809"/>
                </a:lnTo>
                <a:lnTo>
                  <a:pt x="2493811" y="21130"/>
                </a:lnTo>
                <a:lnTo>
                  <a:pt x="2549229" y="16083"/>
                </a:lnTo>
                <a:lnTo>
                  <a:pt x="2604648" y="11689"/>
                </a:lnTo>
                <a:lnTo>
                  <a:pt x="2660066" y="7971"/>
                </a:lnTo>
                <a:lnTo>
                  <a:pt x="2715484" y="4945"/>
                </a:lnTo>
                <a:lnTo>
                  <a:pt x="2770902" y="2626"/>
                </a:lnTo>
                <a:lnTo>
                  <a:pt x="2826320" y="1024"/>
                </a:lnTo>
                <a:lnTo>
                  <a:pt x="2881738" y="147"/>
                </a:lnTo>
                <a:lnTo>
                  <a:pt x="2937156" y="0"/>
                </a:lnTo>
                <a:lnTo>
                  <a:pt x="2992574" y="582"/>
                </a:lnTo>
                <a:lnTo>
                  <a:pt x="3047992" y="1892"/>
                </a:lnTo>
                <a:lnTo>
                  <a:pt x="3103410" y="3923"/>
                </a:lnTo>
                <a:lnTo>
                  <a:pt x="3158828" y="6665"/>
                </a:lnTo>
                <a:lnTo>
                  <a:pt x="3214246" y="10106"/>
                </a:lnTo>
                <a:lnTo>
                  <a:pt x="3269664" y="14229"/>
                </a:lnTo>
                <a:lnTo>
                  <a:pt x="3325082" y="19015"/>
                </a:lnTo>
                <a:lnTo>
                  <a:pt x="3380500" y="24442"/>
                </a:lnTo>
                <a:lnTo>
                  <a:pt x="3435918" y="30484"/>
                </a:lnTo>
                <a:lnTo>
                  <a:pt x="3491336" y="37112"/>
                </a:lnTo>
                <a:lnTo>
                  <a:pt x="3546754" y="44297"/>
                </a:lnTo>
                <a:lnTo>
                  <a:pt x="3602172" y="52003"/>
                </a:lnTo>
                <a:lnTo>
                  <a:pt x="3657590" y="60195"/>
                </a:lnTo>
                <a:lnTo>
                  <a:pt x="3713008" y="68834"/>
                </a:lnTo>
                <a:lnTo>
                  <a:pt x="3768426" y="77879"/>
                </a:lnTo>
                <a:lnTo>
                  <a:pt x="3823844" y="87289"/>
                </a:lnTo>
                <a:lnTo>
                  <a:pt x="3879263" y="97019"/>
                </a:lnTo>
                <a:lnTo>
                  <a:pt x="3934681" y="107023"/>
                </a:lnTo>
                <a:lnTo>
                  <a:pt x="3990099" y="117254"/>
                </a:lnTo>
                <a:lnTo>
                  <a:pt x="4045517" y="127664"/>
                </a:lnTo>
                <a:lnTo>
                  <a:pt x="4100935" y="138205"/>
                </a:lnTo>
                <a:lnTo>
                  <a:pt x="4156353" y="148827"/>
                </a:lnTo>
                <a:lnTo>
                  <a:pt x="4211771" y="159479"/>
                </a:lnTo>
                <a:lnTo>
                  <a:pt x="4267189" y="170113"/>
                </a:lnTo>
                <a:lnTo>
                  <a:pt x="4322607" y="180677"/>
                </a:lnTo>
                <a:lnTo>
                  <a:pt x="4378025" y="191123"/>
                </a:lnTo>
                <a:lnTo>
                  <a:pt x="4433443" y="201401"/>
                </a:lnTo>
                <a:lnTo>
                  <a:pt x="4488861" y="211463"/>
                </a:lnTo>
                <a:lnTo>
                  <a:pt x="4544279" y="221262"/>
                </a:lnTo>
                <a:lnTo>
                  <a:pt x="4599697" y="230752"/>
                </a:lnTo>
                <a:lnTo>
                  <a:pt x="4655115" y="239888"/>
                </a:lnTo>
                <a:lnTo>
                  <a:pt x="4710533" y="248627"/>
                </a:lnTo>
                <a:lnTo>
                  <a:pt x="4765951" y="256928"/>
                </a:lnTo>
                <a:lnTo>
                  <a:pt x="4821369" y="264753"/>
                </a:lnTo>
                <a:lnTo>
                  <a:pt x="4876787" y="272064"/>
                </a:lnTo>
                <a:lnTo>
                  <a:pt x="4932205" y="278828"/>
                </a:lnTo>
                <a:lnTo>
                  <a:pt x="4987623" y="285011"/>
                </a:lnTo>
                <a:lnTo>
                  <a:pt x="5043041" y="290586"/>
                </a:lnTo>
                <a:lnTo>
                  <a:pt x="5098459" y="295527"/>
                </a:lnTo>
                <a:lnTo>
                  <a:pt x="5153878" y="299809"/>
                </a:lnTo>
                <a:lnTo>
                  <a:pt x="5209296" y="303413"/>
                </a:lnTo>
                <a:lnTo>
                  <a:pt x="5264714" y="306322"/>
                </a:lnTo>
                <a:lnTo>
                  <a:pt x="5320132" y="308522"/>
                </a:lnTo>
                <a:lnTo>
                  <a:pt x="5375550" y="310004"/>
                </a:lnTo>
                <a:lnTo>
                  <a:pt x="5430968" y="310759"/>
                </a:lnTo>
                <a:lnTo>
                  <a:pt x="5486386" y="310785"/>
                </a:lnTo>
                <a:lnTo>
                  <a:pt x="5541804" y="310081"/>
                </a:lnTo>
                <a:lnTo>
                  <a:pt x="5597222" y="308650"/>
                </a:lnTo>
                <a:lnTo>
                  <a:pt x="5652640" y="306500"/>
                </a:lnTo>
                <a:lnTo>
                  <a:pt x="5708058" y="303641"/>
                </a:lnTo>
                <a:lnTo>
                  <a:pt x="5763476" y="300085"/>
                </a:lnTo>
                <a:lnTo>
                  <a:pt x="5818894" y="295850"/>
                </a:lnTo>
                <a:lnTo>
                  <a:pt x="5874312" y="290955"/>
                </a:lnTo>
                <a:lnTo>
                  <a:pt x="5929730" y="285424"/>
                </a:lnTo>
                <a:lnTo>
                  <a:pt x="5985148" y="279282"/>
                </a:lnTo>
                <a:lnTo>
                  <a:pt x="6040566" y="272559"/>
                </a:lnTo>
                <a:lnTo>
                  <a:pt x="6095984" y="265285"/>
                </a:lnTo>
                <a:lnTo>
                  <a:pt x="6151402" y="257496"/>
                </a:lnTo>
                <a:lnTo>
                  <a:pt x="6206820" y="249226"/>
                </a:lnTo>
                <a:lnTo>
                  <a:pt x="6262238" y="240517"/>
                </a:lnTo>
                <a:lnTo>
                  <a:pt x="6317656" y="231408"/>
                </a:lnTo>
                <a:lnTo>
                  <a:pt x="6373074" y="221941"/>
                </a:lnTo>
                <a:lnTo>
                  <a:pt x="6428493" y="212163"/>
                </a:lnTo>
                <a:lnTo>
                  <a:pt x="6483911" y="202118"/>
                </a:lnTo>
                <a:lnTo>
                  <a:pt x="6539329" y="191853"/>
                </a:lnTo>
                <a:lnTo>
                  <a:pt x="6594747" y="181417"/>
                </a:lnTo>
                <a:lnTo>
                  <a:pt x="6650165" y="170860"/>
                </a:lnTo>
                <a:lnTo>
                  <a:pt x="6705583" y="160229"/>
                </a:lnTo>
                <a:lnTo>
                  <a:pt x="6761001" y="149577"/>
                </a:lnTo>
                <a:lnTo>
                  <a:pt x="6816419" y="138951"/>
                </a:lnTo>
                <a:lnTo>
                  <a:pt x="6871837" y="128403"/>
                </a:lnTo>
                <a:lnTo>
                  <a:pt x="6927255" y="117982"/>
                </a:lnTo>
                <a:lnTo>
                  <a:pt x="6982673" y="107736"/>
                </a:lnTo>
                <a:lnTo>
                  <a:pt x="7038091" y="97715"/>
                </a:lnTo>
                <a:lnTo>
                  <a:pt x="7093509" y="87964"/>
                </a:lnTo>
                <a:lnTo>
                  <a:pt x="7148927" y="78531"/>
                </a:lnTo>
                <a:lnTo>
                  <a:pt x="7204345" y="69458"/>
                </a:lnTo>
                <a:lnTo>
                  <a:pt x="7259763" y="60789"/>
                </a:lnTo>
                <a:lnTo>
                  <a:pt x="7315181" y="52564"/>
                </a:lnTo>
                <a:lnTo>
                  <a:pt x="7370599" y="44823"/>
                </a:lnTo>
                <a:lnTo>
                  <a:pt x="7426017" y="37601"/>
                </a:lnTo>
                <a:lnTo>
                  <a:pt x="7481435" y="30932"/>
                </a:lnTo>
                <a:lnTo>
                  <a:pt x="7536853" y="24848"/>
                </a:lnTo>
                <a:lnTo>
                  <a:pt x="7592271" y="19377"/>
                </a:lnTo>
                <a:lnTo>
                  <a:pt x="7647689" y="14544"/>
                </a:lnTo>
                <a:lnTo>
                  <a:pt x="7703108" y="10374"/>
                </a:lnTo>
                <a:lnTo>
                  <a:pt x="7758526" y="6885"/>
                </a:lnTo>
                <a:lnTo>
                  <a:pt x="7813944" y="4093"/>
                </a:lnTo>
                <a:lnTo>
                  <a:pt x="7869362" y="2012"/>
                </a:lnTo>
                <a:lnTo>
                  <a:pt x="7924780" y="651"/>
                </a:lnTo>
                <a:lnTo>
                  <a:pt x="7980198" y="17"/>
                </a:lnTo>
                <a:lnTo>
                  <a:pt x="8035616" y="113"/>
                </a:lnTo>
                <a:lnTo>
                  <a:pt x="8091034" y="938"/>
                </a:lnTo>
                <a:lnTo>
                  <a:pt x="8146452" y="2489"/>
                </a:lnTo>
                <a:lnTo>
                  <a:pt x="8201870" y="4758"/>
                </a:lnTo>
                <a:lnTo>
                  <a:pt x="8257288" y="7735"/>
                </a:lnTo>
                <a:lnTo>
                  <a:pt x="8312706" y="11405"/>
                </a:lnTo>
                <a:lnTo>
                  <a:pt x="8368124" y="15752"/>
                </a:lnTo>
                <a:lnTo>
                  <a:pt x="8423542" y="20754"/>
                </a:lnTo>
                <a:lnTo>
                  <a:pt x="8478960" y="26389"/>
                </a:lnTo>
                <a:lnTo>
                  <a:pt x="8534378" y="32630"/>
                </a:lnTo>
                <a:lnTo>
                  <a:pt x="8589796" y="39447"/>
                </a:lnTo>
                <a:lnTo>
                  <a:pt x="8645214" y="46809"/>
                </a:lnTo>
                <a:lnTo>
                  <a:pt x="8700632" y="54681"/>
                </a:lnTo>
                <a:lnTo>
                  <a:pt x="8756050" y="63027"/>
                </a:lnTo>
                <a:lnTo>
                  <a:pt x="8811468" y="71806"/>
                </a:lnTo>
                <a:lnTo>
                  <a:pt x="8866886" y="80978"/>
                </a:lnTo>
                <a:lnTo>
                  <a:pt x="8922304" y="90499"/>
                </a:lnTo>
                <a:lnTo>
                  <a:pt x="8977723" y="100325"/>
                </a:lnTo>
                <a:lnTo>
                  <a:pt x="9033141" y="110410"/>
                </a:lnTo>
                <a:lnTo>
                  <a:pt x="9088559" y="120707"/>
                </a:lnTo>
                <a:lnTo>
                  <a:pt x="9143977" y="131166"/>
                </a:lnTo>
                <a:lnTo>
                  <a:pt x="9199395" y="141739"/>
                </a:lnTo>
                <a:lnTo>
                  <a:pt x="9254813" y="152377"/>
                </a:lnTo>
                <a:lnTo>
                  <a:pt x="9310231" y="163029"/>
                </a:lnTo>
                <a:lnTo>
                  <a:pt x="9365649" y="173645"/>
                </a:lnTo>
                <a:lnTo>
                  <a:pt x="9421067" y="184175"/>
                </a:lnTo>
                <a:lnTo>
                  <a:pt x="9476485" y="194570"/>
                </a:lnTo>
                <a:lnTo>
                  <a:pt x="9531903" y="204782"/>
                </a:lnTo>
                <a:lnTo>
                  <a:pt x="9587321" y="214761"/>
                </a:lnTo>
                <a:lnTo>
                  <a:pt x="9642739" y="224462"/>
                </a:lnTo>
                <a:lnTo>
                  <a:pt x="9698157" y="233839"/>
                </a:lnTo>
                <a:lnTo>
                  <a:pt x="9753575" y="242847"/>
                </a:lnTo>
                <a:lnTo>
                  <a:pt x="9808993" y="251445"/>
                </a:lnTo>
                <a:lnTo>
                  <a:pt x="9864411" y="259592"/>
                </a:lnTo>
                <a:lnTo>
                  <a:pt x="9919829" y="267249"/>
                </a:lnTo>
                <a:lnTo>
                  <a:pt x="9975247" y="274381"/>
                </a:lnTo>
                <a:lnTo>
                  <a:pt x="10030665" y="280955"/>
                </a:lnTo>
                <a:lnTo>
                  <a:pt x="10086083" y="286939"/>
                </a:lnTo>
                <a:lnTo>
                  <a:pt x="10141501" y="292305"/>
                </a:lnTo>
                <a:lnTo>
                  <a:pt x="10196919" y="297028"/>
                </a:lnTo>
                <a:lnTo>
                  <a:pt x="10252338" y="301086"/>
                </a:lnTo>
                <a:lnTo>
                  <a:pt x="10307756" y="304461"/>
                </a:lnTo>
                <a:lnTo>
                  <a:pt x="10363174" y="307135"/>
                </a:lnTo>
                <a:lnTo>
                  <a:pt x="10418592" y="309096"/>
                </a:lnTo>
                <a:lnTo>
                  <a:pt x="10474010" y="310336"/>
                </a:lnTo>
                <a:lnTo>
                  <a:pt x="10529428" y="310849"/>
                </a:lnTo>
                <a:lnTo>
                  <a:pt x="10584846" y="310631"/>
                </a:lnTo>
                <a:lnTo>
                  <a:pt x="10640264" y="309684"/>
                </a:lnTo>
                <a:lnTo>
                  <a:pt x="10695682" y="308013"/>
                </a:lnTo>
                <a:lnTo>
                  <a:pt x="10751100" y="305625"/>
                </a:lnTo>
                <a:lnTo>
                  <a:pt x="10806518" y="302532"/>
                </a:lnTo>
                <a:lnTo>
                  <a:pt x="10861936" y="298748"/>
                </a:lnTo>
                <a:lnTo>
                  <a:pt x="10917354" y="294291"/>
                </a:lnTo>
                <a:lnTo>
                  <a:pt x="10972772" y="289181"/>
                </a:lnTo>
                <a:lnTo>
                  <a:pt x="11028190" y="283443"/>
                </a:lnTo>
                <a:lnTo>
                  <a:pt x="11083608" y="277104"/>
                </a:lnTo>
                <a:lnTo>
                  <a:pt x="11139026" y="270194"/>
                </a:lnTo>
                <a:lnTo>
                  <a:pt x="11194444" y="262744"/>
                </a:lnTo>
                <a:lnTo>
                  <a:pt x="11249862" y="254791"/>
                </a:lnTo>
                <a:lnTo>
                  <a:pt x="11305280" y="246370"/>
                </a:lnTo>
                <a:lnTo>
                  <a:pt x="11360698" y="237523"/>
                </a:lnTo>
                <a:lnTo>
                  <a:pt x="11416116" y="228290"/>
                </a:lnTo>
                <a:lnTo>
                  <a:pt x="11471534" y="218714"/>
                </a:lnTo>
                <a:lnTo>
                  <a:pt x="11526953" y="208842"/>
                </a:lnTo>
                <a:lnTo>
                  <a:pt x="11582371" y="198718"/>
                </a:lnTo>
                <a:lnTo>
                  <a:pt x="11637789" y="188391"/>
                </a:lnTo>
                <a:lnTo>
                  <a:pt x="11693207" y="177909"/>
                </a:lnTo>
                <a:lnTo>
                  <a:pt x="11748625" y="167322"/>
                </a:lnTo>
                <a:lnTo>
                  <a:pt x="11804043" y="156679"/>
                </a:lnTo>
                <a:lnTo>
                  <a:pt x="11859461" y="146029"/>
                </a:lnTo>
                <a:lnTo>
                  <a:pt x="11914879" y="135424"/>
                </a:lnTo>
                <a:lnTo>
                  <a:pt x="11970297" y="124913"/>
                </a:lnTo>
                <a:lnTo>
                  <a:pt x="12025715" y="114545"/>
                </a:lnTo>
                <a:lnTo>
                  <a:pt x="12081133" y="104369"/>
                </a:lnTo>
                <a:lnTo>
                  <a:pt x="12136551" y="94432"/>
                </a:lnTo>
                <a:lnTo>
                  <a:pt x="12191969" y="84782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4462272"/>
            <a:ext cx="12191969" cy="475474"/>
          </a:xfrm>
          <a:custGeom>
            <a:avLst/>
            <a:gdLst/>
            <a:ahLst/>
            <a:cxnLst/>
            <a:rect l="l" t="t" r="r" b="b"/>
            <a:pathLst>
              <a:path w="12191969" h="475474">
                <a:moveTo>
                  <a:pt x="0" y="429959"/>
                </a:moveTo>
                <a:lnTo>
                  <a:pt x="55418" y="419925"/>
                </a:lnTo>
                <a:lnTo>
                  <a:pt x="110836" y="409035"/>
                </a:lnTo>
                <a:lnTo>
                  <a:pt x="166254" y="397341"/>
                </a:lnTo>
                <a:lnTo>
                  <a:pt x="221672" y="384897"/>
                </a:lnTo>
                <a:lnTo>
                  <a:pt x="277090" y="371763"/>
                </a:lnTo>
                <a:lnTo>
                  <a:pt x="332508" y="357999"/>
                </a:lnTo>
                <a:lnTo>
                  <a:pt x="387926" y="343670"/>
                </a:lnTo>
                <a:lnTo>
                  <a:pt x="443344" y="328843"/>
                </a:lnTo>
                <a:lnTo>
                  <a:pt x="498762" y="313589"/>
                </a:lnTo>
                <a:lnTo>
                  <a:pt x="554180" y="297979"/>
                </a:lnTo>
                <a:lnTo>
                  <a:pt x="609598" y="282086"/>
                </a:lnTo>
                <a:lnTo>
                  <a:pt x="665016" y="265984"/>
                </a:lnTo>
                <a:lnTo>
                  <a:pt x="720434" y="249750"/>
                </a:lnTo>
                <a:lnTo>
                  <a:pt x="775852" y="233459"/>
                </a:lnTo>
                <a:lnTo>
                  <a:pt x="831270" y="217189"/>
                </a:lnTo>
                <a:lnTo>
                  <a:pt x="886688" y="201015"/>
                </a:lnTo>
                <a:lnTo>
                  <a:pt x="942106" y="185014"/>
                </a:lnTo>
                <a:lnTo>
                  <a:pt x="997524" y="169260"/>
                </a:lnTo>
                <a:lnTo>
                  <a:pt x="1052942" y="153828"/>
                </a:lnTo>
                <a:lnTo>
                  <a:pt x="1108360" y="138790"/>
                </a:lnTo>
                <a:lnTo>
                  <a:pt x="1163778" y="124216"/>
                </a:lnTo>
                <a:lnTo>
                  <a:pt x="1219196" y="110176"/>
                </a:lnTo>
                <a:lnTo>
                  <a:pt x="1274614" y="96735"/>
                </a:lnTo>
                <a:lnTo>
                  <a:pt x="1330033" y="83956"/>
                </a:lnTo>
                <a:lnTo>
                  <a:pt x="1385451" y="71900"/>
                </a:lnTo>
                <a:lnTo>
                  <a:pt x="1440869" y="60622"/>
                </a:lnTo>
                <a:lnTo>
                  <a:pt x="1496287" y="50176"/>
                </a:lnTo>
                <a:lnTo>
                  <a:pt x="1551705" y="40611"/>
                </a:lnTo>
                <a:lnTo>
                  <a:pt x="1607123" y="31972"/>
                </a:lnTo>
                <a:lnTo>
                  <a:pt x="1662541" y="24300"/>
                </a:lnTo>
                <a:lnTo>
                  <a:pt x="1717959" y="17629"/>
                </a:lnTo>
                <a:lnTo>
                  <a:pt x="1773377" y="11993"/>
                </a:lnTo>
                <a:lnTo>
                  <a:pt x="1828795" y="7416"/>
                </a:lnTo>
                <a:lnTo>
                  <a:pt x="1884213" y="3922"/>
                </a:lnTo>
                <a:lnTo>
                  <a:pt x="1939631" y="1525"/>
                </a:lnTo>
                <a:lnTo>
                  <a:pt x="1995049" y="238"/>
                </a:lnTo>
                <a:lnTo>
                  <a:pt x="2050467" y="66"/>
                </a:lnTo>
                <a:lnTo>
                  <a:pt x="2105885" y="1011"/>
                </a:lnTo>
                <a:lnTo>
                  <a:pt x="2161303" y="3067"/>
                </a:lnTo>
                <a:lnTo>
                  <a:pt x="2216721" y="6226"/>
                </a:lnTo>
                <a:lnTo>
                  <a:pt x="2272139" y="10472"/>
                </a:lnTo>
                <a:lnTo>
                  <a:pt x="2327557" y="15785"/>
                </a:lnTo>
                <a:lnTo>
                  <a:pt x="2382975" y="22140"/>
                </a:lnTo>
                <a:lnTo>
                  <a:pt x="2438393" y="29508"/>
                </a:lnTo>
                <a:lnTo>
                  <a:pt x="2493811" y="37854"/>
                </a:lnTo>
                <a:lnTo>
                  <a:pt x="2549229" y="47139"/>
                </a:lnTo>
                <a:lnTo>
                  <a:pt x="2604648" y="57319"/>
                </a:lnTo>
                <a:lnTo>
                  <a:pt x="2660066" y="68347"/>
                </a:lnTo>
                <a:lnTo>
                  <a:pt x="2715484" y="80169"/>
                </a:lnTo>
                <a:lnTo>
                  <a:pt x="2770902" y="92732"/>
                </a:lnTo>
                <a:lnTo>
                  <a:pt x="2826320" y="105976"/>
                </a:lnTo>
                <a:lnTo>
                  <a:pt x="2881738" y="119839"/>
                </a:lnTo>
                <a:lnTo>
                  <a:pt x="2937156" y="134256"/>
                </a:lnTo>
                <a:lnTo>
                  <a:pt x="2992574" y="149158"/>
                </a:lnTo>
                <a:lnTo>
                  <a:pt x="3047992" y="164477"/>
                </a:lnTo>
                <a:lnTo>
                  <a:pt x="3103410" y="180139"/>
                </a:lnTo>
                <a:lnTo>
                  <a:pt x="3158828" y="196073"/>
                </a:lnTo>
                <a:lnTo>
                  <a:pt x="3214246" y="212202"/>
                </a:lnTo>
                <a:lnTo>
                  <a:pt x="3269664" y="228450"/>
                </a:lnTo>
                <a:lnTo>
                  <a:pt x="3325082" y="244743"/>
                </a:lnTo>
                <a:lnTo>
                  <a:pt x="3380500" y="261003"/>
                </a:lnTo>
                <a:lnTo>
                  <a:pt x="3435918" y="277153"/>
                </a:lnTo>
                <a:lnTo>
                  <a:pt x="3491336" y="293118"/>
                </a:lnTo>
                <a:lnTo>
                  <a:pt x="3546754" y="308823"/>
                </a:lnTo>
                <a:lnTo>
                  <a:pt x="3602172" y="324195"/>
                </a:lnTo>
                <a:lnTo>
                  <a:pt x="3657590" y="339160"/>
                </a:lnTo>
                <a:lnTo>
                  <a:pt x="3713008" y="353649"/>
                </a:lnTo>
                <a:lnTo>
                  <a:pt x="3768426" y="367594"/>
                </a:lnTo>
                <a:lnTo>
                  <a:pt x="3823844" y="380929"/>
                </a:lnTo>
                <a:lnTo>
                  <a:pt x="3879263" y="393592"/>
                </a:lnTo>
                <a:lnTo>
                  <a:pt x="3934681" y="405522"/>
                </a:lnTo>
                <a:lnTo>
                  <a:pt x="3990099" y="416665"/>
                </a:lnTo>
                <a:lnTo>
                  <a:pt x="4045517" y="426967"/>
                </a:lnTo>
                <a:lnTo>
                  <a:pt x="4100935" y="436381"/>
                </a:lnTo>
                <a:lnTo>
                  <a:pt x="4156353" y="444862"/>
                </a:lnTo>
                <a:lnTo>
                  <a:pt x="4211771" y="452370"/>
                </a:lnTo>
                <a:lnTo>
                  <a:pt x="4267189" y="458870"/>
                </a:lnTo>
                <a:lnTo>
                  <a:pt x="4322607" y="464331"/>
                </a:lnTo>
                <a:lnTo>
                  <a:pt x="4378025" y="468729"/>
                </a:lnTo>
                <a:lnTo>
                  <a:pt x="4433443" y="472041"/>
                </a:lnTo>
                <a:lnTo>
                  <a:pt x="4488861" y="474254"/>
                </a:lnTo>
                <a:lnTo>
                  <a:pt x="4544279" y="475355"/>
                </a:lnTo>
                <a:lnTo>
                  <a:pt x="4599697" y="475341"/>
                </a:lnTo>
                <a:lnTo>
                  <a:pt x="4655115" y="474210"/>
                </a:lnTo>
                <a:lnTo>
                  <a:pt x="4710533" y="471969"/>
                </a:lnTo>
                <a:lnTo>
                  <a:pt x="4765951" y="468629"/>
                </a:lnTo>
                <a:lnTo>
                  <a:pt x="4821369" y="464203"/>
                </a:lnTo>
                <a:lnTo>
                  <a:pt x="4876787" y="458715"/>
                </a:lnTo>
                <a:lnTo>
                  <a:pt x="4932205" y="452188"/>
                </a:lnTo>
                <a:lnTo>
                  <a:pt x="4987623" y="444655"/>
                </a:lnTo>
                <a:lnTo>
                  <a:pt x="5043041" y="436149"/>
                </a:lnTo>
                <a:lnTo>
                  <a:pt x="5098459" y="426712"/>
                </a:lnTo>
                <a:lnTo>
                  <a:pt x="5153878" y="416387"/>
                </a:lnTo>
                <a:lnTo>
                  <a:pt x="5209296" y="405224"/>
                </a:lnTo>
                <a:lnTo>
                  <a:pt x="5264714" y="393274"/>
                </a:lnTo>
                <a:lnTo>
                  <a:pt x="5320132" y="380593"/>
                </a:lnTo>
                <a:lnTo>
                  <a:pt x="5375550" y="367241"/>
                </a:lnTo>
                <a:lnTo>
                  <a:pt x="5430968" y="353282"/>
                </a:lnTo>
                <a:lnTo>
                  <a:pt x="5486386" y="338780"/>
                </a:lnTo>
                <a:lnTo>
                  <a:pt x="5541804" y="323803"/>
                </a:lnTo>
                <a:lnTo>
                  <a:pt x="5597222" y="308422"/>
                </a:lnTo>
                <a:lnTo>
                  <a:pt x="5652640" y="292709"/>
                </a:lnTo>
                <a:lnTo>
                  <a:pt x="5708058" y="276738"/>
                </a:lnTo>
                <a:lnTo>
                  <a:pt x="5763476" y="260584"/>
                </a:lnTo>
                <a:lnTo>
                  <a:pt x="5818894" y="244322"/>
                </a:lnTo>
                <a:lnTo>
                  <a:pt x="5874312" y="228030"/>
                </a:lnTo>
                <a:lnTo>
                  <a:pt x="5929730" y="211783"/>
                </a:lnTo>
                <a:lnTo>
                  <a:pt x="5985148" y="195658"/>
                </a:lnTo>
                <a:lnTo>
                  <a:pt x="6040566" y="179731"/>
                </a:lnTo>
                <a:lnTo>
                  <a:pt x="6095984" y="164076"/>
                </a:lnTo>
                <a:lnTo>
                  <a:pt x="6151402" y="148768"/>
                </a:lnTo>
                <a:lnTo>
                  <a:pt x="6206820" y="133877"/>
                </a:lnTo>
                <a:lnTo>
                  <a:pt x="6262238" y="119474"/>
                </a:lnTo>
                <a:lnTo>
                  <a:pt x="6317656" y="105626"/>
                </a:lnTo>
                <a:lnTo>
                  <a:pt x="6373074" y="92399"/>
                </a:lnTo>
                <a:lnTo>
                  <a:pt x="6428493" y="79855"/>
                </a:lnTo>
                <a:lnTo>
                  <a:pt x="6483911" y="68051"/>
                </a:lnTo>
                <a:lnTo>
                  <a:pt x="6539329" y="57045"/>
                </a:lnTo>
                <a:lnTo>
                  <a:pt x="6594747" y="46888"/>
                </a:lnTo>
                <a:lnTo>
                  <a:pt x="6650165" y="37627"/>
                </a:lnTo>
                <a:lnTo>
                  <a:pt x="6705583" y="29306"/>
                </a:lnTo>
                <a:lnTo>
                  <a:pt x="6761001" y="21963"/>
                </a:lnTo>
                <a:lnTo>
                  <a:pt x="6816419" y="15634"/>
                </a:lnTo>
                <a:lnTo>
                  <a:pt x="6871837" y="10348"/>
                </a:lnTo>
                <a:lnTo>
                  <a:pt x="6927255" y="6130"/>
                </a:lnTo>
                <a:lnTo>
                  <a:pt x="6982673" y="3000"/>
                </a:lnTo>
                <a:lnTo>
                  <a:pt x="7038091" y="973"/>
                </a:lnTo>
                <a:lnTo>
                  <a:pt x="7093509" y="57"/>
                </a:lnTo>
                <a:lnTo>
                  <a:pt x="7148927" y="257"/>
                </a:lnTo>
                <a:lnTo>
                  <a:pt x="7204345" y="1573"/>
                </a:lnTo>
                <a:lnTo>
                  <a:pt x="7259763" y="3998"/>
                </a:lnTo>
                <a:lnTo>
                  <a:pt x="7315181" y="7521"/>
                </a:lnTo>
                <a:lnTo>
                  <a:pt x="7370599" y="12125"/>
                </a:lnTo>
                <a:lnTo>
                  <a:pt x="7426017" y="17789"/>
                </a:lnTo>
                <a:lnTo>
                  <a:pt x="7481435" y="24485"/>
                </a:lnTo>
                <a:lnTo>
                  <a:pt x="7536853" y="32184"/>
                </a:lnTo>
                <a:lnTo>
                  <a:pt x="7592271" y="40847"/>
                </a:lnTo>
                <a:lnTo>
                  <a:pt x="7647689" y="50435"/>
                </a:lnTo>
                <a:lnTo>
                  <a:pt x="7703108" y="60903"/>
                </a:lnTo>
                <a:lnTo>
                  <a:pt x="7758526" y="72202"/>
                </a:lnTo>
                <a:lnTo>
                  <a:pt x="7813944" y="84278"/>
                </a:lnTo>
                <a:lnTo>
                  <a:pt x="7869362" y="97074"/>
                </a:lnTo>
                <a:lnTo>
                  <a:pt x="7924780" y="110532"/>
                </a:lnTo>
                <a:lnTo>
                  <a:pt x="7980198" y="124586"/>
                </a:lnTo>
                <a:lnTo>
                  <a:pt x="8035616" y="139173"/>
                </a:lnTo>
                <a:lnTo>
                  <a:pt x="8091034" y="154222"/>
                </a:lnTo>
                <a:lnTo>
                  <a:pt x="8146452" y="169663"/>
                </a:lnTo>
                <a:lnTo>
                  <a:pt x="8201870" y="185424"/>
                </a:lnTo>
                <a:lnTo>
                  <a:pt x="8257288" y="201431"/>
                </a:lnTo>
                <a:lnTo>
                  <a:pt x="8312706" y="217608"/>
                </a:lnTo>
                <a:lnTo>
                  <a:pt x="8368124" y="233880"/>
                </a:lnTo>
                <a:lnTo>
                  <a:pt x="8423542" y="250170"/>
                </a:lnTo>
                <a:lnTo>
                  <a:pt x="8478960" y="266402"/>
                </a:lnTo>
                <a:lnTo>
                  <a:pt x="8534378" y="282499"/>
                </a:lnTo>
                <a:lnTo>
                  <a:pt x="8589796" y="298386"/>
                </a:lnTo>
                <a:lnTo>
                  <a:pt x="8645214" y="313988"/>
                </a:lnTo>
                <a:lnTo>
                  <a:pt x="8700632" y="329232"/>
                </a:lnTo>
                <a:lnTo>
                  <a:pt x="8756050" y="344046"/>
                </a:lnTo>
                <a:lnTo>
                  <a:pt x="8811468" y="358362"/>
                </a:lnTo>
                <a:lnTo>
                  <a:pt x="8866886" y="372110"/>
                </a:lnTo>
                <a:lnTo>
                  <a:pt x="8922304" y="385228"/>
                </a:lnTo>
                <a:lnTo>
                  <a:pt x="8977723" y="397653"/>
                </a:lnTo>
                <a:lnTo>
                  <a:pt x="9033141" y="409327"/>
                </a:lnTo>
                <a:lnTo>
                  <a:pt x="9088559" y="420195"/>
                </a:lnTo>
                <a:lnTo>
                  <a:pt x="9143977" y="430206"/>
                </a:lnTo>
                <a:lnTo>
                  <a:pt x="9199395" y="439313"/>
                </a:lnTo>
                <a:lnTo>
                  <a:pt x="9254813" y="447474"/>
                </a:lnTo>
                <a:lnTo>
                  <a:pt x="9310231" y="454650"/>
                </a:lnTo>
                <a:lnTo>
                  <a:pt x="9365649" y="460807"/>
                </a:lnTo>
                <a:lnTo>
                  <a:pt x="9421067" y="465916"/>
                </a:lnTo>
                <a:lnTo>
                  <a:pt x="9476485" y="469954"/>
                </a:lnTo>
                <a:lnTo>
                  <a:pt x="9531903" y="472902"/>
                </a:lnTo>
                <a:lnTo>
                  <a:pt x="9587321" y="474744"/>
                </a:lnTo>
                <a:lnTo>
                  <a:pt x="9642739" y="475474"/>
                </a:lnTo>
                <a:lnTo>
                  <a:pt x="9698157" y="475088"/>
                </a:lnTo>
                <a:lnTo>
                  <a:pt x="9753575" y="473586"/>
                </a:lnTo>
                <a:lnTo>
                  <a:pt x="9808993" y="470977"/>
                </a:lnTo>
                <a:lnTo>
                  <a:pt x="9864411" y="467273"/>
                </a:lnTo>
                <a:lnTo>
                  <a:pt x="9919829" y="462491"/>
                </a:lnTo>
                <a:lnTo>
                  <a:pt x="9975247" y="456653"/>
                </a:lnTo>
                <a:lnTo>
                  <a:pt x="10030665" y="449787"/>
                </a:lnTo>
                <a:lnTo>
                  <a:pt x="10086083" y="441926"/>
                </a:lnTo>
                <a:lnTo>
                  <a:pt x="10141501" y="433105"/>
                </a:lnTo>
                <a:lnTo>
                  <a:pt x="10196919" y="423367"/>
                </a:lnTo>
                <a:lnTo>
                  <a:pt x="10252338" y="412757"/>
                </a:lnTo>
                <a:lnTo>
                  <a:pt x="10307756" y="401325"/>
                </a:lnTo>
                <a:lnTo>
                  <a:pt x="10363174" y="389125"/>
                </a:lnTo>
                <a:lnTo>
                  <a:pt x="10418592" y="376214"/>
                </a:lnTo>
                <a:lnTo>
                  <a:pt x="10474010" y="362653"/>
                </a:lnTo>
                <a:lnTo>
                  <a:pt x="10529428" y="348505"/>
                </a:lnTo>
                <a:lnTo>
                  <a:pt x="10584846" y="333837"/>
                </a:lnTo>
                <a:lnTo>
                  <a:pt x="10640264" y="318717"/>
                </a:lnTo>
                <a:lnTo>
                  <a:pt x="10695682" y="303217"/>
                </a:lnTo>
                <a:lnTo>
                  <a:pt x="10751100" y="287410"/>
                </a:lnTo>
                <a:lnTo>
                  <a:pt x="10806518" y="271370"/>
                </a:lnTo>
                <a:lnTo>
                  <a:pt x="10861936" y="255171"/>
                </a:lnTo>
                <a:lnTo>
                  <a:pt x="10917354" y="238891"/>
                </a:lnTo>
                <a:lnTo>
                  <a:pt x="10972772" y="222605"/>
                </a:lnTo>
                <a:lnTo>
                  <a:pt x="11028190" y="206391"/>
                </a:lnTo>
                <a:lnTo>
                  <a:pt x="11083608" y="190324"/>
                </a:lnTo>
                <a:lnTo>
                  <a:pt x="11139026" y="174479"/>
                </a:lnTo>
                <a:lnTo>
                  <a:pt x="11194444" y="158932"/>
                </a:lnTo>
                <a:lnTo>
                  <a:pt x="11249862" y="143754"/>
                </a:lnTo>
                <a:lnTo>
                  <a:pt x="11305280" y="129018"/>
                </a:lnTo>
                <a:lnTo>
                  <a:pt x="11360698" y="114793"/>
                </a:lnTo>
                <a:lnTo>
                  <a:pt x="11416116" y="101145"/>
                </a:lnTo>
                <a:lnTo>
                  <a:pt x="11471534" y="88139"/>
                </a:lnTo>
                <a:lnTo>
                  <a:pt x="11526953" y="75835"/>
                </a:lnTo>
                <a:lnTo>
                  <a:pt x="11582371" y="64292"/>
                </a:lnTo>
                <a:lnTo>
                  <a:pt x="11637789" y="53563"/>
                </a:lnTo>
                <a:lnTo>
                  <a:pt x="11693207" y="43699"/>
                </a:lnTo>
                <a:lnTo>
                  <a:pt x="11748625" y="34747"/>
                </a:lnTo>
                <a:lnTo>
                  <a:pt x="11804043" y="26748"/>
                </a:lnTo>
                <a:lnTo>
                  <a:pt x="11859461" y="19739"/>
                </a:lnTo>
                <a:lnTo>
                  <a:pt x="11914879" y="13755"/>
                </a:lnTo>
                <a:lnTo>
                  <a:pt x="11970297" y="8823"/>
                </a:lnTo>
                <a:lnTo>
                  <a:pt x="12025715" y="4965"/>
                </a:lnTo>
                <a:lnTo>
                  <a:pt x="12081133" y="2201"/>
                </a:lnTo>
                <a:lnTo>
                  <a:pt x="12136551" y="543"/>
                </a:lnTo>
                <a:lnTo>
                  <a:pt x="12191969" y="0"/>
                </a:lnTo>
              </a:path>
            </a:pathLst>
          </a:custGeom>
          <a:noFill/>
          <a:ln w="8890">
            <a:solidFill>
              <a:srgbClr val="153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S T R U C T U R E D   L I G H T   ·   D E C O D I N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频移法（FSM / FSA）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22576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原理与实现详解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1868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AA4B8"/>
                </a:solidFill>
                <a:latin typeface="Noto Sans SC"/>
                <a:ea typeface="Noto Sans SC"/>
                <a:cs typeface="Noto Sans SC"/>
              </a:rPr>
              <a:t>从条纹图像到投影仪坐标对应关系，再到三维点云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27632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3970">
            <a:solidFill>
              <a:srgbClr val="1D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627632"/>
            <a:ext cx="301752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uₚ = q · N / (L · 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3054096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A4B8"/>
                </a:solidFill>
                <a:latin typeface="Noto Sans SC"/>
                <a:ea typeface="Noto Sans SC"/>
                <a:cs typeface="Noto Sans SC"/>
              </a:rPr>
              <a:t>核心目标：让 FFT 的 bin 网格与投影仪坐标网格对齐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条纹采集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75250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449570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9570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四步相移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76181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50501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0501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复信号 D[k]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77112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51432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1432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频率轴 FFT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78043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52363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2363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投影仪坐标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78974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053294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3294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三维点云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讲解路线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本次讲解的主线与章节安排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一条主线贯穿：从条纹图像到三维点云；八章依次展开。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773936"/>
            <a:ext cx="110946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核心叙事主线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条纹采集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24018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3474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3474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四步相移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8853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38309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8309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频率轴信号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13688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33144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144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FFT 解码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8523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27979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7979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投影仪坐标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03358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22814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2814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三维点云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743200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807208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2953512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99923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852928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问题背景与方法目标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3127248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结构光为什么要解码，两个方向分别解什么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02736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666744"/>
            <a:ext cx="54864" cy="60350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3813048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5876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" y="3712463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四步相移与复信号构造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" y="3986784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从灰度差分到携带相位的复数 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462272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526280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1520" y="4672584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71830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" y="4572000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频率轴信号与 FFT 解码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" y="4846320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相位旋转速度就是投影仪坐标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321808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385816"/>
            <a:ext cx="54864" cy="60350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1520" y="5532120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5778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" y="5431536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主线代码实现与数据形状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" y="5705856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模块地图、张量维度、分块解码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51432" y="2743200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51432" y="2807208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34312" y="2953512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34312" y="299923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4936" y="2852928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FFT 长度策略：统一公式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4936" y="3127248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uₚ = q·N/(L·s) 与量化阶梯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51432" y="3602736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51432" y="3666744"/>
            <a:ext cx="54864" cy="60350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434312" y="3813048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34312" y="385876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4936" y="3712463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工程实现 · 后处理 · 排查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4936" y="3986784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内存、多峰检测、极线校正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51432" y="4462272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51432" y="4526280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34312" y="4672584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34312" y="471830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4936" y="4572000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与三维重建的关系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4936" y="4846320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对应关系如何进入三角化与点云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51432" y="5321808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51432" y="5385816"/>
            <a:ext cx="54864" cy="60350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434312" y="5532120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34312" y="55778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八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4936" y="5431536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总结与常见误区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4936" y="5705856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三式串联与参数选择速查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讲解路线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02 /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阅读指南 · HOW TO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本讲义的结构与来源说明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由两套旧 PPT 合并去重而成；凡结论直接来自仓库代码的页面，右上角标注「代码现状」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阅读指南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03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全篇导航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5410184" cy="950975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83664"/>
            <a:ext cx="50292" cy="950975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来源 A：原理详解（旧 42 页）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414016"/>
            <a:ext cx="4989560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构成第一至四章主干：四步相移、频率轴信号、FFT 解码、数据形状。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144" y="1883664"/>
            <a:ext cx="5410184" cy="950975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44" y="1883664"/>
            <a:ext cx="50292" cy="950975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来源 B：统一公式详解（旧 32 页）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888" y="2414016"/>
            <a:ext cx="4989560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并入第五、六章：M/N/L 三角色、uₚ = q·N/(L·s)、量化阶梯、参数策略。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017520"/>
            <a:ext cx="5410184" cy="950975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0292" cy="9509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182112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去重处理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547872"/>
            <a:ext cx="4989560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旧 deck 中 FFT 长度与 coord_scale 被讲了两遍，现合并为第五章一条推导线。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144" y="3017520"/>
            <a:ext cx="5410184" cy="950975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144" y="3017520"/>
            <a:ext cx="50292" cy="950975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0888" y="3182112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新增「代码现状」章节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0888" y="3547872"/>
            <a:ext cx="4989560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模块地图、真实参数表、亚像素细化、三角化与点云后处理，均以仓库代码为准。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77207"/>
            <a:ext cx="11094689" cy="1576120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使用建议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阅读顺序：第一至三章建立物理与数学直觉，第四章对齐代码，第五章给出唯一的参数公式。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第六、七章偏工程与下游：内存、后处理、三角化、点云比较，可先跳过按需回看。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每章首页是章节导览，正文页保持 3–5 个要点，代码只保留能说明问题的关键片段。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标注「代码现状」的内容与 repo 中 FSM_*.py 一致，并给出文件与行号，可直接对照。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10915"/>
            <a:ext cx="12191969" cy="438905"/>
          </a:xfrm>
          <a:custGeom>
            <a:avLst/>
            <a:gdLst/>
            <a:ahLst/>
            <a:cxnLst/>
            <a:rect l="l" t="t" r="r" b="b"/>
            <a:pathLst>
              <a:path w="12191969" h="438905">
                <a:moveTo>
                  <a:pt x="0" y="304913"/>
                </a:moveTo>
                <a:lnTo>
                  <a:pt x="55418" y="318556"/>
                </a:lnTo>
                <a:lnTo>
                  <a:pt x="110836" y="331734"/>
                </a:lnTo>
                <a:lnTo>
                  <a:pt x="166254" y="344385"/>
                </a:lnTo>
                <a:lnTo>
                  <a:pt x="221672" y="356449"/>
                </a:lnTo>
                <a:lnTo>
                  <a:pt x="277090" y="367869"/>
                </a:lnTo>
                <a:lnTo>
                  <a:pt x="332508" y="378593"/>
                </a:lnTo>
                <a:lnTo>
                  <a:pt x="387926" y="388569"/>
                </a:lnTo>
                <a:lnTo>
                  <a:pt x="443344" y="397751"/>
                </a:lnTo>
                <a:lnTo>
                  <a:pt x="498762" y="406095"/>
                </a:lnTo>
                <a:lnTo>
                  <a:pt x="554180" y="413563"/>
                </a:lnTo>
                <a:lnTo>
                  <a:pt x="609598" y="420119"/>
                </a:lnTo>
                <a:lnTo>
                  <a:pt x="665016" y="425733"/>
                </a:lnTo>
                <a:lnTo>
                  <a:pt x="720434" y="430378"/>
                </a:lnTo>
                <a:lnTo>
                  <a:pt x="775852" y="434033"/>
                </a:lnTo>
                <a:lnTo>
                  <a:pt x="831270" y="436680"/>
                </a:lnTo>
                <a:lnTo>
                  <a:pt x="886688" y="438306"/>
                </a:lnTo>
                <a:lnTo>
                  <a:pt x="942106" y="438905"/>
                </a:lnTo>
                <a:lnTo>
                  <a:pt x="997524" y="438473"/>
                </a:lnTo>
                <a:lnTo>
                  <a:pt x="1052942" y="437013"/>
                </a:lnTo>
                <a:lnTo>
                  <a:pt x="1108360" y="434530"/>
                </a:lnTo>
                <a:lnTo>
                  <a:pt x="1163778" y="431038"/>
                </a:lnTo>
                <a:lnTo>
                  <a:pt x="1219196" y="426552"/>
                </a:lnTo>
                <a:lnTo>
                  <a:pt x="1274614" y="421093"/>
                </a:lnTo>
                <a:lnTo>
                  <a:pt x="1330033" y="414688"/>
                </a:lnTo>
                <a:lnTo>
                  <a:pt x="1385451" y="407365"/>
                </a:lnTo>
                <a:lnTo>
                  <a:pt x="1440869" y="399160"/>
                </a:lnTo>
                <a:lnTo>
                  <a:pt x="1496287" y="390111"/>
                </a:lnTo>
                <a:lnTo>
                  <a:pt x="1551705" y="380260"/>
                </a:lnTo>
                <a:lnTo>
                  <a:pt x="1607123" y="369655"/>
                </a:lnTo>
                <a:lnTo>
                  <a:pt x="1662541" y="358344"/>
                </a:lnTo>
                <a:lnTo>
                  <a:pt x="1717959" y="346380"/>
                </a:lnTo>
                <a:lnTo>
                  <a:pt x="1773377" y="333820"/>
                </a:lnTo>
                <a:lnTo>
                  <a:pt x="1828795" y="320724"/>
                </a:lnTo>
                <a:lnTo>
                  <a:pt x="1884213" y="307151"/>
                </a:lnTo>
                <a:lnTo>
                  <a:pt x="1939631" y="293167"/>
                </a:lnTo>
                <a:lnTo>
                  <a:pt x="1995049" y="278837"/>
                </a:lnTo>
                <a:lnTo>
                  <a:pt x="2050467" y="264228"/>
                </a:lnTo>
                <a:lnTo>
                  <a:pt x="2105885" y="249408"/>
                </a:lnTo>
                <a:lnTo>
                  <a:pt x="2161303" y="234448"/>
                </a:lnTo>
                <a:lnTo>
                  <a:pt x="2216721" y="219417"/>
                </a:lnTo>
                <a:lnTo>
                  <a:pt x="2272139" y="204387"/>
                </a:lnTo>
                <a:lnTo>
                  <a:pt x="2327557" y="189427"/>
                </a:lnTo>
                <a:lnTo>
                  <a:pt x="2382975" y="174608"/>
                </a:lnTo>
                <a:lnTo>
                  <a:pt x="2438393" y="160000"/>
                </a:lnTo>
                <a:lnTo>
                  <a:pt x="2493811" y="145671"/>
                </a:lnTo>
                <a:lnTo>
                  <a:pt x="2549229" y="131689"/>
                </a:lnTo>
                <a:lnTo>
                  <a:pt x="2604648" y="118119"/>
                </a:lnTo>
                <a:lnTo>
                  <a:pt x="2660066" y="105024"/>
                </a:lnTo>
                <a:lnTo>
                  <a:pt x="2715484" y="92467"/>
                </a:lnTo>
                <a:lnTo>
                  <a:pt x="2770902" y="80507"/>
                </a:lnTo>
                <a:lnTo>
                  <a:pt x="2826320" y="69199"/>
                </a:lnTo>
                <a:lnTo>
                  <a:pt x="2881738" y="58596"/>
                </a:lnTo>
                <a:lnTo>
                  <a:pt x="2937156" y="48750"/>
                </a:lnTo>
                <a:lnTo>
                  <a:pt x="2992574" y="39704"/>
                </a:lnTo>
                <a:lnTo>
                  <a:pt x="3047992" y="31503"/>
                </a:lnTo>
                <a:lnTo>
                  <a:pt x="3103410" y="24185"/>
                </a:lnTo>
                <a:lnTo>
                  <a:pt x="3158828" y="17784"/>
                </a:lnTo>
                <a:lnTo>
                  <a:pt x="3214246" y="12330"/>
                </a:lnTo>
                <a:lnTo>
                  <a:pt x="3269664" y="7848"/>
                </a:lnTo>
                <a:lnTo>
                  <a:pt x="3325082" y="4360"/>
                </a:lnTo>
                <a:lnTo>
                  <a:pt x="3380500" y="1883"/>
                </a:lnTo>
                <a:lnTo>
                  <a:pt x="3435918" y="427"/>
                </a:lnTo>
                <a:lnTo>
                  <a:pt x="3491336" y="0"/>
                </a:lnTo>
                <a:lnTo>
                  <a:pt x="3546754" y="604"/>
                </a:lnTo>
                <a:lnTo>
                  <a:pt x="3602172" y="2235"/>
                </a:lnTo>
                <a:lnTo>
                  <a:pt x="3657590" y="4887"/>
                </a:lnTo>
                <a:lnTo>
                  <a:pt x="3713008" y="8546"/>
                </a:lnTo>
                <a:lnTo>
                  <a:pt x="3768426" y="13196"/>
                </a:lnTo>
                <a:lnTo>
                  <a:pt x="3823844" y="18814"/>
                </a:lnTo>
                <a:lnTo>
                  <a:pt x="3879263" y="25375"/>
                </a:lnTo>
                <a:lnTo>
                  <a:pt x="3934681" y="32847"/>
                </a:lnTo>
                <a:lnTo>
                  <a:pt x="3990099" y="41196"/>
                </a:lnTo>
                <a:lnTo>
                  <a:pt x="4045517" y="50381"/>
                </a:lnTo>
                <a:lnTo>
                  <a:pt x="4100935" y="60361"/>
                </a:lnTo>
                <a:lnTo>
                  <a:pt x="4156353" y="71088"/>
                </a:lnTo>
                <a:lnTo>
                  <a:pt x="4211771" y="82512"/>
                </a:lnTo>
                <a:lnTo>
                  <a:pt x="4267189" y="94578"/>
                </a:lnTo>
                <a:lnTo>
                  <a:pt x="4322607" y="107232"/>
                </a:lnTo>
                <a:lnTo>
                  <a:pt x="4378025" y="120412"/>
                </a:lnTo>
                <a:lnTo>
                  <a:pt x="4433443" y="134057"/>
                </a:lnTo>
                <a:lnTo>
                  <a:pt x="4488861" y="148104"/>
                </a:lnTo>
                <a:lnTo>
                  <a:pt x="4544279" y="162485"/>
                </a:lnTo>
                <a:lnTo>
                  <a:pt x="4599697" y="177135"/>
                </a:lnTo>
                <a:lnTo>
                  <a:pt x="4655115" y="191982"/>
                </a:lnTo>
                <a:lnTo>
                  <a:pt x="4710533" y="206959"/>
                </a:lnTo>
                <a:lnTo>
                  <a:pt x="4765951" y="221995"/>
                </a:lnTo>
                <a:lnTo>
                  <a:pt x="4821369" y="237018"/>
                </a:lnTo>
                <a:lnTo>
                  <a:pt x="4876787" y="251960"/>
                </a:lnTo>
                <a:lnTo>
                  <a:pt x="4932205" y="266748"/>
                </a:lnTo>
                <a:lnTo>
                  <a:pt x="4987623" y="281314"/>
                </a:lnTo>
                <a:lnTo>
                  <a:pt x="5043041" y="295590"/>
                </a:lnTo>
                <a:lnTo>
                  <a:pt x="5098459" y="309508"/>
                </a:lnTo>
                <a:lnTo>
                  <a:pt x="5153878" y="323004"/>
                </a:lnTo>
                <a:lnTo>
                  <a:pt x="5209296" y="336013"/>
                </a:lnTo>
                <a:lnTo>
                  <a:pt x="5264714" y="348474"/>
                </a:lnTo>
                <a:lnTo>
                  <a:pt x="5320132" y="360330"/>
                </a:lnTo>
                <a:lnTo>
                  <a:pt x="5375550" y="371524"/>
                </a:lnTo>
                <a:lnTo>
                  <a:pt x="5430968" y="382003"/>
                </a:lnTo>
                <a:lnTo>
                  <a:pt x="5486386" y="391720"/>
                </a:lnTo>
                <a:lnTo>
                  <a:pt x="5541804" y="400627"/>
                </a:lnTo>
                <a:lnTo>
                  <a:pt x="5597222" y="408684"/>
                </a:lnTo>
                <a:lnTo>
                  <a:pt x="5652640" y="415851"/>
                </a:lnTo>
                <a:lnTo>
                  <a:pt x="5708058" y="422097"/>
                </a:lnTo>
                <a:lnTo>
                  <a:pt x="5763476" y="427391"/>
                </a:lnTo>
                <a:lnTo>
                  <a:pt x="5818894" y="431708"/>
                </a:lnTo>
                <a:lnTo>
                  <a:pt x="5874312" y="435028"/>
                </a:lnTo>
                <a:lnTo>
                  <a:pt x="5929730" y="437336"/>
                </a:lnTo>
                <a:lnTo>
                  <a:pt x="5985148" y="438620"/>
                </a:lnTo>
                <a:lnTo>
                  <a:pt x="6040566" y="438876"/>
                </a:lnTo>
                <a:lnTo>
                  <a:pt x="6095984" y="438100"/>
                </a:lnTo>
                <a:lnTo>
                  <a:pt x="6151402" y="436298"/>
                </a:lnTo>
                <a:lnTo>
                  <a:pt x="6206820" y="433478"/>
                </a:lnTo>
                <a:lnTo>
                  <a:pt x="6262238" y="429652"/>
                </a:lnTo>
                <a:lnTo>
                  <a:pt x="6317656" y="424839"/>
                </a:lnTo>
                <a:lnTo>
                  <a:pt x="6373074" y="419062"/>
                </a:lnTo>
                <a:lnTo>
                  <a:pt x="6428493" y="412347"/>
                </a:lnTo>
                <a:lnTo>
                  <a:pt x="6483911" y="404726"/>
                </a:lnTo>
                <a:lnTo>
                  <a:pt x="6539329" y="396236"/>
                </a:lnTo>
                <a:lnTo>
                  <a:pt x="6594747" y="386914"/>
                </a:lnTo>
                <a:lnTo>
                  <a:pt x="6650165" y="376807"/>
                </a:lnTo>
                <a:lnTo>
                  <a:pt x="6705583" y="365960"/>
                </a:lnTo>
                <a:lnTo>
                  <a:pt x="6761001" y="354425"/>
                </a:lnTo>
                <a:lnTo>
                  <a:pt x="6816419" y="342257"/>
                </a:lnTo>
                <a:lnTo>
                  <a:pt x="6871837" y="329512"/>
                </a:lnTo>
                <a:lnTo>
                  <a:pt x="6927255" y="316249"/>
                </a:lnTo>
                <a:lnTo>
                  <a:pt x="6982673" y="302533"/>
                </a:lnTo>
                <a:lnTo>
                  <a:pt x="7038091" y="288426"/>
                </a:lnTo>
                <a:lnTo>
                  <a:pt x="7093509" y="273995"/>
                </a:lnTo>
                <a:lnTo>
                  <a:pt x="7148927" y="259308"/>
                </a:lnTo>
                <a:lnTo>
                  <a:pt x="7204345" y="244434"/>
                </a:lnTo>
                <a:lnTo>
                  <a:pt x="7259763" y="229442"/>
                </a:lnTo>
                <a:lnTo>
                  <a:pt x="7315181" y="214404"/>
                </a:lnTo>
                <a:lnTo>
                  <a:pt x="7370599" y="199389"/>
                </a:lnTo>
                <a:lnTo>
                  <a:pt x="7426017" y="184468"/>
                </a:lnTo>
                <a:lnTo>
                  <a:pt x="7481435" y="169712"/>
                </a:lnTo>
                <a:lnTo>
                  <a:pt x="7536853" y="155189"/>
                </a:lnTo>
                <a:lnTo>
                  <a:pt x="7592271" y="140969"/>
                </a:lnTo>
                <a:lnTo>
                  <a:pt x="7647689" y="127116"/>
                </a:lnTo>
                <a:lnTo>
                  <a:pt x="7703108" y="113698"/>
                </a:lnTo>
                <a:lnTo>
                  <a:pt x="7758526" y="100776"/>
                </a:lnTo>
                <a:lnTo>
                  <a:pt x="7813944" y="88411"/>
                </a:lnTo>
                <a:lnTo>
                  <a:pt x="7869362" y="76662"/>
                </a:lnTo>
                <a:lnTo>
                  <a:pt x="7924780" y="65584"/>
                </a:lnTo>
                <a:lnTo>
                  <a:pt x="7980198" y="55228"/>
                </a:lnTo>
                <a:lnTo>
                  <a:pt x="8035616" y="45643"/>
                </a:lnTo>
                <a:lnTo>
                  <a:pt x="8091034" y="36875"/>
                </a:lnTo>
                <a:lnTo>
                  <a:pt x="8146452" y="28964"/>
                </a:lnTo>
                <a:lnTo>
                  <a:pt x="8201870" y="21948"/>
                </a:lnTo>
                <a:lnTo>
                  <a:pt x="8257288" y="15859"/>
                </a:lnTo>
                <a:lnTo>
                  <a:pt x="8312706" y="10727"/>
                </a:lnTo>
                <a:lnTo>
                  <a:pt x="8368124" y="6574"/>
                </a:lnTo>
                <a:lnTo>
                  <a:pt x="8423542" y="3422"/>
                </a:lnTo>
                <a:lnTo>
                  <a:pt x="8478960" y="1284"/>
                </a:lnTo>
                <a:lnTo>
                  <a:pt x="8534378" y="170"/>
                </a:lnTo>
                <a:lnTo>
                  <a:pt x="8589796" y="87"/>
                </a:lnTo>
                <a:lnTo>
                  <a:pt x="8645214" y="1034"/>
                </a:lnTo>
                <a:lnTo>
                  <a:pt x="8700632" y="3006"/>
                </a:lnTo>
                <a:lnTo>
                  <a:pt x="8756050" y="5995"/>
                </a:lnTo>
                <a:lnTo>
                  <a:pt x="8811468" y="9987"/>
                </a:lnTo>
                <a:lnTo>
                  <a:pt x="8866886" y="14962"/>
                </a:lnTo>
                <a:lnTo>
                  <a:pt x="8922304" y="20898"/>
                </a:lnTo>
                <a:lnTo>
                  <a:pt x="8977723" y="27766"/>
                </a:lnTo>
                <a:lnTo>
                  <a:pt x="9033141" y="35534"/>
                </a:lnTo>
                <a:lnTo>
                  <a:pt x="9088559" y="44166"/>
                </a:lnTo>
                <a:lnTo>
                  <a:pt x="9143977" y="53622"/>
                </a:lnTo>
                <a:lnTo>
                  <a:pt x="9199395" y="63856"/>
                </a:lnTo>
                <a:lnTo>
                  <a:pt x="9254813" y="74821"/>
                </a:lnTo>
                <a:lnTo>
                  <a:pt x="9310231" y="86465"/>
                </a:lnTo>
                <a:lnTo>
                  <a:pt x="9365649" y="98734"/>
                </a:lnTo>
                <a:lnTo>
                  <a:pt x="9421067" y="111570"/>
                </a:lnTo>
                <a:lnTo>
                  <a:pt x="9476485" y="124912"/>
                </a:lnTo>
                <a:lnTo>
                  <a:pt x="9531903" y="138698"/>
                </a:lnTo>
                <a:lnTo>
                  <a:pt x="9587321" y="152864"/>
                </a:lnTo>
                <a:lnTo>
                  <a:pt x="9642739" y="167342"/>
                </a:lnTo>
                <a:lnTo>
                  <a:pt x="9698157" y="182065"/>
                </a:lnTo>
                <a:lnTo>
                  <a:pt x="9753575" y="196964"/>
                </a:lnTo>
                <a:lnTo>
                  <a:pt x="9808993" y="211968"/>
                </a:lnTo>
                <a:lnTo>
                  <a:pt x="9864411" y="227008"/>
                </a:lnTo>
                <a:lnTo>
                  <a:pt x="9919829" y="242011"/>
                </a:lnTo>
                <a:lnTo>
                  <a:pt x="9975247" y="256909"/>
                </a:lnTo>
                <a:lnTo>
                  <a:pt x="10030665" y="271631"/>
                </a:lnTo>
                <a:lnTo>
                  <a:pt x="10086083" y="286109"/>
                </a:lnTo>
                <a:lnTo>
                  <a:pt x="10141501" y="300272"/>
                </a:lnTo>
                <a:lnTo>
                  <a:pt x="10196919" y="314057"/>
                </a:lnTo>
                <a:lnTo>
                  <a:pt x="10252338" y="327397"/>
                </a:lnTo>
                <a:lnTo>
                  <a:pt x="10307756" y="340230"/>
                </a:lnTo>
                <a:lnTo>
                  <a:pt x="10363174" y="352496"/>
                </a:lnTo>
                <a:lnTo>
                  <a:pt x="10418592" y="364137"/>
                </a:lnTo>
                <a:lnTo>
                  <a:pt x="10474010" y="375099"/>
                </a:lnTo>
                <a:lnTo>
                  <a:pt x="10529428" y="385329"/>
                </a:lnTo>
                <a:lnTo>
                  <a:pt x="10584846" y="394781"/>
                </a:lnTo>
                <a:lnTo>
                  <a:pt x="10640264" y="403409"/>
                </a:lnTo>
                <a:lnTo>
                  <a:pt x="10695682" y="411173"/>
                </a:lnTo>
                <a:lnTo>
                  <a:pt x="10751100" y="418037"/>
                </a:lnTo>
                <a:lnTo>
                  <a:pt x="10806518" y="423968"/>
                </a:lnTo>
                <a:lnTo>
                  <a:pt x="10861936" y="428939"/>
                </a:lnTo>
                <a:lnTo>
                  <a:pt x="10917354" y="432926"/>
                </a:lnTo>
                <a:lnTo>
                  <a:pt x="10972772" y="435910"/>
                </a:lnTo>
                <a:lnTo>
                  <a:pt x="11028190" y="437878"/>
                </a:lnTo>
                <a:lnTo>
                  <a:pt x="11083608" y="438820"/>
                </a:lnTo>
                <a:lnTo>
                  <a:pt x="11139026" y="438732"/>
                </a:lnTo>
                <a:lnTo>
                  <a:pt x="11194444" y="437614"/>
                </a:lnTo>
                <a:lnTo>
                  <a:pt x="11249862" y="435471"/>
                </a:lnTo>
                <a:lnTo>
                  <a:pt x="11305280" y="432314"/>
                </a:lnTo>
                <a:lnTo>
                  <a:pt x="11360698" y="428157"/>
                </a:lnTo>
                <a:lnTo>
                  <a:pt x="11416116" y="423020"/>
                </a:lnTo>
                <a:lnTo>
                  <a:pt x="11471534" y="416926"/>
                </a:lnTo>
                <a:lnTo>
                  <a:pt x="11526953" y="409906"/>
                </a:lnTo>
                <a:lnTo>
                  <a:pt x="11582371" y="401991"/>
                </a:lnTo>
                <a:lnTo>
                  <a:pt x="11637789" y="393219"/>
                </a:lnTo>
                <a:lnTo>
                  <a:pt x="11693207" y="383630"/>
                </a:lnTo>
                <a:lnTo>
                  <a:pt x="11748625" y="373271"/>
                </a:lnTo>
                <a:lnTo>
                  <a:pt x="11804043" y="362189"/>
                </a:lnTo>
                <a:lnTo>
                  <a:pt x="11859461" y="350437"/>
                </a:lnTo>
                <a:lnTo>
                  <a:pt x="11914879" y="338070"/>
                </a:lnTo>
                <a:lnTo>
                  <a:pt x="11970297" y="325145"/>
                </a:lnTo>
                <a:lnTo>
                  <a:pt x="12025715" y="311725"/>
                </a:lnTo>
                <a:lnTo>
                  <a:pt x="12081133" y="297870"/>
                </a:lnTo>
                <a:lnTo>
                  <a:pt x="12136551" y="283648"/>
                </a:lnTo>
                <a:lnTo>
                  <a:pt x="12191969" y="269124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559553"/>
            <a:ext cx="12191969" cy="292604"/>
          </a:xfrm>
          <a:custGeom>
            <a:avLst/>
            <a:gdLst/>
            <a:ahLst/>
            <a:cxnLst/>
            <a:rect l="l" t="t" r="r" b="b"/>
            <a:pathLst>
              <a:path w="12191969" h="292604">
                <a:moveTo>
                  <a:pt x="0" y="292544"/>
                </a:moveTo>
                <a:lnTo>
                  <a:pt x="55418" y="291908"/>
                </a:lnTo>
                <a:lnTo>
                  <a:pt x="110836" y="290588"/>
                </a:lnTo>
                <a:lnTo>
                  <a:pt x="166254" y="288591"/>
                </a:lnTo>
                <a:lnTo>
                  <a:pt x="221672" y="285925"/>
                </a:lnTo>
                <a:lnTo>
                  <a:pt x="277090" y="282604"/>
                </a:lnTo>
                <a:lnTo>
                  <a:pt x="332508" y="278642"/>
                </a:lnTo>
                <a:lnTo>
                  <a:pt x="387926" y="274059"/>
                </a:lnTo>
                <a:lnTo>
                  <a:pt x="443344" y="268876"/>
                </a:lnTo>
                <a:lnTo>
                  <a:pt x="498762" y="263117"/>
                </a:lnTo>
                <a:lnTo>
                  <a:pt x="554180" y="256810"/>
                </a:lnTo>
                <a:lnTo>
                  <a:pt x="609598" y="249984"/>
                </a:lnTo>
                <a:lnTo>
                  <a:pt x="665016" y="242670"/>
                </a:lnTo>
                <a:lnTo>
                  <a:pt x="720434" y="234905"/>
                </a:lnTo>
                <a:lnTo>
                  <a:pt x="775852" y="226723"/>
                </a:lnTo>
                <a:lnTo>
                  <a:pt x="831270" y="218163"/>
                </a:lnTo>
                <a:lnTo>
                  <a:pt x="886688" y="209266"/>
                </a:lnTo>
                <a:lnTo>
                  <a:pt x="942106" y="200073"/>
                </a:lnTo>
                <a:lnTo>
                  <a:pt x="997524" y="190628"/>
                </a:lnTo>
                <a:lnTo>
                  <a:pt x="1052942" y="180974"/>
                </a:lnTo>
                <a:lnTo>
                  <a:pt x="1108360" y="171158"/>
                </a:lnTo>
                <a:lnTo>
                  <a:pt x="1163778" y="161225"/>
                </a:lnTo>
                <a:lnTo>
                  <a:pt x="1219196" y="151222"/>
                </a:lnTo>
                <a:lnTo>
                  <a:pt x="1274614" y="141195"/>
                </a:lnTo>
                <a:lnTo>
                  <a:pt x="1330033" y="131193"/>
                </a:lnTo>
                <a:lnTo>
                  <a:pt x="1385451" y="121262"/>
                </a:lnTo>
                <a:lnTo>
                  <a:pt x="1440869" y="111448"/>
                </a:lnTo>
                <a:lnTo>
                  <a:pt x="1496287" y="101798"/>
                </a:lnTo>
                <a:lnTo>
                  <a:pt x="1551705" y="92357"/>
                </a:lnTo>
                <a:lnTo>
                  <a:pt x="1607123" y="83169"/>
                </a:lnTo>
                <a:lnTo>
                  <a:pt x="1662541" y="74278"/>
                </a:lnTo>
                <a:lnTo>
                  <a:pt x="1717959" y="65725"/>
                </a:lnTo>
                <a:lnTo>
                  <a:pt x="1773377" y="57551"/>
                </a:lnTo>
                <a:lnTo>
                  <a:pt x="1828795" y="49793"/>
                </a:lnTo>
                <a:lnTo>
                  <a:pt x="1884213" y="42489"/>
                </a:lnTo>
                <a:lnTo>
                  <a:pt x="1939631" y="35672"/>
                </a:lnTo>
                <a:lnTo>
                  <a:pt x="1995049" y="29374"/>
                </a:lnTo>
                <a:lnTo>
                  <a:pt x="2050467" y="23626"/>
                </a:lnTo>
                <a:lnTo>
                  <a:pt x="2105885" y="18454"/>
                </a:lnTo>
                <a:lnTo>
                  <a:pt x="2161303" y="13883"/>
                </a:lnTo>
                <a:lnTo>
                  <a:pt x="2216721" y="9933"/>
                </a:lnTo>
                <a:lnTo>
                  <a:pt x="2272139" y="6624"/>
                </a:lnTo>
                <a:lnTo>
                  <a:pt x="2327557" y="3970"/>
                </a:lnTo>
                <a:lnTo>
                  <a:pt x="2382975" y="1986"/>
                </a:lnTo>
                <a:lnTo>
                  <a:pt x="2438393" y="679"/>
                </a:lnTo>
                <a:lnTo>
                  <a:pt x="2493811" y="56"/>
                </a:lnTo>
                <a:lnTo>
                  <a:pt x="2549229" y="119"/>
                </a:lnTo>
                <a:lnTo>
                  <a:pt x="2604648" y="869"/>
                </a:lnTo>
                <a:lnTo>
                  <a:pt x="2660066" y="2303"/>
                </a:lnTo>
                <a:lnTo>
                  <a:pt x="2715484" y="4412"/>
                </a:lnTo>
                <a:lnTo>
                  <a:pt x="2770902" y="7188"/>
                </a:lnTo>
                <a:lnTo>
                  <a:pt x="2826320" y="10618"/>
                </a:lnTo>
                <a:lnTo>
                  <a:pt x="2881738" y="14684"/>
                </a:lnTo>
                <a:lnTo>
                  <a:pt x="2937156" y="19369"/>
                </a:lnTo>
                <a:lnTo>
                  <a:pt x="2992574" y="24649"/>
                </a:lnTo>
                <a:lnTo>
                  <a:pt x="3047992" y="30502"/>
                </a:lnTo>
                <a:lnTo>
                  <a:pt x="3103410" y="36898"/>
                </a:lnTo>
                <a:lnTo>
                  <a:pt x="3158828" y="43807"/>
                </a:lnTo>
                <a:lnTo>
                  <a:pt x="3214246" y="51198"/>
                </a:lnTo>
                <a:lnTo>
                  <a:pt x="3269664" y="59036"/>
                </a:lnTo>
                <a:lnTo>
                  <a:pt x="3325082" y="67284"/>
                </a:lnTo>
                <a:lnTo>
                  <a:pt x="3380500" y="75903"/>
                </a:lnTo>
                <a:lnTo>
                  <a:pt x="3435918" y="84852"/>
                </a:lnTo>
                <a:lnTo>
                  <a:pt x="3491336" y="94090"/>
                </a:lnTo>
                <a:lnTo>
                  <a:pt x="3546754" y="103573"/>
                </a:lnTo>
                <a:lnTo>
                  <a:pt x="3602172" y="113257"/>
                </a:lnTo>
                <a:lnTo>
                  <a:pt x="3657590" y="123096"/>
                </a:lnTo>
                <a:lnTo>
                  <a:pt x="3713008" y="133044"/>
                </a:lnTo>
                <a:lnTo>
                  <a:pt x="3768426" y="143054"/>
                </a:lnTo>
                <a:lnTo>
                  <a:pt x="3823844" y="153080"/>
                </a:lnTo>
                <a:lnTo>
                  <a:pt x="3879263" y="163073"/>
                </a:lnTo>
                <a:lnTo>
                  <a:pt x="3934681" y="172988"/>
                </a:lnTo>
                <a:lnTo>
                  <a:pt x="3990099" y="182778"/>
                </a:lnTo>
                <a:lnTo>
                  <a:pt x="4045517" y="192396"/>
                </a:lnTo>
                <a:lnTo>
                  <a:pt x="4100935" y="201798"/>
                </a:lnTo>
                <a:lnTo>
                  <a:pt x="4156353" y="210939"/>
                </a:lnTo>
                <a:lnTo>
                  <a:pt x="4211771" y="219777"/>
                </a:lnTo>
                <a:lnTo>
                  <a:pt x="4267189" y="228270"/>
                </a:lnTo>
                <a:lnTo>
                  <a:pt x="4322607" y="236377"/>
                </a:lnTo>
                <a:lnTo>
                  <a:pt x="4378025" y="244062"/>
                </a:lnTo>
                <a:lnTo>
                  <a:pt x="4433443" y="251287"/>
                </a:lnTo>
                <a:lnTo>
                  <a:pt x="4488861" y="258020"/>
                </a:lnTo>
                <a:lnTo>
                  <a:pt x="4544279" y="264228"/>
                </a:lnTo>
                <a:lnTo>
                  <a:pt x="4599697" y="269881"/>
                </a:lnTo>
                <a:lnTo>
                  <a:pt x="4655115" y="274955"/>
                </a:lnTo>
                <a:lnTo>
                  <a:pt x="4710533" y="279424"/>
                </a:lnTo>
                <a:lnTo>
                  <a:pt x="4765951" y="283269"/>
                </a:lnTo>
                <a:lnTo>
                  <a:pt x="4821369" y="286469"/>
                </a:lnTo>
                <a:lnTo>
                  <a:pt x="4876787" y="289012"/>
                </a:lnTo>
                <a:lnTo>
                  <a:pt x="4932205" y="290884"/>
                </a:lnTo>
                <a:lnTo>
                  <a:pt x="4987623" y="292078"/>
                </a:lnTo>
                <a:lnTo>
                  <a:pt x="5043041" y="292587"/>
                </a:lnTo>
                <a:lnTo>
                  <a:pt x="5098459" y="292408"/>
                </a:lnTo>
                <a:lnTo>
                  <a:pt x="5153878" y="291544"/>
                </a:lnTo>
                <a:lnTo>
                  <a:pt x="5209296" y="289997"/>
                </a:lnTo>
                <a:lnTo>
                  <a:pt x="5264714" y="287776"/>
                </a:lnTo>
                <a:lnTo>
                  <a:pt x="5320132" y="284890"/>
                </a:lnTo>
                <a:lnTo>
                  <a:pt x="5375550" y="281353"/>
                </a:lnTo>
                <a:lnTo>
                  <a:pt x="5430968" y="277183"/>
                </a:lnTo>
                <a:lnTo>
                  <a:pt x="5486386" y="272397"/>
                </a:lnTo>
                <a:lnTo>
                  <a:pt x="5541804" y="267019"/>
                </a:lnTo>
                <a:lnTo>
                  <a:pt x="5597222" y="261074"/>
                </a:lnTo>
                <a:lnTo>
                  <a:pt x="5652640" y="254591"/>
                </a:lnTo>
                <a:lnTo>
                  <a:pt x="5708058" y="247598"/>
                </a:lnTo>
                <a:lnTo>
                  <a:pt x="5763476" y="240130"/>
                </a:lnTo>
                <a:lnTo>
                  <a:pt x="5818894" y="232222"/>
                </a:lnTo>
                <a:lnTo>
                  <a:pt x="5874312" y="223909"/>
                </a:lnTo>
                <a:lnTo>
                  <a:pt x="5929730" y="215233"/>
                </a:lnTo>
                <a:lnTo>
                  <a:pt x="5985148" y="206232"/>
                </a:lnTo>
                <a:lnTo>
                  <a:pt x="6040566" y="196950"/>
                </a:lnTo>
                <a:lnTo>
                  <a:pt x="6095984" y="187431"/>
                </a:lnTo>
                <a:lnTo>
                  <a:pt x="6151402" y="177718"/>
                </a:lnTo>
                <a:lnTo>
                  <a:pt x="6206820" y="167857"/>
                </a:lnTo>
                <a:lnTo>
                  <a:pt x="6262238" y="157896"/>
                </a:lnTo>
                <a:lnTo>
                  <a:pt x="6317656" y="147880"/>
                </a:lnTo>
                <a:lnTo>
                  <a:pt x="6373074" y="137856"/>
                </a:lnTo>
                <a:lnTo>
                  <a:pt x="6428493" y="127872"/>
                </a:lnTo>
                <a:lnTo>
                  <a:pt x="6483911" y="117975"/>
                </a:lnTo>
                <a:lnTo>
                  <a:pt x="6539329" y="108211"/>
                </a:lnTo>
                <a:lnTo>
                  <a:pt x="6594747" y="98625"/>
                </a:lnTo>
                <a:lnTo>
                  <a:pt x="6650165" y="89264"/>
                </a:lnTo>
                <a:lnTo>
                  <a:pt x="6705583" y="80170"/>
                </a:lnTo>
                <a:lnTo>
                  <a:pt x="6761001" y="71387"/>
                </a:lnTo>
                <a:lnTo>
                  <a:pt x="6816419" y="62956"/>
                </a:lnTo>
                <a:lnTo>
                  <a:pt x="6871837" y="54917"/>
                </a:lnTo>
                <a:lnTo>
                  <a:pt x="6927255" y="47306"/>
                </a:lnTo>
                <a:lnTo>
                  <a:pt x="6982673" y="40160"/>
                </a:lnTo>
                <a:lnTo>
                  <a:pt x="7038091" y="33513"/>
                </a:lnTo>
                <a:lnTo>
                  <a:pt x="7093509" y="27396"/>
                </a:lnTo>
                <a:lnTo>
                  <a:pt x="7148927" y="21837"/>
                </a:lnTo>
                <a:lnTo>
                  <a:pt x="7204345" y="16862"/>
                </a:lnTo>
                <a:lnTo>
                  <a:pt x="7259763" y="12496"/>
                </a:lnTo>
                <a:lnTo>
                  <a:pt x="7315181" y="8758"/>
                </a:lnTo>
                <a:lnTo>
                  <a:pt x="7370599" y="5666"/>
                </a:lnTo>
                <a:lnTo>
                  <a:pt x="7426017" y="3234"/>
                </a:lnTo>
                <a:lnTo>
                  <a:pt x="7481435" y="1474"/>
                </a:lnTo>
                <a:lnTo>
                  <a:pt x="7536853" y="395"/>
                </a:lnTo>
                <a:lnTo>
                  <a:pt x="7592271" y="0"/>
                </a:lnTo>
                <a:lnTo>
                  <a:pt x="7647689" y="293"/>
                </a:lnTo>
                <a:lnTo>
                  <a:pt x="7703108" y="1272"/>
                </a:lnTo>
                <a:lnTo>
                  <a:pt x="7758526" y="2931"/>
                </a:lnTo>
                <a:lnTo>
                  <a:pt x="7813944" y="5264"/>
                </a:lnTo>
                <a:lnTo>
                  <a:pt x="7869362" y="8259"/>
                </a:lnTo>
                <a:lnTo>
                  <a:pt x="7924780" y="11903"/>
                </a:lnTo>
                <a:lnTo>
                  <a:pt x="7980198" y="16178"/>
                </a:lnTo>
                <a:lnTo>
                  <a:pt x="8035616" y="21064"/>
                </a:lnTo>
                <a:lnTo>
                  <a:pt x="8091034" y="26538"/>
                </a:lnTo>
                <a:lnTo>
                  <a:pt x="8146452" y="32575"/>
                </a:lnTo>
                <a:lnTo>
                  <a:pt x="8201870" y="39145"/>
                </a:lnTo>
                <a:lnTo>
                  <a:pt x="8257288" y="46219"/>
                </a:lnTo>
                <a:lnTo>
                  <a:pt x="8312706" y="53763"/>
                </a:lnTo>
                <a:lnTo>
                  <a:pt x="8368124" y="61742"/>
                </a:lnTo>
                <a:lnTo>
                  <a:pt x="8423542" y="70117"/>
                </a:lnTo>
                <a:lnTo>
                  <a:pt x="8478960" y="78851"/>
                </a:lnTo>
                <a:lnTo>
                  <a:pt x="8534378" y="87901"/>
                </a:lnTo>
                <a:lnTo>
                  <a:pt x="8589796" y="97226"/>
                </a:lnTo>
                <a:lnTo>
                  <a:pt x="8645214" y="106781"/>
                </a:lnTo>
                <a:lnTo>
                  <a:pt x="8700632" y="116522"/>
                </a:lnTo>
                <a:lnTo>
                  <a:pt x="8756050" y="126402"/>
                </a:lnTo>
                <a:lnTo>
                  <a:pt x="8811468" y="136376"/>
                </a:lnTo>
                <a:lnTo>
                  <a:pt x="8866886" y="146397"/>
                </a:lnTo>
                <a:lnTo>
                  <a:pt x="8922304" y="156417"/>
                </a:lnTo>
                <a:lnTo>
                  <a:pt x="8977723" y="166390"/>
                </a:lnTo>
                <a:lnTo>
                  <a:pt x="9033141" y="176268"/>
                </a:lnTo>
                <a:lnTo>
                  <a:pt x="9088559" y="186005"/>
                </a:lnTo>
                <a:lnTo>
                  <a:pt x="9143977" y="195557"/>
                </a:lnTo>
                <a:lnTo>
                  <a:pt x="9199395" y="204876"/>
                </a:lnTo>
                <a:lnTo>
                  <a:pt x="9254813" y="213921"/>
                </a:lnTo>
                <a:lnTo>
                  <a:pt x="9310231" y="222648"/>
                </a:lnTo>
                <a:lnTo>
                  <a:pt x="9365649" y="231017"/>
                </a:lnTo>
                <a:lnTo>
                  <a:pt x="9421067" y="238988"/>
                </a:lnTo>
                <a:lnTo>
                  <a:pt x="9476485" y="246523"/>
                </a:lnTo>
                <a:lnTo>
                  <a:pt x="9531903" y="253588"/>
                </a:lnTo>
                <a:lnTo>
                  <a:pt x="9587321" y="260149"/>
                </a:lnTo>
                <a:lnTo>
                  <a:pt x="9642739" y="266175"/>
                </a:lnTo>
                <a:lnTo>
                  <a:pt x="9698157" y="271638"/>
                </a:lnTo>
                <a:lnTo>
                  <a:pt x="9753575" y="276513"/>
                </a:lnTo>
                <a:lnTo>
                  <a:pt x="9808993" y="280776"/>
                </a:lnTo>
                <a:lnTo>
                  <a:pt x="9864411" y="284408"/>
                </a:lnTo>
                <a:lnTo>
                  <a:pt x="9919829" y="287391"/>
                </a:lnTo>
                <a:lnTo>
                  <a:pt x="9975247" y="289711"/>
                </a:lnTo>
                <a:lnTo>
                  <a:pt x="10030665" y="291358"/>
                </a:lnTo>
                <a:lnTo>
                  <a:pt x="10086083" y="292324"/>
                </a:lnTo>
                <a:lnTo>
                  <a:pt x="10141501" y="292604"/>
                </a:lnTo>
                <a:lnTo>
                  <a:pt x="10196919" y="292196"/>
                </a:lnTo>
                <a:lnTo>
                  <a:pt x="10252338" y="291104"/>
                </a:lnTo>
                <a:lnTo>
                  <a:pt x="10307756" y="289331"/>
                </a:lnTo>
                <a:lnTo>
                  <a:pt x="10363174" y="286887"/>
                </a:lnTo>
                <a:lnTo>
                  <a:pt x="10418592" y="283783"/>
                </a:lnTo>
                <a:lnTo>
                  <a:pt x="10474010" y="280033"/>
                </a:lnTo>
                <a:lnTo>
                  <a:pt x="10529428" y="275655"/>
                </a:lnTo>
                <a:lnTo>
                  <a:pt x="10584846" y="270669"/>
                </a:lnTo>
                <a:lnTo>
                  <a:pt x="10640264" y="265099"/>
                </a:lnTo>
                <a:lnTo>
                  <a:pt x="10695682" y="258972"/>
                </a:lnTo>
                <a:lnTo>
                  <a:pt x="10751100" y="252315"/>
                </a:lnTo>
                <a:lnTo>
                  <a:pt x="10806518" y="245160"/>
                </a:lnTo>
                <a:lnTo>
                  <a:pt x="10861936" y="237541"/>
                </a:lnTo>
                <a:lnTo>
                  <a:pt x="10917354" y="229494"/>
                </a:lnTo>
                <a:lnTo>
                  <a:pt x="10972772" y="221056"/>
                </a:lnTo>
                <a:lnTo>
                  <a:pt x="11028190" y="212267"/>
                </a:lnTo>
                <a:lnTo>
                  <a:pt x="11083608" y="203168"/>
                </a:lnTo>
                <a:lnTo>
                  <a:pt x="11139026" y="193801"/>
                </a:lnTo>
                <a:lnTo>
                  <a:pt x="11194444" y="184212"/>
                </a:lnTo>
                <a:lnTo>
                  <a:pt x="11249862" y="174445"/>
                </a:lnTo>
                <a:lnTo>
                  <a:pt x="11305280" y="164546"/>
                </a:lnTo>
                <a:lnTo>
                  <a:pt x="11360698" y="154561"/>
                </a:lnTo>
                <a:lnTo>
                  <a:pt x="11416116" y="144537"/>
                </a:lnTo>
                <a:lnTo>
                  <a:pt x="11471534" y="134521"/>
                </a:lnTo>
                <a:lnTo>
                  <a:pt x="11526953" y="124561"/>
                </a:lnTo>
                <a:lnTo>
                  <a:pt x="11582371" y="114703"/>
                </a:lnTo>
                <a:lnTo>
                  <a:pt x="11637789" y="104994"/>
                </a:lnTo>
                <a:lnTo>
                  <a:pt x="11693207" y="95478"/>
                </a:lnTo>
                <a:lnTo>
                  <a:pt x="11748625" y="86201"/>
                </a:lnTo>
                <a:lnTo>
                  <a:pt x="11804043" y="77206"/>
                </a:lnTo>
                <a:lnTo>
                  <a:pt x="11859461" y="68536"/>
                </a:lnTo>
                <a:lnTo>
                  <a:pt x="11914879" y="60231"/>
                </a:lnTo>
                <a:lnTo>
                  <a:pt x="11970297" y="52330"/>
                </a:lnTo>
                <a:lnTo>
                  <a:pt x="12025715" y="44871"/>
                </a:lnTo>
                <a:lnTo>
                  <a:pt x="12081133" y="37888"/>
                </a:lnTo>
                <a:lnTo>
                  <a:pt x="12136551" y="31414"/>
                </a:lnTo>
                <a:lnTo>
                  <a:pt x="12191969" y="2548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2615184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3685032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 H A P T 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957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问题背景与方法目标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4670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Background &amp; Objective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77056"/>
            <a:ext cx="7680960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078224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结构光三维重建的第一步，是把</a:t>
            </a:r>
            <a:r>
              <a:rPr sz="13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相机像素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对应到</a:t>
            </a:r>
            <a:r>
              <a:rPr sz="13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投影仪像素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；这件事无法从单张图直接读出。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问题背景与方法目标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04 /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一 · 问题背景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结构光为什么需要「解码」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投影仪投出已知条纹，相机看到的是被物体表面调制后的结果；调制过程丢失了坐标标签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一 · 问题背景与方法目标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05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2540500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34539"/>
            <a:ext cx="25405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投影仪投出条纹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44004" y="2139696"/>
            <a:ext cx="201168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00036" y="1883664"/>
            <a:ext cx="2540500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0036" y="2034539"/>
            <a:ext cx="25405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物体表面调制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95400" y="2139696"/>
            <a:ext cx="201168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51432" y="1883664"/>
            <a:ext cx="2540500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1432" y="2034539"/>
            <a:ext cx="25405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相机成像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46797" y="2139696"/>
            <a:ext cx="201168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02829" y="1883664"/>
            <a:ext cx="2540500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2829" y="2034539"/>
            <a:ext cx="25405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得到灰度图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32958"/>
            <a:ext cx="11094689" cy="820369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本方法在链路中的位置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一句话定位：FSM 把「相机看到的反射条纹」反解为「投影仪上的像素坐标」，是几何三角化之前不可或缺的对应关系建立环节。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596896"/>
            <a:ext cx="11094689" cy="72628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670048"/>
            <a:ext cx="50292" cy="579983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2715768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相机只记录灰度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980944"/>
            <a:ext cx="10674065" cy="269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相机像素 (x_c, y_c) 上拿到的是一个亮度值，其中不含「它来自投影仪哪个像素」的信息。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451199"/>
            <a:ext cx="11094689" cy="72628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524351"/>
            <a:ext cx="50292" cy="579983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570071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投影仪坐标是三角化的输入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3835247"/>
            <a:ext cx="10674065" cy="269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要重建空间点，必须知道两条视线：相机光线 + 投影仪光线。后者由投影仪像素 (x_p, y_p) 决定。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305503"/>
            <a:ext cx="11094689" cy="72628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378655"/>
            <a:ext cx="50292" cy="579983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24375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所以需要主动编码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4689551"/>
            <a:ext cx="10674065" cy="269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FSM/FSA 通过多频率、多相移条纹，把投影仪坐标编码进相机像素随频率变化的相位里。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一 · 方法目标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两个方向分别恢复一个坐标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条纹方向决定灰度沿投影仪的哪个轴变化，从而决定解出的是行坐标还是列坐标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一 · 问题背景与方法目标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06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16431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条纹方向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980" y="1883664"/>
            <a:ext cx="221003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图像目录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0474" y="1883664"/>
            <a:ext cx="14811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条纹形态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1120" y="1883664"/>
            <a:ext cx="14811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灰度沿…变化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765" y="1883664"/>
            <a:ext cx="16431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解出的投影仪坐标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14377" y="1883664"/>
            <a:ext cx="13192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输出文件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81635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2249424"/>
            <a:ext cx="164315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水平条纹 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0980" y="2249424"/>
            <a:ext cx="221003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FSM_horizontal_f0_f150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0474" y="2249424"/>
            <a:ext cx="148118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条纹沿水平延伸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1120" y="2249424"/>
            <a:ext cx="148118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投影仪纵向（行）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765" y="2249424"/>
            <a:ext cx="164315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y_p（行坐标）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14377" y="2249424"/>
            <a:ext cx="131922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disp_hor.npy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816352"/>
            <a:ext cx="11094689" cy="56692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48640" y="338328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2816352"/>
            <a:ext cx="164315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垂直条纹 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980" y="2816352"/>
            <a:ext cx="221003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FSM_vertical_f0_f150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0474" y="2816352"/>
            <a:ext cx="148118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条纹沿垂直延伸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1120" y="2816352"/>
            <a:ext cx="148118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投影仪横向（列）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765" y="2816352"/>
            <a:ext cx="164315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x_p（列坐标）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4377" y="2816352"/>
            <a:ext cx="131922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disp_ver.npy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584448"/>
            <a:ext cx="11094689" cy="1576120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两个方向的配合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两个方向合起来才得到完整的二维对应关系：(x_c, y_c) → (x_p, y_p)。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核对：hor 的 proj_dim 取 projector_height(1080)；ver 取 projector_width(1920)。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除视差图之外还会输出 peak_hor.npy / peak_ver.npy，作为每一步的置信度图。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极线约束校正需要两个方向的候选同时存在，因此必须两方向都解码。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25160"/>
            <a:ext cx="11094689" cy="773932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proj_height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direction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== </a:t>
            </a:r>
            <a:r>
              <a:rPr sz="1050">
                <a:solidFill>
                  <a:srgbClr val="F5C46B"/>
                </a:solidFill>
                <a:latin typeface="Consolas"/>
                <a:ea typeface="Consolas"/>
                <a:cs typeface="Consolas"/>
              </a:rPr>
              <a:t>"hor"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proj_width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FSM_decode_core.py:910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一 · 问题分析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单张条纹图为什么不够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正弦条纹在空间上是周期性的，同一个灰度值会重复出现，无法唯一定位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一 · 问题背景与方法目标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07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29124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为什么必须用序列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结论：必须用「一组」图像序列来消除多义性并抑制干扰。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四步相移负责消除直流项 B（差分相减），多频率负责消除周期性多义性（相位随频率线性增长）。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这两层序列正是 FSM/FSA 的两条设计主线，也是后续两章的主题。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83664"/>
            <a:ext cx="5410184" cy="124899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83664"/>
            <a:ext cx="50292" cy="124899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周期性多义性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14016"/>
            <a:ext cx="4989560" cy="682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同一亮度在一个周期内出现两次，且不同周期完全重复。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44" y="1883664"/>
            <a:ext cx="5410184" cy="124899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144" y="1883664"/>
            <a:ext cx="50292" cy="124899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环境光与暗电流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888" y="2414016"/>
            <a:ext cx="4989560" cy="682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叠加一个近似直流的背景项 B，抬高整幅灰度。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15538"/>
            <a:ext cx="5410184" cy="124899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15538"/>
            <a:ext cx="50292" cy="124899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480130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物体颜色与反射率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845890"/>
            <a:ext cx="4989560" cy="682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表面反射率 R 逐点不同，等价于逐点改变条纹对比度。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144" y="3315538"/>
            <a:ext cx="5410184" cy="124899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144" y="3315538"/>
            <a:ext cx="50292" cy="1248994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0888" y="3480130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曝光与传感器噪声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0888" y="3845890"/>
            <a:ext cx="4989560" cy="682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曝光设置与读出噪声进一步扰动灰度，降低峰值可靠性。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一 · 总体方案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FSM/FSA 的两层序列方案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外层是频率序列，内层是四步相移序列；两层各解决一个问题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一 · 问题背景与方法目标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08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358384" cy="658368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1965960"/>
            <a:ext cx="50292" cy="4937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883664"/>
            <a:ext cx="49926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外层：频率序列  k = 0, 1, …, M−1   (f_k = s·k)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883664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965960"/>
            <a:ext cx="50292" cy="4937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1883664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内层：四步相移  φ = 0°, 90°, 180°, 270°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24912"/>
            <a:ext cx="5358384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798064"/>
            <a:ext cx="50292" cy="61158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8437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四步相移层解决什么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108960"/>
            <a:ext cx="4937760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用差分把直流背景 B 消掉，把实数灰度变成携带相位的复数 D。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29101"/>
            <a:ext cx="5358384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02253"/>
            <a:ext cx="50292" cy="61158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47973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它的产出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013149"/>
            <a:ext cx="4937760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每个相机像素在每个频率上得到一个复数 D[k]。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2724912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2798064"/>
            <a:ext cx="50292" cy="611581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8437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频率序列层解决什么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108960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让复数 D[k] 的相位随频率线性增长，斜率正比于投影仪坐标。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3629101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3702253"/>
            <a:ext cx="50292" cy="611581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747973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它的产出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013149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每个相机像素得到一条沿频率轴的一维复信号。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729124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为什么是两层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两层叠加后，每个相机像素拿到的不是「几个灰度值」，而是「一条沿频率轴的复信号」。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这条信号的相位旋转速度正比于投影仪坐标 —— 这正是 FFT 能用来解码的原因。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下一章先讲内层（四步相移如何造出复数），第三章再讲外层（沿频率轴做 FFT）。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10915"/>
            <a:ext cx="12191969" cy="438905"/>
          </a:xfrm>
          <a:custGeom>
            <a:avLst/>
            <a:gdLst/>
            <a:ahLst/>
            <a:cxnLst/>
            <a:rect l="l" t="t" r="r" b="b"/>
            <a:pathLst>
              <a:path w="12191969" h="438905">
                <a:moveTo>
                  <a:pt x="0" y="304913"/>
                </a:moveTo>
                <a:lnTo>
                  <a:pt x="55418" y="318556"/>
                </a:lnTo>
                <a:lnTo>
                  <a:pt x="110836" y="331734"/>
                </a:lnTo>
                <a:lnTo>
                  <a:pt x="166254" y="344385"/>
                </a:lnTo>
                <a:lnTo>
                  <a:pt x="221672" y="356449"/>
                </a:lnTo>
                <a:lnTo>
                  <a:pt x="277090" y="367869"/>
                </a:lnTo>
                <a:lnTo>
                  <a:pt x="332508" y="378593"/>
                </a:lnTo>
                <a:lnTo>
                  <a:pt x="387926" y="388569"/>
                </a:lnTo>
                <a:lnTo>
                  <a:pt x="443344" y="397751"/>
                </a:lnTo>
                <a:lnTo>
                  <a:pt x="498762" y="406095"/>
                </a:lnTo>
                <a:lnTo>
                  <a:pt x="554180" y="413563"/>
                </a:lnTo>
                <a:lnTo>
                  <a:pt x="609598" y="420119"/>
                </a:lnTo>
                <a:lnTo>
                  <a:pt x="665016" y="425733"/>
                </a:lnTo>
                <a:lnTo>
                  <a:pt x="720434" y="430378"/>
                </a:lnTo>
                <a:lnTo>
                  <a:pt x="775852" y="434033"/>
                </a:lnTo>
                <a:lnTo>
                  <a:pt x="831270" y="436680"/>
                </a:lnTo>
                <a:lnTo>
                  <a:pt x="886688" y="438306"/>
                </a:lnTo>
                <a:lnTo>
                  <a:pt x="942106" y="438905"/>
                </a:lnTo>
                <a:lnTo>
                  <a:pt x="997524" y="438473"/>
                </a:lnTo>
                <a:lnTo>
                  <a:pt x="1052942" y="437013"/>
                </a:lnTo>
                <a:lnTo>
                  <a:pt x="1108360" y="434530"/>
                </a:lnTo>
                <a:lnTo>
                  <a:pt x="1163778" y="431038"/>
                </a:lnTo>
                <a:lnTo>
                  <a:pt x="1219196" y="426552"/>
                </a:lnTo>
                <a:lnTo>
                  <a:pt x="1274614" y="421093"/>
                </a:lnTo>
                <a:lnTo>
                  <a:pt x="1330033" y="414688"/>
                </a:lnTo>
                <a:lnTo>
                  <a:pt x="1385451" y="407365"/>
                </a:lnTo>
                <a:lnTo>
                  <a:pt x="1440869" y="399160"/>
                </a:lnTo>
                <a:lnTo>
                  <a:pt x="1496287" y="390111"/>
                </a:lnTo>
                <a:lnTo>
                  <a:pt x="1551705" y="380260"/>
                </a:lnTo>
                <a:lnTo>
                  <a:pt x="1607123" y="369655"/>
                </a:lnTo>
                <a:lnTo>
                  <a:pt x="1662541" y="358344"/>
                </a:lnTo>
                <a:lnTo>
                  <a:pt x="1717959" y="346380"/>
                </a:lnTo>
                <a:lnTo>
                  <a:pt x="1773377" y="333820"/>
                </a:lnTo>
                <a:lnTo>
                  <a:pt x="1828795" y="320724"/>
                </a:lnTo>
                <a:lnTo>
                  <a:pt x="1884213" y="307151"/>
                </a:lnTo>
                <a:lnTo>
                  <a:pt x="1939631" y="293167"/>
                </a:lnTo>
                <a:lnTo>
                  <a:pt x="1995049" y="278837"/>
                </a:lnTo>
                <a:lnTo>
                  <a:pt x="2050467" y="264228"/>
                </a:lnTo>
                <a:lnTo>
                  <a:pt x="2105885" y="249408"/>
                </a:lnTo>
                <a:lnTo>
                  <a:pt x="2161303" y="234448"/>
                </a:lnTo>
                <a:lnTo>
                  <a:pt x="2216721" y="219417"/>
                </a:lnTo>
                <a:lnTo>
                  <a:pt x="2272139" y="204387"/>
                </a:lnTo>
                <a:lnTo>
                  <a:pt x="2327557" y="189427"/>
                </a:lnTo>
                <a:lnTo>
                  <a:pt x="2382975" y="174608"/>
                </a:lnTo>
                <a:lnTo>
                  <a:pt x="2438393" y="160000"/>
                </a:lnTo>
                <a:lnTo>
                  <a:pt x="2493811" y="145671"/>
                </a:lnTo>
                <a:lnTo>
                  <a:pt x="2549229" y="131689"/>
                </a:lnTo>
                <a:lnTo>
                  <a:pt x="2604648" y="118119"/>
                </a:lnTo>
                <a:lnTo>
                  <a:pt x="2660066" y="105024"/>
                </a:lnTo>
                <a:lnTo>
                  <a:pt x="2715484" y="92467"/>
                </a:lnTo>
                <a:lnTo>
                  <a:pt x="2770902" y="80507"/>
                </a:lnTo>
                <a:lnTo>
                  <a:pt x="2826320" y="69199"/>
                </a:lnTo>
                <a:lnTo>
                  <a:pt x="2881738" y="58596"/>
                </a:lnTo>
                <a:lnTo>
                  <a:pt x="2937156" y="48750"/>
                </a:lnTo>
                <a:lnTo>
                  <a:pt x="2992574" y="39704"/>
                </a:lnTo>
                <a:lnTo>
                  <a:pt x="3047992" y="31503"/>
                </a:lnTo>
                <a:lnTo>
                  <a:pt x="3103410" y="24185"/>
                </a:lnTo>
                <a:lnTo>
                  <a:pt x="3158828" y="17784"/>
                </a:lnTo>
                <a:lnTo>
                  <a:pt x="3214246" y="12330"/>
                </a:lnTo>
                <a:lnTo>
                  <a:pt x="3269664" y="7848"/>
                </a:lnTo>
                <a:lnTo>
                  <a:pt x="3325082" y="4360"/>
                </a:lnTo>
                <a:lnTo>
                  <a:pt x="3380500" y="1883"/>
                </a:lnTo>
                <a:lnTo>
                  <a:pt x="3435918" y="427"/>
                </a:lnTo>
                <a:lnTo>
                  <a:pt x="3491336" y="0"/>
                </a:lnTo>
                <a:lnTo>
                  <a:pt x="3546754" y="604"/>
                </a:lnTo>
                <a:lnTo>
                  <a:pt x="3602172" y="2235"/>
                </a:lnTo>
                <a:lnTo>
                  <a:pt x="3657590" y="4887"/>
                </a:lnTo>
                <a:lnTo>
                  <a:pt x="3713008" y="8546"/>
                </a:lnTo>
                <a:lnTo>
                  <a:pt x="3768426" y="13196"/>
                </a:lnTo>
                <a:lnTo>
                  <a:pt x="3823844" y="18814"/>
                </a:lnTo>
                <a:lnTo>
                  <a:pt x="3879263" y="25375"/>
                </a:lnTo>
                <a:lnTo>
                  <a:pt x="3934681" y="32847"/>
                </a:lnTo>
                <a:lnTo>
                  <a:pt x="3990099" y="41196"/>
                </a:lnTo>
                <a:lnTo>
                  <a:pt x="4045517" y="50381"/>
                </a:lnTo>
                <a:lnTo>
                  <a:pt x="4100935" y="60361"/>
                </a:lnTo>
                <a:lnTo>
                  <a:pt x="4156353" y="71088"/>
                </a:lnTo>
                <a:lnTo>
                  <a:pt x="4211771" y="82512"/>
                </a:lnTo>
                <a:lnTo>
                  <a:pt x="4267189" y="94578"/>
                </a:lnTo>
                <a:lnTo>
                  <a:pt x="4322607" y="107232"/>
                </a:lnTo>
                <a:lnTo>
                  <a:pt x="4378025" y="120412"/>
                </a:lnTo>
                <a:lnTo>
                  <a:pt x="4433443" y="134057"/>
                </a:lnTo>
                <a:lnTo>
                  <a:pt x="4488861" y="148104"/>
                </a:lnTo>
                <a:lnTo>
                  <a:pt x="4544279" y="162485"/>
                </a:lnTo>
                <a:lnTo>
                  <a:pt x="4599697" y="177135"/>
                </a:lnTo>
                <a:lnTo>
                  <a:pt x="4655115" y="191982"/>
                </a:lnTo>
                <a:lnTo>
                  <a:pt x="4710533" y="206959"/>
                </a:lnTo>
                <a:lnTo>
                  <a:pt x="4765951" y="221995"/>
                </a:lnTo>
                <a:lnTo>
                  <a:pt x="4821369" y="237018"/>
                </a:lnTo>
                <a:lnTo>
                  <a:pt x="4876787" y="251960"/>
                </a:lnTo>
                <a:lnTo>
                  <a:pt x="4932205" y="266748"/>
                </a:lnTo>
                <a:lnTo>
                  <a:pt x="4987623" y="281314"/>
                </a:lnTo>
                <a:lnTo>
                  <a:pt x="5043041" y="295590"/>
                </a:lnTo>
                <a:lnTo>
                  <a:pt x="5098459" y="309508"/>
                </a:lnTo>
                <a:lnTo>
                  <a:pt x="5153878" y="323004"/>
                </a:lnTo>
                <a:lnTo>
                  <a:pt x="5209296" y="336013"/>
                </a:lnTo>
                <a:lnTo>
                  <a:pt x="5264714" y="348474"/>
                </a:lnTo>
                <a:lnTo>
                  <a:pt x="5320132" y="360330"/>
                </a:lnTo>
                <a:lnTo>
                  <a:pt x="5375550" y="371524"/>
                </a:lnTo>
                <a:lnTo>
                  <a:pt x="5430968" y="382003"/>
                </a:lnTo>
                <a:lnTo>
                  <a:pt x="5486386" y="391720"/>
                </a:lnTo>
                <a:lnTo>
                  <a:pt x="5541804" y="400627"/>
                </a:lnTo>
                <a:lnTo>
                  <a:pt x="5597222" y="408684"/>
                </a:lnTo>
                <a:lnTo>
                  <a:pt x="5652640" y="415851"/>
                </a:lnTo>
                <a:lnTo>
                  <a:pt x="5708058" y="422097"/>
                </a:lnTo>
                <a:lnTo>
                  <a:pt x="5763476" y="427391"/>
                </a:lnTo>
                <a:lnTo>
                  <a:pt x="5818894" y="431708"/>
                </a:lnTo>
                <a:lnTo>
                  <a:pt x="5874312" y="435028"/>
                </a:lnTo>
                <a:lnTo>
                  <a:pt x="5929730" y="437336"/>
                </a:lnTo>
                <a:lnTo>
                  <a:pt x="5985148" y="438620"/>
                </a:lnTo>
                <a:lnTo>
                  <a:pt x="6040566" y="438876"/>
                </a:lnTo>
                <a:lnTo>
                  <a:pt x="6095984" y="438100"/>
                </a:lnTo>
                <a:lnTo>
                  <a:pt x="6151402" y="436298"/>
                </a:lnTo>
                <a:lnTo>
                  <a:pt x="6206820" y="433478"/>
                </a:lnTo>
                <a:lnTo>
                  <a:pt x="6262238" y="429652"/>
                </a:lnTo>
                <a:lnTo>
                  <a:pt x="6317656" y="424839"/>
                </a:lnTo>
                <a:lnTo>
                  <a:pt x="6373074" y="419062"/>
                </a:lnTo>
                <a:lnTo>
                  <a:pt x="6428493" y="412347"/>
                </a:lnTo>
                <a:lnTo>
                  <a:pt x="6483911" y="404726"/>
                </a:lnTo>
                <a:lnTo>
                  <a:pt x="6539329" y="396236"/>
                </a:lnTo>
                <a:lnTo>
                  <a:pt x="6594747" y="386914"/>
                </a:lnTo>
                <a:lnTo>
                  <a:pt x="6650165" y="376807"/>
                </a:lnTo>
                <a:lnTo>
                  <a:pt x="6705583" y="365960"/>
                </a:lnTo>
                <a:lnTo>
                  <a:pt x="6761001" y="354425"/>
                </a:lnTo>
                <a:lnTo>
                  <a:pt x="6816419" y="342257"/>
                </a:lnTo>
                <a:lnTo>
                  <a:pt x="6871837" y="329512"/>
                </a:lnTo>
                <a:lnTo>
                  <a:pt x="6927255" y="316249"/>
                </a:lnTo>
                <a:lnTo>
                  <a:pt x="6982673" y="302533"/>
                </a:lnTo>
                <a:lnTo>
                  <a:pt x="7038091" y="288426"/>
                </a:lnTo>
                <a:lnTo>
                  <a:pt x="7093509" y="273995"/>
                </a:lnTo>
                <a:lnTo>
                  <a:pt x="7148927" y="259308"/>
                </a:lnTo>
                <a:lnTo>
                  <a:pt x="7204345" y="244434"/>
                </a:lnTo>
                <a:lnTo>
                  <a:pt x="7259763" y="229442"/>
                </a:lnTo>
                <a:lnTo>
                  <a:pt x="7315181" y="214404"/>
                </a:lnTo>
                <a:lnTo>
                  <a:pt x="7370599" y="199389"/>
                </a:lnTo>
                <a:lnTo>
                  <a:pt x="7426017" y="184468"/>
                </a:lnTo>
                <a:lnTo>
                  <a:pt x="7481435" y="169712"/>
                </a:lnTo>
                <a:lnTo>
                  <a:pt x="7536853" y="155189"/>
                </a:lnTo>
                <a:lnTo>
                  <a:pt x="7592271" y="140969"/>
                </a:lnTo>
                <a:lnTo>
                  <a:pt x="7647689" y="127116"/>
                </a:lnTo>
                <a:lnTo>
                  <a:pt x="7703108" y="113698"/>
                </a:lnTo>
                <a:lnTo>
                  <a:pt x="7758526" y="100776"/>
                </a:lnTo>
                <a:lnTo>
                  <a:pt x="7813944" y="88411"/>
                </a:lnTo>
                <a:lnTo>
                  <a:pt x="7869362" y="76662"/>
                </a:lnTo>
                <a:lnTo>
                  <a:pt x="7924780" y="65584"/>
                </a:lnTo>
                <a:lnTo>
                  <a:pt x="7980198" y="55228"/>
                </a:lnTo>
                <a:lnTo>
                  <a:pt x="8035616" y="45643"/>
                </a:lnTo>
                <a:lnTo>
                  <a:pt x="8091034" y="36875"/>
                </a:lnTo>
                <a:lnTo>
                  <a:pt x="8146452" y="28964"/>
                </a:lnTo>
                <a:lnTo>
                  <a:pt x="8201870" y="21948"/>
                </a:lnTo>
                <a:lnTo>
                  <a:pt x="8257288" y="15859"/>
                </a:lnTo>
                <a:lnTo>
                  <a:pt x="8312706" y="10727"/>
                </a:lnTo>
                <a:lnTo>
                  <a:pt x="8368124" y="6574"/>
                </a:lnTo>
                <a:lnTo>
                  <a:pt x="8423542" y="3422"/>
                </a:lnTo>
                <a:lnTo>
                  <a:pt x="8478960" y="1284"/>
                </a:lnTo>
                <a:lnTo>
                  <a:pt x="8534378" y="170"/>
                </a:lnTo>
                <a:lnTo>
                  <a:pt x="8589796" y="87"/>
                </a:lnTo>
                <a:lnTo>
                  <a:pt x="8645214" y="1034"/>
                </a:lnTo>
                <a:lnTo>
                  <a:pt x="8700632" y="3006"/>
                </a:lnTo>
                <a:lnTo>
                  <a:pt x="8756050" y="5995"/>
                </a:lnTo>
                <a:lnTo>
                  <a:pt x="8811468" y="9987"/>
                </a:lnTo>
                <a:lnTo>
                  <a:pt x="8866886" y="14962"/>
                </a:lnTo>
                <a:lnTo>
                  <a:pt x="8922304" y="20898"/>
                </a:lnTo>
                <a:lnTo>
                  <a:pt x="8977723" y="27766"/>
                </a:lnTo>
                <a:lnTo>
                  <a:pt x="9033141" y="35534"/>
                </a:lnTo>
                <a:lnTo>
                  <a:pt x="9088559" y="44166"/>
                </a:lnTo>
                <a:lnTo>
                  <a:pt x="9143977" y="53622"/>
                </a:lnTo>
                <a:lnTo>
                  <a:pt x="9199395" y="63856"/>
                </a:lnTo>
                <a:lnTo>
                  <a:pt x="9254813" y="74821"/>
                </a:lnTo>
                <a:lnTo>
                  <a:pt x="9310231" y="86465"/>
                </a:lnTo>
                <a:lnTo>
                  <a:pt x="9365649" y="98734"/>
                </a:lnTo>
                <a:lnTo>
                  <a:pt x="9421067" y="111570"/>
                </a:lnTo>
                <a:lnTo>
                  <a:pt x="9476485" y="124912"/>
                </a:lnTo>
                <a:lnTo>
                  <a:pt x="9531903" y="138698"/>
                </a:lnTo>
                <a:lnTo>
                  <a:pt x="9587321" y="152864"/>
                </a:lnTo>
                <a:lnTo>
                  <a:pt x="9642739" y="167342"/>
                </a:lnTo>
                <a:lnTo>
                  <a:pt x="9698157" y="182065"/>
                </a:lnTo>
                <a:lnTo>
                  <a:pt x="9753575" y="196964"/>
                </a:lnTo>
                <a:lnTo>
                  <a:pt x="9808993" y="211968"/>
                </a:lnTo>
                <a:lnTo>
                  <a:pt x="9864411" y="227008"/>
                </a:lnTo>
                <a:lnTo>
                  <a:pt x="9919829" y="242011"/>
                </a:lnTo>
                <a:lnTo>
                  <a:pt x="9975247" y="256909"/>
                </a:lnTo>
                <a:lnTo>
                  <a:pt x="10030665" y="271631"/>
                </a:lnTo>
                <a:lnTo>
                  <a:pt x="10086083" y="286109"/>
                </a:lnTo>
                <a:lnTo>
                  <a:pt x="10141501" y="300272"/>
                </a:lnTo>
                <a:lnTo>
                  <a:pt x="10196919" y="314057"/>
                </a:lnTo>
                <a:lnTo>
                  <a:pt x="10252338" y="327397"/>
                </a:lnTo>
                <a:lnTo>
                  <a:pt x="10307756" y="340230"/>
                </a:lnTo>
                <a:lnTo>
                  <a:pt x="10363174" y="352496"/>
                </a:lnTo>
                <a:lnTo>
                  <a:pt x="10418592" y="364137"/>
                </a:lnTo>
                <a:lnTo>
                  <a:pt x="10474010" y="375099"/>
                </a:lnTo>
                <a:lnTo>
                  <a:pt x="10529428" y="385329"/>
                </a:lnTo>
                <a:lnTo>
                  <a:pt x="10584846" y="394781"/>
                </a:lnTo>
                <a:lnTo>
                  <a:pt x="10640264" y="403409"/>
                </a:lnTo>
                <a:lnTo>
                  <a:pt x="10695682" y="411173"/>
                </a:lnTo>
                <a:lnTo>
                  <a:pt x="10751100" y="418037"/>
                </a:lnTo>
                <a:lnTo>
                  <a:pt x="10806518" y="423968"/>
                </a:lnTo>
                <a:lnTo>
                  <a:pt x="10861936" y="428939"/>
                </a:lnTo>
                <a:lnTo>
                  <a:pt x="10917354" y="432926"/>
                </a:lnTo>
                <a:lnTo>
                  <a:pt x="10972772" y="435910"/>
                </a:lnTo>
                <a:lnTo>
                  <a:pt x="11028190" y="437878"/>
                </a:lnTo>
                <a:lnTo>
                  <a:pt x="11083608" y="438820"/>
                </a:lnTo>
                <a:lnTo>
                  <a:pt x="11139026" y="438732"/>
                </a:lnTo>
                <a:lnTo>
                  <a:pt x="11194444" y="437614"/>
                </a:lnTo>
                <a:lnTo>
                  <a:pt x="11249862" y="435471"/>
                </a:lnTo>
                <a:lnTo>
                  <a:pt x="11305280" y="432314"/>
                </a:lnTo>
                <a:lnTo>
                  <a:pt x="11360698" y="428157"/>
                </a:lnTo>
                <a:lnTo>
                  <a:pt x="11416116" y="423020"/>
                </a:lnTo>
                <a:lnTo>
                  <a:pt x="11471534" y="416926"/>
                </a:lnTo>
                <a:lnTo>
                  <a:pt x="11526953" y="409906"/>
                </a:lnTo>
                <a:lnTo>
                  <a:pt x="11582371" y="401991"/>
                </a:lnTo>
                <a:lnTo>
                  <a:pt x="11637789" y="393219"/>
                </a:lnTo>
                <a:lnTo>
                  <a:pt x="11693207" y="383630"/>
                </a:lnTo>
                <a:lnTo>
                  <a:pt x="11748625" y="373271"/>
                </a:lnTo>
                <a:lnTo>
                  <a:pt x="11804043" y="362189"/>
                </a:lnTo>
                <a:lnTo>
                  <a:pt x="11859461" y="350437"/>
                </a:lnTo>
                <a:lnTo>
                  <a:pt x="11914879" y="338070"/>
                </a:lnTo>
                <a:lnTo>
                  <a:pt x="11970297" y="325145"/>
                </a:lnTo>
                <a:lnTo>
                  <a:pt x="12025715" y="311725"/>
                </a:lnTo>
                <a:lnTo>
                  <a:pt x="12081133" y="297870"/>
                </a:lnTo>
                <a:lnTo>
                  <a:pt x="12136551" y="283648"/>
                </a:lnTo>
                <a:lnTo>
                  <a:pt x="12191969" y="269124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559553"/>
            <a:ext cx="12191969" cy="292604"/>
          </a:xfrm>
          <a:custGeom>
            <a:avLst/>
            <a:gdLst/>
            <a:ahLst/>
            <a:cxnLst/>
            <a:rect l="l" t="t" r="r" b="b"/>
            <a:pathLst>
              <a:path w="12191969" h="292604">
                <a:moveTo>
                  <a:pt x="0" y="292544"/>
                </a:moveTo>
                <a:lnTo>
                  <a:pt x="55418" y="291908"/>
                </a:lnTo>
                <a:lnTo>
                  <a:pt x="110836" y="290588"/>
                </a:lnTo>
                <a:lnTo>
                  <a:pt x="166254" y="288591"/>
                </a:lnTo>
                <a:lnTo>
                  <a:pt x="221672" y="285925"/>
                </a:lnTo>
                <a:lnTo>
                  <a:pt x="277090" y="282604"/>
                </a:lnTo>
                <a:lnTo>
                  <a:pt x="332508" y="278642"/>
                </a:lnTo>
                <a:lnTo>
                  <a:pt x="387926" y="274059"/>
                </a:lnTo>
                <a:lnTo>
                  <a:pt x="443344" y="268876"/>
                </a:lnTo>
                <a:lnTo>
                  <a:pt x="498762" y="263117"/>
                </a:lnTo>
                <a:lnTo>
                  <a:pt x="554180" y="256810"/>
                </a:lnTo>
                <a:lnTo>
                  <a:pt x="609598" y="249984"/>
                </a:lnTo>
                <a:lnTo>
                  <a:pt x="665016" y="242670"/>
                </a:lnTo>
                <a:lnTo>
                  <a:pt x="720434" y="234905"/>
                </a:lnTo>
                <a:lnTo>
                  <a:pt x="775852" y="226723"/>
                </a:lnTo>
                <a:lnTo>
                  <a:pt x="831270" y="218163"/>
                </a:lnTo>
                <a:lnTo>
                  <a:pt x="886688" y="209266"/>
                </a:lnTo>
                <a:lnTo>
                  <a:pt x="942106" y="200073"/>
                </a:lnTo>
                <a:lnTo>
                  <a:pt x="997524" y="190628"/>
                </a:lnTo>
                <a:lnTo>
                  <a:pt x="1052942" y="180974"/>
                </a:lnTo>
                <a:lnTo>
                  <a:pt x="1108360" y="171158"/>
                </a:lnTo>
                <a:lnTo>
                  <a:pt x="1163778" y="161225"/>
                </a:lnTo>
                <a:lnTo>
                  <a:pt x="1219196" y="151222"/>
                </a:lnTo>
                <a:lnTo>
                  <a:pt x="1274614" y="141195"/>
                </a:lnTo>
                <a:lnTo>
                  <a:pt x="1330033" y="131193"/>
                </a:lnTo>
                <a:lnTo>
                  <a:pt x="1385451" y="121262"/>
                </a:lnTo>
                <a:lnTo>
                  <a:pt x="1440869" y="111448"/>
                </a:lnTo>
                <a:lnTo>
                  <a:pt x="1496287" y="101798"/>
                </a:lnTo>
                <a:lnTo>
                  <a:pt x="1551705" y="92357"/>
                </a:lnTo>
                <a:lnTo>
                  <a:pt x="1607123" y="83169"/>
                </a:lnTo>
                <a:lnTo>
                  <a:pt x="1662541" y="74278"/>
                </a:lnTo>
                <a:lnTo>
                  <a:pt x="1717959" y="65725"/>
                </a:lnTo>
                <a:lnTo>
                  <a:pt x="1773377" y="57551"/>
                </a:lnTo>
                <a:lnTo>
                  <a:pt x="1828795" y="49793"/>
                </a:lnTo>
                <a:lnTo>
                  <a:pt x="1884213" y="42489"/>
                </a:lnTo>
                <a:lnTo>
                  <a:pt x="1939631" y="35672"/>
                </a:lnTo>
                <a:lnTo>
                  <a:pt x="1995049" y="29374"/>
                </a:lnTo>
                <a:lnTo>
                  <a:pt x="2050467" y="23626"/>
                </a:lnTo>
                <a:lnTo>
                  <a:pt x="2105885" y="18454"/>
                </a:lnTo>
                <a:lnTo>
                  <a:pt x="2161303" y="13883"/>
                </a:lnTo>
                <a:lnTo>
                  <a:pt x="2216721" y="9933"/>
                </a:lnTo>
                <a:lnTo>
                  <a:pt x="2272139" y="6624"/>
                </a:lnTo>
                <a:lnTo>
                  <a:pt x="2327557" y="3970"/>
                </a:lnTo>
                <a:lnTo>
                  <a:pt x="2382975" y="1986"/>
                </a:lnTo>
                <a:lnTo>
                  <a:pt x="2438393" y="679"/>
                </a:lnTo>
                <a:lnTo>
                  <a:pt x="2493811" y="56"/>
                </a:lnTo>
                <a:lnTo>
                  <a:pt x="2549229" y="119"/>
                </a:lnTo>
                <a:lnTo>
                  <a:pt x="2604648" y="869"/>
                </a:lnTo>
                <a:lnTo>
                  <a:pt x="2660066" y="2303"/>
                </a:lnTo>
                <a:lnTo>
                  <a:pt x="2715484" y="4412"/>
                </a:lnTo>
                <a:lnTo>
                  <a:pt x="2770902" y="7188"/>
                </a:lnTo>
                <a:lnTo>
                  <a:pt x="2826320" y="10618"/>
                </a:lnTo>
                <a:lnTo>
                  <a:pt x="2881738" y="14684"/>
                </a:lnTo>
                <a:lnTo>
                  <a:pt x="2937156" y="19369"/>
                </a:lnTo>
                <a:lnTo>
                  <a:pt x="2992574" y="24649"/>
                </a:lnTo>
                <a:lnTo>
                  <a:pt x="3047992" y="30502"/>
                </a:lnTo>
                <a:lnTo>
                  <a:pt x="3103410" y="36898"/>
                </a:lnTo>
                <a:lnTo>
                  <a:pt x="3158828" y="43807"/>
                </a:lnTo>
                <a:lnTo>
                  <a:pt x="3214246" y="51198"/>
                </a:lnTo>
                <a:lnTo>
                  <a:pt x="3269664" y="59036"/>
                </a:lnTo>
                <a:lnTo>
                  <a:pt x="3325082" y="67284"/>
                </a:lnTo>
                <a:lnTo>
                  <a:pt x="3380500" y="75903"/>
                </a:lnTo>
                <a:lnTo>
                  <a:pt x="3435918" y="84852"/>
                </a:lnTo>
                <a:lnTo>
                  <a:pt x="3491336" y="94090"/>
                </a:lnTo>
                <a:lnTo>
                  <a:pt x="3546754" y="103573"/>
                </a:lnTo>
                <a:lnTo>
                  <a:pt x="3602172" y="113257"/>
                </a:lnTo>
                <a:lnTo>
                  <a:pt x="3657590" y="123096"/>
                </a:lnTo>
                <a:lnTo>
                  <a:pt x="3713008" y="133044"/>
                </a:lnTo>
                <a:lnTo>
                  <a:pt x="3768426" y="143054"/>
                </a:lnTo>
                <a:lnTo>
                  <a:pt x="3823844" y="153080"/>
                </a:lnTo>
                <a:lnTo>
                  <a:pt x="3879263" y="163073"/>
                </a:lnTo>
                <a:lnTo>
                  <a:pt x="3934681" y="172988"/>
                </a:lnTo>
                <a:lnTo>
                  <a:pt x="3990099" y="182778"/>
                </a:lnTo>
                <a:lnTo>
                  <a:pt x="4045517" y="192396"/>
                </a:lnTo>
                <a:lnTo>
                  <a:pt x="4100935" y="201798"/>
                </a:lnTo>
                <a:lnTo>
                  <a:pt x="4156353" y="210939"/>
                </a:lnTo>
                <a:lnTo>
                  <a:pt x="4211771" y="219777"/>
                </a:lnTo>
                <a:lnTo>
                  <a:pt x="4267189" y="228270"/>
                </a:lnTo>
                <a:lnTo>
                  <a:pt x="4322607" y="236377"/>
                </a:lnTo>
                <a:lnTo>
                  <a:pt x="4378025" y="244062"/>
                </a:lnTo>
                <a:lnTo>
                  <a:pt x="4433443" y="251287"/>
                </a:lnTo>
                <a:lnTo>
                  <a:pt x="4488861" y="258020"/>
                </a:lnTo>
                <a:lnTo>
                  <a:pt x="4544279" y="264228"/>
                </a:lnTo>
                <a:lnTo>
                  <a:pt x="4599697" y="269881"/>
                </a:lnTo>
                <a:lnTo>
                  <a:pt x="4655115" y="274955"/>
                </a:lnTo>
                <a:lnTo>
                  <a:pt x="4710533" y="279424"/>
                </a:lnTo>
                <a:lnTo>
                  <a:pt x="4765951" y="283269"/>
                </a:lnTo>
                <a:lnTo>
                  <a:pt x="4821369" y="286469"/>
                </a:lnTo>
                <a:lnTo>
                  <a:pt x="4876787" y="289012"/>
                </a:lnTo>
                <a:lnTo>
                  <a:pt x="4932205" y="290884"/>
                </a:lnTo>
                <a:lnTo>
                  <a:pt x="4987623" y="292078"/>
                </a:lnTo>
                <a:lnTo>
                  <a:pt x="5043041" y="292587"/>
                </a:lnTo>
                <a:lnTo>
                  <a:pt x="5098459" y="292408"/>
                </a:lnTo>
                <a:lnTo>
                  <a:pt x="5153878" y="291544"/>
                </a:lnTo>
                <a:lnTo>
                  <a:pt x="5209296" y="289997"/>
                </a:lnTo>
                <a:lnTo>
                  <a:pt x="5264714" y="287776"/>
                </a:lnTo>
                <a:lnTo>
                  <a:pt x="5320132" y="284890"/>
                </a:lnTo>
                <a:lnTo>
                  <a:pt x="5375550" y="281353"/>
                </a:lnTo>
                <a:lnTo>
                  <a:pt x="5430968" y="277183"/>
                </a:lnTo>
                <a:lnTo>
                  <a:pt x="5486386" y="272397"/>
                </a:lnTo>
                <a:lnTo>
                  <a:pt x="5541804" y="267019"/>
                </a:lnTo>
                <a:lnTo>
                  <a:pt x="5597222" y="261074"/>
                </a:lnTo>
                <a:lnTo>
                  <a:pt x="5652640" y="254591"/>
                </a:lnTo>
                <a:lnTo>
                  <a:pt x="5708058" y="247598"/>
                </a:lnTo>
                <a:lnTo>
                  <a:pt x="5763476" y="240130"/>
                </a:lnTo>
                <a:lnTo>
                  <a:pt x="5818894" y="232222"/>
                </a:lnTo>
                <a:lnTo>
                  <a:pt x="5874312" y="223909"/>
                </a:lnTo>
                <a:lnTo>
                  <a:pt x="5929730" y="215233"/>
                </a:lnTo>
                <a:lnTo>
                  <a:pt x="5985148" y="206232"/>
                </a:lnTo>
                <a:lnTo>
                  <a:pt x="6040566" y="196950"/>
                </a:lnTo>
                <a:lnTo>
                  <a:pt x="6095984" y="187431"/>
                </a:lnTo>
                <a:lnTo>
                  <a:pt x="6151402" y="177718"/>
                </a:lnTo>
                <a:lnTo>
                  <a:pt x="6206820" y="167857"/>
                </a:lnTo>
                <a:lnTo>
                  <a:pt x="6262238" y="157896"/>
                </a:lnTo>
                <a:lnTo>
                  <a:pt x="6317656" y="147880"/>
                </a:lnTo>
                <a:lnTo>
                  <a:pt x="6373074" y="137856"/>
                </a:lnTo>
                <a:lnTo>
                  <a:pt x="6428493" y="127872"/>
                </a:lnTo>
                <a:lnTo>
                  <a:pt x="6483911" y="117975"/>
                </a:lnTo>
                <a:lnTo>
                  <a:pt x="6539329" y="108211"/>
                </a:lnTo>
                <a:lnTo>
                  <a:pt x="6594747" y="98625"/>
                </a:lnTo>
                <a:lnTo>
                  <a:pt x="6650165" y="89264"/>
                </a:lnTo>
                <a:lnTo>
                  <a:pt x="6705583" y="80170"/>
                </a:lnTo>
                <a:lnTo>
                  <a:pt x="6761001" y="71387"/>
                </a:lnTo>
                <a:lnTo>
                  <a:pt x="6816419" y="62956"/>
                </a:lnTo>
                <a:lnTo>
                  <a:pt x="6871837" y="54917"/>
                </a:lnTo>
                <a:lnTo>
                  <a:pt x="6927255" y="47306"/>
                </a:lnTo>
                <a:lnTo>
                  <a:pt x="6982673" y="40160"/>
                </a:lnTo>
                <a:lnTo>
                  <a:pt x="7038091" y="33513"/>
                </a:lnTo>
                <a:lnTo>
                  <a:pt x="7093509" y="27396"/>
                </a:lnTo>
                <a:lnTo>
                  <a:pt x="7148927" y="21837"/>
                </a:lnTo>
                <a:lnTo>
                  <a:pt x="7204345" y="16862"/>
                </a:lnTo>
                <a:lnTo>
                  <a:pt x="7259763" y="12496"/>
                </a:lnTo>
                <a:lnTo>
                  <a:pt x="7315181" y="8758"/>
                </a:lnTo>
                <a:lnTo>
                  <a:pt x="7370599" y="5666"/>
                </a:lnTo>
                <a:lnTo>
                  <a:pt x="7426017" y="3234"/>
                </a:lnTo>
                <a:lnTo>
                  <a:pt x="7481435" y="1474"/>
                </a:lnTo>
                <a:lnTo>
                  <a:pt x="7536853" y="395"/>
                </a:lnTo>
                <a:lnTo>
                  <a:pt x="7592271" y="0"/>
                </a:lnTo>
                <a:lnTo>
                  <a:pt x="7647689" y="293"/>
                </a:lnTo>
                <a:lnTo>
                  <a:pt x="7703108" y="1272"/>
                </a:lnTo>
                <a:lnTo>
                  <a:pt x="7758526" y="2931"/>
                </a:lnTo>
                <a:lnTo>
                  <a:pt x="7813944" y="5264"/>
                </a:lnTo>
                <a:lnTo>
                  <a:pt x="7869362" y="8259"/>
                </a:lnTo>
                <a:lnTo>
                  <a:pt x="7924780" y="11903"/>
                </a:lnTo>
                <a:lnTo>
                  <a:pt x="7980198" y="16178"/>
                </a:lnTo>
                <a:lnTo>
                  <a:pt x="8035616" y="21064"/>
                </a:lnTo>
                <a:lnTo>
                  <a:pt x="8091034" y="26538"/>
                </a:lnTo>
                <a:lnTo>
                  <a:pt x="8146452" y="32575"/>
                </a:lnTo>
                <a:lnTo>
                  <a:pt x="8201870" y="39145"/>
                </a:lnTo>
                <a:lnTo>
                  <a:pt x="8257288" y="46219"/>
                </a:lnTo>
                <a:lnTo>
                  <a:pt x="8312706" y="53763"/>
                </a:lnTo>
                <a:lnTo>
                  <a:pt x="8368124" y="61742"/>
                </a:lnTo>
                <a:lnTo>
                  <a:pt x="8423542" y="70117"/>
                </a:lnTo>
                <a:lnTo>
                  <a:pt x="8478960" y="78851"/>
                </a:lnTo>
                <a:lnTo>
                  <a:pt x="8534378" y="87901"/>
                </a:lnTo>
                <a:lnTo>
                  <a:pt x="8589796" y="97226"/>
                </a:lnTo>
                <a:lnTo>
                  <a:pt x="8645214" y="106781"/>
                </a:lnTo>
                <a:lnTo>
                  <a:pt x="8700632" y="116522"/>
                </a:lnTo>
                <a:lnTo>
                  <a:pt x="8756050" y="126402"/>
                </a:lnTo>
                <a:lnTo>
                  <a:pt x="8811468" y="136376"/>
                </a:lnTo>
                <a:lnTo>
                  <a:pt x="8866886" y="146397"/>
                </a:lnTo>
                <a:lnTo>
                  <a:pt x="8922304" y="156417"/>
                </a:lnTo>
                <a:lnTo>
                  <a:pt x="8977723" y="166390"/>
                </a:lnTo>
                <a:lnTo>
                  <a:pt x="9033141" y="176268"/>
                </a:lnTo>
                <a:lnTo>
                  <a:pt x="9088559" y="186005"/>
                </a:lnTo>
                <a:lnTo>
                  <a:pt x="9143977" y="195557"/>
                </a:lnTo>
                <a:lnTo>
                  <a:pt x="9199395" y="204876"/>
                </a:lnTo>
                <a:lnTo>
                  <a:pt x="9254813" y="213921"/>
                </a:lnTo>
                <a:lnTo>
                  <a:pt x="9310231" y="222648"/>
                </a:lnTo>
                <a:lnTo>
                  <a:pt x="9365649" y="231017"/>
                </a:lnTo>
                <a:lnTo>
                  <a:pt x="9421067" y="238988"/>
                </a:lnTo>
                <a:lnTo>
                  <a:pt x="9476485" y="246523"/>
                </a:lnTo>
                <a:lnTo>
                  <a:pt x="9531903" y="253588"/>
                </a:lnTo>
                <a:lnTo>
                  <a:pt x="9587321" y="260149"/>
                </a:lnTo>
                <a:lnTo>
                  <a:pt x="9642739" y="266175"/>
                </a:lnTo>
                <a:lnTo>
                  <a:pt x="9698157" y="271638"/>
                </a:lnTo>
                <a:lnTo>
                  <a:pt x="9753575" y="276513"/>
                </a:lnTo>
                <a:lnTo>
                  <a:pt x="9808993" y="280776"/>
                </a:lnTo>
                <a:lnTo>
                  <a:pt x="9864411" y="284408"/>
                </a:lnTo>
                <a:lnTo>
                  <a:pt x="9919829" y="287391"/>
                </a:lnTo>
                <a:lnTo>
                  <a:pt x="9975247" y="289711"/>
                </a:lnTo>
                <a:lnTo>
                  <a:pt x="10030665" y="291358"/>
                </a:lnTo>
                <a:lnTo>
                  <a:pt x="10086083" y="292324"/>
                </a:lnTo>
                <a:lnTo>
                  <a:pt x="10141501" y="292604"/>
                </a:lnTo>
                <a:lnTo>
                  <a:pt x="10196919" y="292196"/>
                </a:lnTo>
                <a:lnTo>
                  <a:pt x="10252338" y="291104"/>
                </a:lnTo>
                <a:lnTo>
                  <a:pt x="10307756" y="289331"/>
                </a:lnTo>
                <a:lnTo>
                  <a:pt x="10363174" y="286887"/>
                </a:lnTo>
                <a:lnTo>
                  <a:pt x="10418592" y="283783"/>
                </a:lnTo>
                <a:lnTo>
                  <a:pt x="10474010" y="280033"/>
                </a:lnTo>
                <a:lnTo>
                  <a:pt x="10529428" y="275655"/>
                </a:lnTo>
                <a:lnTo>
                  <a:pt x="10584846" y="270669"/>
                </a:lnTo>
                <a:lnTo>
                  <a:pt x="10640264" y="265099"/>
                </a:lnTo>
                <a:lnTo>
                  <a:pt x="10695682" y="258972"/>
                </a:lnTo>
                <a:lnTo>
                  <a:pt x="10751100" y="252315"/>
                </a:lnTo>
                <a:lnTo>
                  <a:pt x="10806518" y="245160"/>
                </a:lnTo>
                <a:lnTo>
                  <a:pt x="10861936" y="237541"/>
                </a:lnTo>
                <a:lnTo>
                  <a:pt x="10917354" y="229494"/>
                </a:lnTo>
                <a:lnTo>
                  <a:pt x="10972772" y="221056"/>
                </a:lnTo>
                <a:lnTo>
                  <a:pt x="11028190" y="212267"/>
                </a:lnTo>
                <a:lnTo>
                  <a:pt x="11083608" y="203168"/>
                </a:lnTo>
                <a:lnTo>
                  <a:pt x="11139026" y="193801"/>
                </a:lnTo>
                <a:lnTo>
                  <a:pt x="11194444" y="184212"/>
                </a:lnTo>
                <a:lnTo>
                  <a:pt x="11249862" y="174445"/>
                </a:lnTo>
                <a:lnTo>
                  <a:pt x="11305280" y="164546"/>
                </a:lnTo>
                <a:lnTo>
                  <a:pt x="11360698" y="154561"/>
                </a:lnTo>
                <a:lnTo>
                  <a:pt x="11416116" y="144537"/>
                </a:lnTo>
                <a:lnTo>
                  <a:pt x="11471534" y="134521"/>
                </a:lnTo>
                <a:lnTo>
                  <a:pt x="11526953" y="124561"/>
                </a:lnTo>
                <a:lnTo>
                  <a:pt x="11582371" y="114703"/>
                </a:lnTo>
                <a:lnTo>
                  <a:pt x="11637789" y="104994"/>
                </a:lnTo>
                <a:lnTo>
                  <a:pt x="11693207" y="95478"/>
                </a:lnTo>
                <a:lnTo>
                  <a:pt x="11748625" y="86201"/>
                </a:lnTo>
                <a:lnTo>
                  <a:pt x="11804043" y="77206"/>
                </a:lnTo>
                <a:lnTo>
                  <a:pt x="11859461" y="68536"/>
                </a:lnTo>
                <a:lnTo>
                  <a:pt x="11914879" y="60231"/>
                </a:lnTo>
                <a:lnTo>
                  <a:pt x="11970297" y="52330"/>
                </a:lnTo>
                <a:lnTo>
                  <a:pt x="12025715" y="44871"/>
                </a:lnTo>
                <a:lnTo>
                  <a:pt x="12081133" y="37888"/>
                </a:lnTo>
                <a:lnTo>
                  <a:pt x="12136551" y="31414"/>
                </a:lnTo>
                <a:lnTo>
                  <a:pt x="12191969" y="2548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2615184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3685032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 H A P T 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957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四步相移与复信号构造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4670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Four-Step Phase Shift &amp; Complex Signal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77056"/>
            <a:ext cx="7680960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078224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如何用</a:t>
            </a:r>
            <a:r>
              <a:rPr sz="1300" b="0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四步相移差分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抵消直流亮度干扰，并把</a:t>
            </a:r>
            <a:r>
              <a:rPr sz="1300" b="0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实数灰度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转化为</a:t>
            </a:r>
            <a:r>
              <a:rPr sz="1300" b="0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携带相位的复数 D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四步相移与复信号构造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09 / 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二 · 图像组织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图像序列的组织与命名规则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同一方向上，图像按「频率优先」排列：每 4 张一组，组内是四步相移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二 · 四步相移与复信号构造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10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358384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156667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图像编号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4496" y="1883664"/>
            <a:ext cx="129188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对应频率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5835" y="1883664"/>
            <a:ext cx="18414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组内相移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615184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2249424"/>
            <a:ext cx="156667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0, 1, 2, 3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4496" y="2249424"/>
            <a:ext cx="129188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频率 f₀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5835" y="2249424"/>
            <a:ext cx="18414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0° / 90° / 180° / 270°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15184"/>
            <a:ext cx="5358384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8640" y="2980944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2615184"/>
            <a:ext cx="156667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4, 5, 6, 7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4496" y="2615184"/>
            <a:ext cx="129188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频率 f₁ =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5835" y="2615184"/>
            <a:ext cx="18414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0° / 90° / 180° / 270°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346703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2980944"/>
            <a:ext cx="156667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8, 9, 10, 11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4496" y="2980944"/>
            <a:ext cx="129188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频率 f₂ = 2s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5835" y="2980944"/>
            <a:ext cx="18414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0° / 90° / 180° / 270°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46703"/>
            <a:ext cx="5358384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48640" y="3712463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346703"/>
            <a:ext cx="156667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4496" y="3346703"/>
            <a:ext cx="129188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5835" y="3346703"/>
            <a:ext cx="18414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078224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3712463"/>
            <a:ext cx="156667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4k, 4k+1, 4k+2, 4k+3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4496" y="3712463"/>
            <a:ext cx="129188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频率 f_k = s·k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5835" y="3712463"/>
            <a:ext cx="18414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0° / 90° / 180° / 270°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1883664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切片还原（FSM_decode_core.py:1086-1089）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91072" y="2194560"/>
            <a:ext cx="5349240" cy="179222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频率优先排列 → 用步长 4 的切片还原四路相位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0°   → (M, Hc, Wc)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90°  → (M, Hc, Wc)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180° → (M, Hc, Wc)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270° → (M, Hc, Wc)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总图像数 = M × 4  (M = NUM_FREQUENCIES)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729124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命名规则与校验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命名规则写成「频率优先」的原因是：解码时只需等步长切片，不需要任何排序或索引表。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标准模式 s = 1.0 时 M = 151（频率 0…150），每方向 604 张；半步模式 s = 0.5 时 M = 301，每方向 1204 张。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若命名顺序错乱，四路切片会把不同频率的相位混在一起，峰值会整体失效 —— 因此加载后要开 VERIFY_SEQUENCE 校验。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二 · 四步相移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四步相移：四个已知的相位偏移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对同一个频率，投影仪先后投出 0°、90°、180°、270° 四个相位的条纹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二 · 四步相移与复信号构造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11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113355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相移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378" y="1883664"/>
            <a:ext cx="203556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投影条纹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6397" y="1883664"/>
            <a:ext cx="22159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理想灰度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1816" y="1883664"/>
            <a:ext cx="149435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捕获变量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5630" y="1883664"/>
            <a:ext cx="31179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作用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72491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2249424"/>
            <a:ext cx="113355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378" y="2249424"/>
            <a:ext cx="203556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sin(θ)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6397" y="2249424"/>
            <a:ext cx="221596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B + R·cos 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1816" y="2249424"/>
            <a:ext cx="14943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I0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5630" y="2249424"/>
            <a:ext cx="31179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与 180° 相减消去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24912"/>
            <a:ext cx="11094689" cy="47548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48640" y="320040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2724912"/>
            <a:ext cx="113355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90°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378" y="2724912"/>
            <a:ext cx="203556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sin(θ+90°)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6397" y="2724912"/>
            <a:ext cx="221596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B + R·sin 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1816" y="2724912"/>
            <a:ext cx="14943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I1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5630" y="2724912"/>
            <a:ext cx="31179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与 270° 相减消去 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675887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3200400"/>
            <a:ext cx="113355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180°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378" y="3200400"/>
            <a:ext cx="203556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sin(θ+180°)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6397" y="3200400"/>
            <a:ext cx="221596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B − R·cos 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1816" y="3200400"/>
            <a:ext cx="14943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I2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5630" y="3200400"/>
            <a:ext cx="31179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与 0° 相减消去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675887"/>
            <a:ext cx="11094689" cy="47548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48640" y="4151375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3675887"/>
            <a:ext cx="113355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270°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378" y="3675887"/>
            <a:ext cx="203556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sin(θ+270°)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6397" y="3675887"/>
            <a:ext cx="221596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B − R·sin 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1816" y="3675887"/>
            <a:ext cx="14943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I3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5630" y="3675887"/>
            <a:ext cx="31179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与 90° 相减消去 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315967"/>
            <a:ext cx="11094689" cy="621792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" y="4398263"/>
            <a:ext cx="50292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4315967"/>
            <a:ext cx="1072892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Dc = I0 − I2 ≈ 2R·cos θ        Ds = I3 − I1 ≈ 2R·sin θ        D = Dc + j·Ds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084063"/>
            <a:ext cx="11094689" cy="1072286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为什么是四步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四步而不是两步：两步只能得到 cos 项，无法分离 sin 项；四步才能同时拿到实部与虚部。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四次采集之间物体、相机、投影仪都不动，因此 B 与 R 在四张图中视为同一常数，相减才能干净地消去 B。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二 · 差分构造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差分如何把直流项彻底消掉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相减的两个相位相差 180°，直流背景 B 完全抵消，只剩余弦/正弦分量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二 · 四步相移与复信号构造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12 / 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① 从灰度到差分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58384" cy="1901952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① 理想灰度模型      B = 环境光 + 暗电流 + 背景亮度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theta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0°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theta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180°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sin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theta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90°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sin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theta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270°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② 相差 180° 相减 → B 被完全消去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= 2R*cos(theta)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= 2R*sin(theta)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883664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② 合成复数 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194560"/>
            <a:ext cx="5349240" cy="1901952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③ 合成复数 D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+ 1j *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= 2R * (cos + j*sin)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= 2R * exp(j*theta)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代码实现（FSM_decode_core.py:1094-1095）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+ 1j *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61104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关键结论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直流项 B 被完全消去 —— 这正是四步相移相对单张图的核心优势。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剩下的幅值 2R 只反映反射强度，不含坐标信息；真正携带投影仪坐标的是相位 θ。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信息载体因此从「绝对灰度」变成「复数 D 的相位」，后续所有推导都建立在这条相位上。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二 · 复数语义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复数 D 的相位与「旋转」是什么意思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把 D 画在复平面上：长度是幅值，方向是相位；「旋转」指相位随频率编号 k 增加而变化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二 · 四步相移与复信号构造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13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77617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56816"/>
            <a:ext cx="50292" cy="629869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02536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D 是一个箭头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267712"/>
            <a:ext cx="10674065" cy="31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复平面上的向量 D = |D|·exp(jθ)：长度 |D| 表示反射强度，方向角 θ 表示相位。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06141"/>
            <a:ext cx="11094689" cy="77617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879293"/>
            <a:ext cx="50292" cy="629869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25013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幅值不含坐标信息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190189"/>
            <a:ext cx="10674065" cy="31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|D| = 2R，只随表面反射率变化，与投影仪坐标无关，因此解码不看幅值。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28618"/>
            <a:ext cx="11094689" cy="77617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01770"/>
            <a:ext cx="50292" cy="629869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847490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相位才是坐标载体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112666"/>
            <a:ext cx="10674065" cy="31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θ 才是被条纹「写入」的量，它随频率编号 k 递增。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51095"/>
            <a:ext cx="11094689" cy="77617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24247"/>
            <a:ext cx="50292" cy="629869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769967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「旋转」是相位的旋转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035143"/>
            <a:ext cx="10674065" cy="31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指相位随 k 增加而连续变化，不是物体旋转、也不是图像旋转。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10148"/>
            <a:ext cx="11094689" cy="603504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" y="5692444"/>
            <a:ext cx="50292" cy="43891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610148"/>
            <a:ext cx="1072892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相邻频率间的相位增量   Δθ = θ[k+1] − θ[k] = 2π·s·uₚ / N   —— 这就是「旋转速度」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二 · 物理模型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从投影条纹到相机灰度的完整模型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把投影仪投出的正弦、物体表面反射、相机成像三步串成一个公式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二 · 四步相移与复信号构造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14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358384" cy="73152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1965960"/>
            <a:ext cx="50292" cy="5669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883664"/>
            <a:ext cx="49926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I_proj(u, k, φ) = A · sin(2π·f_k·u + φ)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883664"/>
            <a:ext cx="5349240" cy="73152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965960"/>
            <a:ext cx="50292" cy="5669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1883664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I_cam(x_c, y_c, k, φ) = B + R · A · sin(2π·f_k·uₚ + φ)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79776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779776"/>
            <a:ext cx="16645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符号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371" y="2779776"/>
            <a:ext cx="39672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含义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047" y="2779776"/>
            <a:ext cx="480455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在本方法中的地位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54787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3145536"/>
            <a:ext cx="16645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371" y="3145536"/>
            <a:ext cx="39672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投影仪条纹的振幅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047" y="3145536"/>
            <a:ext cx="48045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常量，投影系统决定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47872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48640" y="395020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3547872"/>
            <a:ext cx="16645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f_k = s·k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371" y="3547872"/>
            <a:ext cx="39672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第 k 个频率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9047" y="3547872"/>
            <a:ext cx="48045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外层序列自变量，决定了相位旋转速度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35254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3950208"/>
            <a:ext cx="16645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2371" y="3950208"/>
            <a:ext cx="39672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投影仪上的物理坐标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047" y="3950208"/>
            <a:ext cx="48045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投影仪自变量的连续位置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52544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48640" y="475488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4352544"/>
            <a:ext cx="16645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uₚ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2371" y="4352544"/>
            <a:ext cx="39672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该相机像素对应的投影仪坐标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047" y="4352544"/>
            <a:ext cx="48045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★ 解码的最终目标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15721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4754880"/>
            <a:ext cx="16645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B(x_c, y_c)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2371" y="4754880"/>
            <a:ext cx="39672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环境光 + 暗电流 + 背景亮度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9047" y="4754880"/>
            <a:ext cx="48045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近似直流项，四步差分消去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157216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548640" y="555955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8" y="5157216"/>
            <a:ext cx="16645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R(x_c, y_c)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371" y="5157216"/>
            <a:ext cx="39672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表面反射率与局部亮度缩放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9047" y="5157216"/>
            <a:ext cx="48045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只影响幅值，不影响相位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10915"/>
            <a:ext cx="12191969" cy="438905"/>
          </a:xfrm>
          <a:custGeom>
            <a:avLst/>
            <a:gdLst/>
            <a:ahLst/>
            <a:cxnLst/>
            <a:rect l="l" t="t" r="r" b="b"/>
            <a:pathLst>
              <a:path w="12191969" h="438905">
                <a:moveTo>
                  <a:pt x="0" y="304913"/>
                </a:moveTo>
                <a:lnTo>
                  <a:pt x="55418" y="318556"/>
                </a:lnTo>
                <a:lnTo>
                  <a:pt x="110836" y="331734"/>
                </a:lnTo>
                <a:lnTo>
                  <a:pt x="166254" y="344385"/>
                </a:lnTo>
                <a:lnTo>
                  <a:pt x="221672" y="356449"/>
                </a:lnTo>
                <a:lnTo>
                  <a:pt x="277090" y="367869"/>
                </a:lnTo>
                <a:lnTo>
                  <a:pt x="332508" y="378593"/>
                </a:lnTo>
                <a:lnTo>
                  <a:pt x="387926" y="388569"/>
                </a:lnTo>
                <a:lnTo>
                  <a:pt x="443344" y="397751"/>
                </a:lnTo>
                <a:lnTo>
                  <a:pt x="498762" y="406095"/>
                </a:lnTo>
                <a:lnTo>
                  <a:pt x="554180" y="413563"/>
                </a:lnTo>
                <a:lnTo>
                  <a:pt x="609598" y="420119"/>
                </a:lnTo>
                <a:lnTo>
                  <a:pt x="665016" y="425733"/>
                </a:lnTo>
                <a:lnTo>
                  <a:pt x="720434" y="430378"/>
                </a:lnTo>
                <a:lnTo>
                  <a:pt x="775852" y="434033"/>
                </a:lnTo>
                <a:lnTo>
                  <a:pt x="831270" y="436680"/>
                </a:lnTo>
                <a:lnTo>
                  <a:pt x="886688" y="438306"/>
                </a:lnTo>
                <a:lnTo>
                  <a:pt x="942106" y="438905"/>
                </a:lnTo>
                <a:lnTo>
                  <a:pt x="997524" y="438473"/>
                </a:lnTo>
                <a:lnTo>
                  <a:pt x="1052942" y="437013"/>
                </a:lnTo>
                <a:lnTo>
                  <a:pt x="1108360" y="434530"/>
                </a:lnTo>
                <a:lnTo>
                  <a:pt x="1163778" y="431038"/>
                </a:lnTo>
                <a:lnTo>
                  <a:pt x="1219196" y="426552"/>
                </a:lnTo>
                <a:lnTo>
                  <a:pt x="1274614" y="421093"/>
                </a:lnTo>
                <a:lnTo>
                  <a:pt x="1330033" y="414688"/>
                </a:lnTo>
                <a:lnTo>
                  <a:pt x="1385451" y="407365"/>
                </a:lnTo>
                <a:lnTo>
                  <a:pt x="1440869" y="399160"/>
                </a:lnTo>
                <a:lnTo>
                  <a:pt x="1496287" y="390111"/>
                </a:lnTo>
                <a:lnTo>
                  <a:pt x="1551705" y="380260"/>
                </a:lnTo>
                <a:lnTo>
                  <a:pt x="1607123" y="369655"/>
                </a:lnTo>
                <a:lnTo>
                  <a:pt x="1662541" y="358344"/>
                </a:lnTo>
                <a:lnTo>
                  <a:pt x="1717959" y="346380"/>
                </a:lnTo>
                <a:lnTo>
                  <a:pt x="1773377" y="333820"/>
                </a:lnTo>
                <a:lnTo>
                  <a:pt x="1828795" y="320724"/>
                </a:lnTo>
                <a:lnTo>
                  <a:pt x="1884213" y="307151"/>
                </a:lnTo>
                <a:lnTo>
                  <a:pt x="1939631" y="293167"/>
                </a:lnTo>
                <a:lnTo>
                  <a:pt x="1995049" y="278837"/>
                </a:lnTo>
                <a:lnTo>
                  <a:pt x="2050467" y="264228"/>
                </a:lnTo>
                <a:lnTo>
                  <a:pt x="2105885" y="249408"/>
                </a:lnTo>
                <a:lnTo>
                  <a:pt x="2161303" y="234448"/>
                </a:lnTo>
                <a:lnTo>
                  <a:pt x="2216721" y="219417"/>
                </a:lnTo>
                <a:lnTo>
                  <a:pt x="2272139" y="204387"/>
                </a:lnTo>
                <a:lnTo>
                  <a:pt x="2327557" y="189427"/>
                </a:lnTo>
                <a:lnTo>
                  <a:pt x="2382975" y="174608"/>
                </a:lnTo>
                <a:lnTo>
                  <a:pt x="2438393" y="160000"/>
                </a:lnTo>
                <a:lnTo>
                  <a:pt x="2493811" y="145671"/>
                </a:lnTo>
                <a:lnTo>
                  <a:pt x="2549229" y="131689"/>
                </a:lnTo>
                <a:lnTo>
                  <a:pt x="2604648" y="118119"/>
                </a:lnTo>
                <a:lnTo>
                  <a:pt x="2660066" y="105024"/>
                </a:lnTo>
                <a:lnTo>
                  <a:pt x="2715484" y="92467"/>
                </a:lnTo>
                <a:lnTo>
                  <a:pt x="2770902" y="80507"/>
                </a:lnTo>
                <a:lnTo>
                  <a:pt x="2826320" y="69199"/>
                </a:lnTo>
                <a:lnTo>
                  <a:pt x="2881738" y="58596"/>
                </a:lnTo>
                <a:lnTo>
                  <a:pt x="2937156" y="48750"/>
                </a:lnTo>
                <a:lnTo>
                  <a:pt x="2992574" y="39704"/>
                </a:lnTo>
                <a:lnTo>
                  <a:pt x="3047992" y="31503"/>
                </a:lnTo>
                <a:lnTo>
                  <a:pt x="3103410" y="24185"/>
                </a:lnTo>
                <a:lnTo>
                  <a:pt x="3158828" y="17784"/>
                </a:lnTo>
                <a:lnTo>
                  <a:pt x="3214246" y="12330"/>
                </a:lnTo>
                <a:lnTo>
                  <a:pt x="3269664" y="7848"/>
                </a:lnTo>
                <a:lnTo>
                  <a:pt x="3325082" y="4360"/>
                </a:lnTo>
                <a:lnTo>
                  <a:pt x="3380500" y="1883"/>
                </a:lnTo>
                <a:lnTo>
                  <a:pt x="3435918" y="427"/>
                </a:lnTo>
                <a:lnTo>
                  <a:pt x="3491336" y="0"/>
                </a:lnTo>
                <a:lnTo>
                  <a:pt x="3546754" y="604"/>
                </a:lnTo>
                <a:lnTo>
                  <a:pt x="3602172" y="2235"/>
                </a:lnTo>
                <a:lnTo>
                  <a:pt x="3657590" y="4887"/>
                </a:lnTo>
                <a:lnTo>
                  <a:pt x="3713008" y="8546"/>
                </a:lnTo>
                <a:lnTo>
                  <a:pt x="3768426" y="13196"/>
                </a:lnTo>
                <a:lnTo>
                  <a:pt x="3823844" y="18814"/>
                </a:lnTo>
                <a:lnTo>
                  <a:pt x="3879263" y="25375"/>
                </a:lnTo>
                <a:lnTo>
                  <a:pt x="3934681" y="32847"/>
                </a:lnTo>
                <a:lnTo>
                  <a:pt x="3990099" y="41196"/>
                </a:lnTo>
                <a:lnTo>
                  <a:pt x="4045517" y="50381"/>
                </a:lnTo>
                <a:lnTo>
                  <a:pt x="4100935" y="60361"/>
                </a:lnTo>
                <a:lnTo>
                  <a:pt x="4156353" y="71088"/>
                </a:lnTo>
                <a:lnTo>
                  <a:pt x="4211771" y="82512"/>
                </a:lnTo>
                <a:lnTo>
                  <a:pt x="4267189" y="94578"/>
                </a:lnTo>
                <a:lnTo>
                  <a:pt x="4322607" y="107232"/>
                </a:lnTo>
                <a:lnTo>
                  <a:pt x="4378025" y="120412"/>
                </a:lnTo>
                <a:lnTo>
                  <a:pt x="4433443" y="134057"/>
                </a:lnTo>
                <a:lnTo>
                  <a:pt x="4488861" y="148104"/>
                </a:lnTo>
                <a:lnTo>
                  <a:pt x="4544279" y="162485"/>
                </a:lnTo>
                <a:lnTo>
                  <a:pt x="4599697" y="177135"/>
                </a:lnTo>
                <a:lnTo>
                  <a:pt x="4655115" y="191982"/>
                </a:lnTo>
                <a:lnTo>
                  <a:pt x="4710533" y="206959"/>
                </a:lnTo>
                <a:lnTo>
                  <a:pt x="4765951" y="221995"/>
                </a:lnTo>
                <a:lnTo>
                  <a:pt x="4821369" y="237018"/>
                </a:lnTo>
                <a:lnTo>
                  <a:pt x="4876787" y="251960"/>
                </a:lnTo>
                <a:lnTo>
                  <a:pt x="4932205" y="266748"/>
                </a:lnTo>
                <a:lnTo>
                  <a:pt x="4987623" y="281314"/>
                </a:lnTo>
                <a:lnTo>
                  <a:pt x="5043041" y="295590"/>
                </a:lnTo>
                <a:lnTo>
                  <a:pt x="5098459" y="309508"/>
                </a:lnTo>
                <a:lnTo>
                  <a:pt x="5153878" y="323004"/>
                </a:lnTo>
                <a:lnTo>
                  <a:pt x="5209296" y="336013"/>
                </a:lnTo>
                <a:lnTo>
                  <a:pt x="5264714" y="348474"/>
                </a:lnTo>
                <a:lnTo>
                  <a:pt x="5320132" y="360330"/>
                </a:lnTo>
                <a:lnTo>
                  <a:pt x="5375550" y="371524"/>
                </a:lnTo>
                <a:lnTo>
                  <a:pt x="5430968" y="382003"/>
                </a:lnTo>
                <a:lnTo>
                  <a:pt x="5486386" y="391720"/>
                </a:lnTo>
                <a:lnTo>
                  <a:pt x="5541804" y="400627"/>
                </a:lnTo>
                <a:lnTo>
                  <a:pt x="5597222" y="408684"/>
                </a:lnTo>
                <a:lnTo>
                  <a:pt x="5652640" y="415851"/>
                </a:lnTo>
                <a:lnTo>
                  <a:pt x="5708058" y="422097"/>
                </a:lnTo>
                <a:lnTo>
                  <a:pt x="5763476" y="427391"/>
                </a:lnTo>
                <a:lnTo>
                  <a:pt x="5818894" y="431708"/>
                </a:lnTo>
                <a:lnTo>
                  <a:pt x="5874312" y="435028"/>
                </a:lnTo>
                <a:lnTo>
                  <a:pt x="5929730" y="437336"/>
                </a:lnTo>
                <a:lnTo>
                  <a:pt x="5985148" y="438620"/>
                </a:lnTo>
                <a:lnTo>
                  <a:pt x="6040566" y="438876"/>
                </a:lnTo>
                <a:lnTo>
                  <a:pt x="6095984" y="438100"/>
                </a:lnTo>
                <a:lnTo>
                  <a:pt x="6151402" y="436298"/>
                </a:lnTo>
                <a:lnTo>
                  <a:pt x="6206820" y="433478"/>
                </a:lnTo>
                <a:lnTo>
                  <a:pt x="6262238" y="429652"/>
                </a:lnTo>
                <a:lnTo>
                  <a:pt x="6317656" y="424839"/>
                </a:lnTo>
                <a:lnTo>
                  <a:pt x="6373074" y="419062"/>
                </a:lnTo>
                <a:lnTo>
                  <a:pt x="6428493" y="412347"/>
                </a:lnTo>
                <a:lnTo>
                  <a:pt x="6483911" y="404726"/>
                </a:lnTo>
                <a:lnTo>
                  <a:pt x="6539329" y="396236"/>
                </a:lnTo>
                <a:lnTo>
                  <a:pt x="6594747" y="386914"/>
                </a:lnTo>
                <a:lnTo>
                  <a:pt x="6650165" y="376807"/>
                </a:lnTo>
                <a:lnTo>
                  <a:pt x="6705583" y="365960"/>
                </a:lnTo>
                <a:lnTo>
                  <a:pt x="6761001" y="354425"/>
                </a:lnTo>
                <a:lnTo>
                  <a:pt x="6816419" y="342257"/>
                </a:lnTo>
                <a:lnTo>
                  <a:pt x="6871837" y="329512"/>
                </a:lnTo>
                <a:lnTo>
                  <a:pt x="6927255" y="316249"/>
                </a:lnTo>
                <a:lnTo>
                  <a:pt x="6982673" y="302533"/>
                </a:lnTo>
                <a:lnTo>
                  <a:pt x="7038091" y="288426"/>
                </a:lnTo>
                <a:lnTo>
                  <a:pt x="7093509" y="273995"/>
                </a:lnTo>
                <a:lnTo>
                  <a:pt x="7148927" y="259308"/>
                </a:lnTo>
                <a:lnTo>
                  <a:pt x="7204345" y="244434"/>
                </a:lnTo>
                <a:lnTo>
                  <a:pt x="7259763" y="229442"/>
                </a:lnTo>
                <a:lnTo>
                  <a:pt x="7315181" y="214404"/>
                </a:lnTo>
                <a:lnTo>
                  <a:pt x="7370599" y="199389"/>
                </a:lnTo>
                <a:lnTo>
                  <a:pt x="7426017" y="184468"/>
                </a:lnTo>
                <a:lnTo>
                  <a:pt x="7481435" y="169712"/>
                </a:lnTo>
                <a:lnTo>
                  <a:pt x="7536853" y="155189"/>
                </a:lnTo>
                <a:lnTo>
                  <a:pt x="7592271" y="140969"/>
                </a:lnTo>
                <a:lnTo>
                  <a:pt x="7647689" y="127116"/>
                </a:lnTo>
                <a:lnTo>
                  <a:pt x="7703108" y="113698"/>
                </a:lnTo>
                <a:lnTo>
                  <a:pt x="7758526" y="100776"/>
                </a:lnTo>
                <a:lnTo>
                  <a:pt x="7813944" y="88411"/>
                </a:lnTo>
                <a:lnTo>
                  <a:pt x="7869362" y="76662"/>
                </a:lnTo>
                <a:lnTo>
                  <a:pt x="7924780" y="65584"/>
                </a:lnTo>
                <a:lnTo>
                  <a:pt x="7980198" y="55228"/>
                </a:lnTo>
                <a:lnTo>
                  <a:pt x="8035616" y="45643"/>
                </a:lnTo>
                <a:lnTo>
                  <a:pt x="8091034" y="36875"/>
                </a:lnTo>
                <a:lnTo>
                  <a:pt x="8146452" y="28964"/>
                </a:lnTo>
                <a:lnTo>
                  <a:pt x="8201870" y="21948"/>
                </a:lnTo>
                <a:lnTo>
                  <a:pt x="8257288" y="15859"/>
                </a:lnTo>
                <a:lnTo>
                  <a:pt x="8312706" y="10727"/>
                </a:lnTo>
                <a:lnTo>
                  <a:pt x="8368124" y="6574"/>
                </a:lnTo>
                <a:lnTo>
                  <a:pt x="8423542" y="3422"/>
                </a:lnTo>
                <a:lnTo>
                  <a:pt x="8478960" y="1284"/>
                </a:lnTo>
                <a:lnTo>
                  <a:pt x="8534378" y="170"/>
                </a:lnTo>
                <a:lnTo>
                  <a:pt x="8589796" y="87"/>
                </a:lnTo>
                <a:lnTo>
                  <a:pt x="8645214" y="1034"/>
                </a:lnTo>
                <a:lnTo>
                  <a:pt x="8700632" y="3006"/>
                </a:lnTo>
                <a:lnTo>
                  <a:pt x="8756050" y="5995"/>
                </a:lnTo>
                <a:lnTo>
                  <a:pt x="8811468" y="9987"/>
                </a:lnTo>
                <a:lnTo>
                  <a:pt x="8866886" y="14962"/>
                </a:lnTo>
                <a:lnTo>
                  <a:pt x="8922304" y="20898"/>
                </a:lnTo>
                <a:lnTo>
                  <a:pt x="8977723" y="27766"/>
                </a:lnTo>
                <a:lnTo>
                  <a:pt x="9033141" y="35534"/>
                </a:lnTo>
                <a:lnTo>
                  <a:pt x="9088559" y="44166"/>
                </a:lnTo>
                <a:lnTo>
                  <a:pt x="9143977" y="53622"/>
                </a:lnTo>
                <a:lnTo>
                  <a:pt x="9199395" y="63856"/>
                </a:lnTo>
                <a:lnTo>
                  <a:pt x="9254813" y="74821"/>
                </a:lnTo>
                <a:lnTo>
                  <a:pt x="9310231" y="86465"/>
                </a:lnTo>
                <a:lnTo>
                  <a:pt x="9365649" y="98734"/>
                </a:lnTo>
                <a:lnTo>
                  <a:pt x="9421067" y="111570"/>
                </a:lnTo>
                <a:lnTo>
                  <a:pt x="9476485" y="124912"/>
                </a:lnTo>
                <a:lnTo>
                  <a:pt x="9531903" y="138698"/>
                </a:lnTo>
                <a:lnTo>
                  <a:pt x="9587321" y="152864"/>
                </a:lnTo>
                <a:lnTo>
                  <a:pt x="9642739" y="167342"/>
                </a:lnTo>
                <a:lnTo>
                  <a:pt x="9698157" y="182065"/>
                </a:lnTo>
                <a:lnTo>
                  <a:pt x="9753575" y="196964"/>
                </a:lnTo>
                <a:lnTo>
                  <a:pt x="9808993" y="211968"/>
                </a:lnTo>
                <a:lnTo>
                  <a:pt x="9864411" y="227008"/>
                </a:lnTo>
                <a:lnTo>
                  <a:pt x="9919829" y="242011"/>
                </a:lnTo>
                <a:lnTo>
                  <a:pt x="9975247" y="256909"/>
                </a:lnTo>
                <a:lnTo>
                  <a:pt x="10030665" y="271631"/>
                </a:lnTo>
                <a:lnTo>
                  <a:pt x="10086083" y="286109"/>
                </a:lnTo>
                <a:lnTo>
                  <a:pt x="10141501" y="300272"/>
                </a:lnTo>
                <a:lnTo>
                  <a:pt x="10196919" y="314057"/>
                </a:lnTo>
                <a:lnTo>
                  <a:pt x="10252338" y="327397"/>
                </a:lnTo>
                <a:lnTo>
                  <a:pt x="10307756" y="340230"/>
                </a:lnTo>
                <a:lnTo>
                  <a:pt x="10363174" y="352496"/>
                </a:lnTo>
                <a:lnTo>
                  <a:pt x="10418592" y="364137"/>
                </a:lnTo>
                <a:lnTo>
                  <a:pt x="10474010" y="375099"/>
                </a:lnTo>
                <a:lnTo>
                  <a:pt x="10529428" y="385329"/>
                </a:lnTo>
                <a:lnTo>
                  <a:pt x="10584846" y="394781"/>
                </a:lnTo>
                <a:lnTo>
                  <a:pt x="10640264" y="403409"/>
                </a:lnTo>
                <a:lnTo>
                  <a:pt x="10695682" y="411173"/>
                </a:lnTo>
                <a:lnTo>
                  <a:pt x="10751100" y="418037"/>
                </a:lnTo>
                <a:lnTo>
                  <a:pt x="10806518" y="423968"/>
                </a:lnTo>
                <a:lnTo>
                  <a:pt x="10861936" y="428939"/>
                </a:lnTo>
                <a:lnTo>
                  <a:pt x="10917354" y="432926"/>
                </a:lnTo>
                <a:lnTo>
                  <a:pt x="10972772" y="435910"/>
                </a:lnTo>
                <a:lnTo>
                  <a:pt x="11028190" y="437878"/>
                </a:lnTo>
                <a:lnTo>
                  <a:pt x="11083608" y="438820"/>
                </a:lnTo>
                <a:lnTo>
                  <a:pt x="11139026" y="438732"/>
                </a:lnTo>
                <a:lnTo>
                  <a:pt x="11194444" y="437614"/>
                </a:lnTo>
                <a:lnTo>
                  <a:pt x="11249862" y="435471"/>
                </a:lnTo>
                <a:lnTo>
                  <a:pt x="11305280" y="432314"/>
                </a:lnTo>
                <a:lnTo>
                  <a:pt x="11360698" y="428157"/>
                </a:lnTo>
                <a:lnTo>
                  <a:pt x="11416116" y="423020"/>
                </a:lnTo>
                <a:lnTo>
                  <a:pt x="11471534" y="416926"/>
                </a:lnTo>
                <a:lnTo>
                  <a:pt x="11526953" y="409906"/>
                </a:lnTo>
                <a:lnTo>
                  <a:pt x="11582371" y="401991"/>
                </a:lnTo>
                <a:lnTo>
                  <a:pt x="11637789" y="393219"/>
                </a:lnTo>
                <a:lnTo>
                  <a:pt x="11693207" y="383630"/>
                </a:lnTo>
                <a:lnTo>
                  <a:pt x="11748625" y="373271"/>
                </a:lnTo>
                <a:lnTo>
                  <a:pt x="11804043" y="362189"/>
                </a:lnTo>
                <a:lnTo>
                  <a:pt x="11859461" y="350437"/>
                </a:lnTo>
                <a:lnTo>
                  <a:pt x="11914879" y="338070"/>
                </a:lnTo>
                <a:lnTo>
                  <a:pt x="11970297" y="325145"/>
                </a:lnTo>
                <a:lnTo>
                  <a:pt x="12025715" y="311725"/>
                </a:lnTo>
                <a:lnTo>
                  <a:pt x="12081133" y="297870"/>
                </a:lnTo>
                <a:lnTo>
                  <a:pt x="12136551" y="283648"/>
                </a:lnTo>
                <a:lnTo>
                  <a:pt x="12191969" y="269124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559553"/>
            <a:ext cx="12191969" cy="292604"/>
          </a:xfrm>
          <a:custGeom>
            <a:avLst/>
            <a:gdLst/>
            <a:ahLst/>
            <a:cxnLst/>
            <a:rect l="l" t="t" r="r" b="b"/>
            <a:pathLst>
              <a:path w="12191969" h="292604">
                <a:moveTo>
                  <a:pt x="0" y="292544"/>
                </a:moveTo>
                <a:lnTo>
                  <a:pt x="55418" y="291908"/>
                </a:lnTo>
                <a:lnTo>
                  <a:pt x="110836" y="290588"/>
                </a:lnTo>
                <a:lnTo>
                  <a:pt x="166254" y="288591"/>
                </a:lnTo>
                <a:lnTo>
                  <a:pt x="221672" y="285925"/>
                </a:lnTo>
                <a:lnTo>
                  <a:pt x="277090" y="282604"/>
                </a:lnTo>
                <a:lnTo>
                  <a:pt x="332508" y="278642"/>
                </a:lnTo>
                <a:lnTo>
                  <a:pt x="387926" y="274059"/>
                </a:lnTo>
                <a:lnTo>
                  <a:pt x="443344" y="268876"/>
                </a:lnTo>
                <a:lnTo>
                  <a:pt x="498762" y="263117"/>
                </a:lnTo>
                <a:lnTo>
                  <a:pt x="554180" y="256810"/>
                </a:lnTo>
                <a:lnTo>
                  <a:pt x="609598" y="249984"/>
                </a:lnTo>
                <a:lnTo>
                  <a:pt x="665016" y="242670"/>
                </a:lnTo>
                <a:lnTo>
                  <a:pt x="720434" y="234905"/>
                </a:lnTo>
                <a:lnTo>
                  <a:pt x="775852" y="226723"/>
                </a:lnTo>
                <a:lnTo>
                  <a:pt x="831270" y="218163"/>
                </a:lnTo>
                <a:lnTo>
                  <a:pt x="886688" y="209266"/>
                </a:lnTo>
                <a:lnTo>
                  <a:pt x="942106" y="200073"/>
                </a:lnTo>
                <a:lnTo>
                  <a:pt x="997524" y="190628"/>
                </a:lnTo>
                <a:lnTo>
                  <a:pt x="1052942" y="180974"/>
                </a:lnTo>
                <a:lnTo>
                  <a:pt x="1108360" y="171158"/>
                </a:lnTo>
                <a:lnTo>
                  <a:pt x="1163778" y="161225"/>
                </a:lnTo>
                <a:lnTo>
                  <a:pt x="1219196" y="151222"/>
                </a:lnTo>
                <a:lnTo>
                  <a:pt x="1274614" y="141195"/>
                </a:lnTo>
                <a:lnTo>
                  <a:pt x="1330033" y="131193"/>
                </a:lnTo>
                <a:lnTo>
                  <a:pt x="1385451" y="121262"/>
                </a:lnTo>
                <a:lnTo>
                  <a:pt x="1440869" y="111448"/>
                </a:lnTo>
                <a:lnTo>
                  <a:pt x="1496287" y="101798"/>
                </a:lnTo>
                <a:lnTo>
                  <a:pt x="1551705" y="92357"/>
                </a:lnTo>
                <a:lnTo>
                  <a:pt x="1607123" y="83169"/>
                </a:lnTo>
                <a:lnTo>
                  <a:pt x="1662541" y="74278"/>
                </a:lnTo>
                <a:lnTo>
                  <a:pt x="1717959" y="65725"/>
                </a:lnTo>
                <a:lnTo>
                  <a:pt x="1773377" y="57551"/>
                </a:lnTo>
                <a:lnTo>
                  <a:pt x="1828795" y="49793"/>
                </a:lnTo>
                <a:lnTo>
                  <a:pt x="1884213" y="42489"/>
                </a:lnTo>
                <a:lnTo>
                  <a:pt x="1939631" y="35672"/>
                </a:lnTo>
                <a:lnTo>
                  <a:pt x="1995049" y="29374"/>
                </a:lnTo>
                <a:lnTo>
                  <a:pt x="2050467" y="23626"/>
                </a:lnTo>
                <a:lnTo>
                  <a:pt x="2105885" y="18454"/>
                </a:lnTo>
                <a:lnTo>
                  <a:pt x="2161303" y="13883"/>
                </a:lnTo>
                <a:lnTo>
                  <a:pt x="2216721" y="9933"/>
                </a:lnTo>
                <a:lnTo>
                  <a:pt x="2272139" y="6624"/>
                </a:lnTo>
                <a:lnTo>
                  <a:pt x="2327557" y="3970"/>
                </a:lnTo>
                <a:lnTo>
                  <a:pt x="2382975" y="1986"/>
                </a:lnTo>
                <a:lnTo>
                  <a:pt x="2438393" y="679"/>
                </a:lnTo>
                <a:lnTo>
                  <a:pt x="2493811" y="56"/>
                </a:lnTo>
                <a:lnTo>
                  <a:pt x="2549229" y="119"/>
                </a:lnTo>
                <a:lnTo>
                  <a:pt x="2604648" y="869"/>
                </a:lnTo>
                <a:lnTo>
                  <a:pt x="2660066" y="2303"/>
                </a:lnTo>
                <a:lnTo>
                  <a:pt x="2715484" y="4412"/>
                </a:lnTo>
                <a:lnTo>
                  <a:pt x="2770902" y="7188"/>
                </a:lnTo>
                <a:lnTo>
                  <a:pt x="2826320" y="10618"/>
                </a:lnTo>
                <a:lnTo>
                  <a:pt x="2881738" y="14684"/>
                </a:lnTo>
                <a:lnTo>
                  <a:pt x="2937156" y="19369"/>
                </a:lnTo>
                <a:lnTo>
                  <a:pt x="2992574" y="24649"/>
                </a:lnTo>
                <a:lnTo>
                  <a:pt x="3047992" y="30502"/>
                </a:lnTo>
                <a:lnTo>
                  <a:pt x="3103410" y="36898"/>
                </a:lnTo>
                <a:lnTo>
                  <a:pt x="3158828" y="43807"/>
                </a:lnTo>
                <a:lnTo>
                  <a:pt x="3214246" y="51198"/>
                </a:lnTo>
                <a:lnTo>
                  <a:pt x="3269664" y="59036"/>
                </a:lnTo>
                <a:lnTo>
                  <a:pt x="3325082" y="67284"/>
                </a:lnTo>
                <a:lnTo>
                  <a:pt x="3380500" y="75903"/>
                </a:lnTo>
                <a:lnTo>
                  <a:pt x="3435918" y="84852"/>
                </a:lnTo>
                <a:lnTo>
                  <a:pt x="3491336" y="94090"/>
                </a:lnTo>
                <a:lnTo>
                  <a:pt x="3546754" y="103573"/>
                </a:lnTo>
                <a:lnTo>
                  <a:pt x="3602172" y="113257"/>
                </a:lnTo>
                <a:lnTo>
                  <a:pt x="3657590" y="123096"/>
                </a:lnTo>
                <a:lnTo>
                  <a:pt x="3713008" y="133044"/>
                </a:lnTo>
                <a:lnTo>
                  <a:pt x="3768426" y="143054"/>
                </a:lnTo>
                <a:lnTo>
                  <a:pt x="3823844" y="153080"/>
                </a:lnTo>
                <a:lnTo>
                  <a:pt x="3879263" y="163073"/>
                </a:lnTo>
                <a:lnTo>
                  <a:pt x="3934681" y="172988"/>
                </a:lnTo>
                <a:lnTo>
                  <a:pt x="3990099" y="182778"/>
                </a:lnTo>
                <a:lnTo>
                  <a:pt x="4045517" y="192396"/>
                </a:lnTo>
                <a:lnTo>
                  <a:pt x="4100935" y="201798"/>
                </a:lnTo>
                <a:lnTo>
                  <a:pt x="4156353" y="210939"/>
                </a:lnTo>
                <a:lnTo>
                  <a:pt x="4211771" y="219777"/>
                </a:lnTo>
                <a:lnTo>
                  <a:pt x="4267189" y="228270"/>
                </a:lnTo>
                <a:lnTo>
                  <a:pt x="4322607" y="236377"/>
                </a:lnTo>
                <a:lnTo>
                  <a:pt x="4378025" y="244062"/>
                </a:lnTo>
                <a:lnTo>
                  <a:pt x="4433443" y="251287"/>
                </a:lnTo>
                <a:lnTo>
                  <a:pt x="4488861" y="258020"/>
                </a:lnTo>
                <a:lnTo>
                  <a:pt x="4544279" y="264228"/>
                </a:lnTo>
                <a:lnTo>
                  <a:pt x="4599697" y="269881"/>
                </a:lnTo>
                <a:lnTo>
                  <a:pt x="4655115" y="274955"/>
                </a:lnTo>
                <a:lnTo>
                  <a:pt x="4710533" y="279424"/>
                </a:lnTo>
                <a:lnTo>
                  <a:pt x="4765951" y="283269"/>
                </a:lnTo>
                <a:lnTo>
                  <a:pt x="4821369" y="286469"/>
                </a:lnTo>
                <a:lnTo>
                  <a:pt x="4876787" y="289012"/>
                </a:lnTo>
                <a:lnTo>
                  <a:pt x="4932205" y="290884"/>
                </a:lnTo>
                <a:lnTo>
                  <a:pt x="4987623" y="292078"/>
                </a:lnTo>
                <a:lnTo>
                  <a:pt x="5043041" y="292587"/>
                </a:lnTo>
                <a:lnTo>
                  <a:pt x="5098459" y="292408"/>
                </a:lnTo>
                <a:lnTo>
                  <a:pt x="5153878" y="291544"/>
                </a:lnTo>
                <a:lnTo>
                  <a:pt x="5209296" y="289997"/>
                </a:lnTo>
                <a:lnTo>
                  <a:pt x="5264714" y="287776"/>
                </a:lnTo>
                <a:lnTo>
                  <a:pt x="5320132" y="284890"/>
                </a:lnTo>
                <a:lnTo>
                  <a:pt x="5375550" y="281353"/>
                </a:lnTo>
                <a:lnTo>
                  <a:pt x="5430968" y="277183"/>
                </a:lnTo>
                <a:lnTo>
                  <a:pt x="5486386" y="272397"/>
                </a:lnTo>
                <a:lnTo>
                  <a:pt x="5541804" y="267019"/>
                </a:lnTo>
                <a:lnTo>
                  <a:pt x="5597222" y="261074"/>
                </a:lnTo>
                <a:lnTo>
                  <a:pt x="5652640" y="254591"/>
                </a:lnTo>
                <a:lnTo>
                  <a:pt x="5708058" y="247598"/>
                </a:lnTo>
                <a:lnTo>
                  <a:pt x="5763476" y="240130"/>
                </a:lnTo>
                <a:lnTo>
                  <a:pt x="5818894" y="232222"/>
                </a:lnTo>
                <a:lnTo>
                  <a:pt x="5874312" y="223909"/>
                </a:lnTo>
                <a:lnTo>
                  <a:pt x="5929730" y="215233"/>
                </a:lnTo>
                <a:lnTo>
                  <a:pt x="5985148" y="206232"/>
                </a:lnTo>
                <a:lnTo>
                  <a:pt x="6040566" y="196950"/>
                </a:lnTo>
                <a:lnTo>
                  <a:pt x="6095984" y="187431"/>
                </a:lnTo>
                <a:lnTo>
                  <a:pt x="6151402" y="177718"/>
                </a:lnTo>
                <a:lnTo>
                  <a:pt x="6206820" y="167857"/>
                </a:lnTo>
                <a:lnTo>
                  <a:pt x="6262238" y="157896"/>
                </a:lnTo>
                <a:lnTo>
                  <a:pt x="6317656" y="147880"/>
                </a:lnTo>
                <a:lnTo>
                  <a:pt x="6373074" y="137856"/>
                </a:lnTo>
                <a:lnTo>
                  <a:pt x="6428493" y="127872"/>
                </a:lnTo>
                <a:lnTo>
                  <a:pt x="6483911" y="117975"/>
                </a:lnTo>
                <a:lnTo>
                  <a:pt x="6539329" y="108211"/>
                </a:lnTo>
                <a:lnTo>
                  <a:pt x="6594747" y="98625"/>
                </a:lnTo>
                <a:lnTo>
                  <a:pt x="6650165" y="89264"/>
                </a:lnTo>
                <a:lnTo>
                  <a:pt x="6705583" y="80170"/>
                </a:lnTo>
                <a:lnTo>
                  <a:pt x="6761001" y="71387"/>
                </a:lnTo>
                <a:lnTo>
                  <a:pt x="6816419" y="62956"/>
                </a:lnTo>
                <a:lnTo>
                  <a:pt x="6871837" y="54917"/>
                </a:lnTo>
                <a:lnTo>
                  <a:pt x="6927255" y="47306"/>
                </a:lnTo>
                <a:lnTo>
                  <a:pt x="6982673" y="40160"/>
                </a:lnTo>
                <a:lnTo>
                  <a:pt x="7038091" y="33513"/>
                </a:lnTo>
                <a:lnTo>
                  <a:pt x="7093509" y="27396"/>
                </a:lnTo>
                <a:lnTo>
                  <a:pt x="7148927" y="21837"/>
                </a:lnTo>
                <a:lnTo>
                  <a:pt x="7204345" y="16862"/>
                </a:lnTo>
                <a:lnTo>
                  <a:pt x="7259763" y="12496"/>
                </a:lnTo>
                <a:lnTo>
                  <a:pt x="7315181" y="8758"/>
                </a:lnTo>
                <a:lnTo>
                  <a:pt x="7370599" y="5666"/>
                </a:lnTo>
                <a:lnTo>
                  <a:pt x="7426017" y="3234"/>
                </a:lnTo>
                <a:lnTo>
                  <a:pt x="7481435" y="1474"/>
                </a:lnTo>
                <a:lnTo>
                  <a:pt x="7536853" y="395"/>
                </a:lnTo>
                <a:lnTo>
                  <a:pt x="7592271" y="0"/>
                </a:lnTo>
                <a:lnTo>
                  <a:pt x="7647689" y="293"/>
                </a:lnTo>
                <a:lnTo>
                  <a:pt x="7703108" y="1272"/>
                </a:lnTo>
                <a:lnTo>
                  <a:pt x="7758526" y="2931"/>
                </a:lnTo>
                <a:lnTo>
                  <a:pt x="7813944" y="5264"/>
                </a:lnTo>
                <a:lnTo>
                  <a:pt x="7869362" y="8259"/>
                </a:lnTo>
                <a:lnTo>
                  <a:pt x="7924780" y="11903"/>
                </a:lnTo>
                <a:lnTo>
                  <a:pt x="7980198" y="16178"/>
                </a:lnTo>
                <a:lnTo>
                  <a:pt x="8035616" y="21064"/>
                </a:lnTo>
                <a:lnTo>
                  <a:pt x="8091034" y="26538"/>
                </a:lnTo>
                <a:lnTo>
                  <a:pt x="8146452" y="32575"/>
                </a:lnTo>
                <a:lnTo>
                  <a:pt x="8201870" y="39145"/>
                </a:lnTo>
                <a:lnTo>
                  <a:pt x="8257288" y="46219"/>
                </a:lnTo>
                <a:lnTo>
                  <a:pt x="8312706" y="53763"/>
                </a:lnTo>
                <a:lnTo>
                  <a:pt x="8368124" y="61742"/>
                </a:lnTo>
                <a:lnTo>
                  <a:pt x="8423542" y="70117"/>
                </a:lnTo>
                <a:lnTo>
                  <a:pt x="8478960" y="78851"/>
                </a:lnTo>
                <a:lnTo>
                  <a:pt x="8534378" y="87901"/>
                </a:lnTo>
                <a:lnTo>
                  <a:pt x="8589796" y="97226"/>
                </a:lnTo>
                <a:lnTo>
                  <a:pt x="8645214" y="106781"/>
                </a:lnTo>
                <a:lnTo>
                  <a:pt x="8700632" y="116522"/>
                </a:lnTo>
                <a:lnTo>
                  <a:pt x="8756050" y="126402"/>
                </a:lnTo>
                <a:lnTo>
                  <a:pt x="8811468" y="136376"/>
                </a:lnTo>
                <a:lnTo>
                  <a:pt x="8866886" y="146397"/>
                </a:lnTo>
                <a:lnTo>
                  <a:pt x="8922304" y="156417"/>
                </a:lnTo>
                <a:lnTo>
                  <a:pt x="8977723" y="166390"/>
                </a:lnTo>
                <a:lnTo>
                  <a:pt x="9033141" y="176268"/>
                </a:lnTo>
                <a:lnTo>
                  <a:pt x="9088559" y="186005"/>
                </a:lnTo>
                <a:lnTo>
                  <a:pt x="9143977" y="195557"/>
                </a:lnTo>
                <a:lnTo>
                  <a:pt x="9199395" y="204876"/>
                </a:lnTo>
                <a:lnTo>
                  <a:pt x="9254813" y="213921"/>
                </a:lnTo>
                <a:lnTo>
                  <a:pt x="9310231" y="222648"/>
                </a:lnTo>
                <a:lnTo>
                  <a:pt x="9365649" y="231017"/>
                </a:lnTo>
                <a:lnTo>
                  <a:pt x="9421067" y="238988"/>
                </a:lnTo>
                <a:lnTo>
                  <a:pt x="9476485" y="246523"/>
                </a:lnTo>
                <a:lnTo>
                  <a:pt x="9531903" y="253588"/>
                </a:lnTo>
                <a:lnTo>
                  <a:pt x="9587321" y="260149"/>
                </a:lnTo>
                <a:lnTo>
                  <a:pt x="9642739" y="266175"/>
                </a:lnTo>
                <a:lnTo>
                  <a:pt x="9698157" y="271638"/>
                </a:lnTo>
                <a:lnTo>
                  <a:pt x="9753575" y="276513"/>
                </a:lnTo>
                <a:lnTo>
                  <a:pt x="9808993" y="280776"/>
                </a:lnTo>
                <a:lnTo>
                  <a:pt x="9864411" y="284408"/>
                </a:lnTo>
                <a:lnTo>
                  <a:pt x="9919829" y="287391"/>
                </a:lnTo>
                <a:lnTo>
                  <a:pt x="9975247" y="289711"/>
                </a:lnTo>
                <a:lnTo>
                  <a:pt x="10030665" y="291358"/>
                </a:lnTo>
                <a:lnTo>
                  <a:pt x="10086083" y="292324"/>
                </a:lnTo>
                <a:lnTo>
                  <a:pt x="10141501" y="292604"/>
                </a:lnTo>
                <a:lnTo>
                  <a:pt x="10196919" y="292196"/>
                </a:lnTo>
                <a:lnTo>
                  <a:pt x="10252338" y="291104"/>
                </a:lnTo>
                <a:lnTo>
                  <a:pt x="10307756" y="289331"/>
                </a:lnTo>
                <a:lnTo>
                  <a:pt x="10363174" y="286887"/>
                </a:lnTo>
                <a:lnTo>
                  <a:pt x="10418592" y="283783"/>
                </a:lnTo>
                <a:lnTo>
                  <a:pt x="10474010" y="280033"/>
                </a:lnTo>
                <a:lnTo>
                  <a:pt x="10529428" y="275655"/>
                </a:lnTo>
                <a:lnTo>
                  <a:pt x="10584846" y="270669"/>
                </a:lnTo>
                <a:lnTo>
                  <a:pt x="10640264" y="265099"/>
                </a:lnTo>
                <a:lnTo>
                  <a:pt x="10695682" y="258972"/>
                </a:lnTo>
                <a:lnTo>
                  <a:pt x="10751100" y="252315"/>
                </a:lnTo>
                <a:lnTo>
                  <a:pt x="10806518" y="245160"/>
                </a:lnTo>
                <a:lnTo>
                  <a:pt x="10861936" y="237541"/>
                </a:lnTo>
                <a:lnTo>
                  <a:pt x="10917354" y="229494"/>
                </a:lnTo>
                <a:lnTo>
                  <a:pt x="10972772" y="221056"/>
                </a:lnTo>
                <a:lnTo>
                  <a:pt x="11028190" y="212267"/>
                </a:lnTo>
                <a:lnTo>
                  <a:pt x="11083608" y="203168"/>
                </a:lnTo>
                <a:lnTo>
                  <a:pt x="11139026" y="193801"/>
                </a:lnTo>
                <a:lnTo>
                  <a:pt x="11194444" y="184212"/>
                </a:lnTo>
                <a:lnTo>
                  <a:pt x="11249862" y="174445"/>
                </a:lnTo>
                <a:lnTo>
                  <a:pt x="11305280" y="164546"/>
                </a:lnTo>
                <a:lnTo>
                  <a:pt x="11360698" y="154561"/>
                </a:lnTo>
                <a:lnTo>
                  <a:pt x="11416116" y="144537"/>
                </a:lnTo>
                <a:lnTo>
                  <a:pt x="11471534" y="134521"/>
                </a:lnTo>
                <a:lnTo>
                  <a:pt x="11526953" y="124561"/>
                </a:lnTo>
                <a:lnTo>
                  <a:pt x="11582371" y="114703"/>
                </a:lnTo>
                <a:lnTo>
                  <a:pt x="11637789" y="104994"/>
                </a:lnTo>
                <a:lnTo>
                  <a:pt x="11693207" y="95478"/>
                </a:lnTo>
                <a:lnTo>
                  <a:pt x="11748625" y="86201"/>
                </a:lnTo>
                <a:lnTo>
                  <a:pt x="11804043" y="77206"/>
                </a:lnTo>
                <a:lnTo>
                  <a:pt x="11859461" y="68536"/>
                </a:lnTo>
                <a:lnTo>
                  <a:pt x="11914879" y="60231"/>
                </a:lnTo>
                <a:lnTo>
                  <a:pt x="11970297" y="52330"/>
                </a:lnTo>
                <a:lnTo>
                  <a:pt x="12025715" y="44871"/>
                </a:lnTo>
                <a:lnTo>
                  <a:pt x="12081133" y="37888"/>
                </a:lnTo>
                <a:lnTo>
                  <a:pt x="12136551" y="31414"/>
                </a:lnTo>
                <a:lnTo>
                  <a:pt x="12191969" y="2548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2615184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3685032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 H A P T 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957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频率轴信号与 FFT 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4670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Frequency-Axis Signal &amp; FFT Decoding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77056"/>
            <a:ext cx="7680960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078224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对每个相机像素，D[k] 的</a:t>
            </a:r>
            <a:r>
              <a:rPr sz="13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相位旋转速度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正比于投影仪坐标；FFT 就是把「旋转速度」测出来的工具。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频率轴信号与 FFT 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15 /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三 · 频率轴信号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什么叫「沿频率轴的一维复信号」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固定一个相机像素，把所有频率上的复数 D[k] 排成一列，就得到这条信号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三 · 频率轴信号与 FFT 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16 / 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单像素信号与它的频谱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11094689" cy="687699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signal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[:, 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       </a:t>
            </a:r>
            <a:r>
              <a:rPr sz="11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长度 M 的一维复信号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signal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1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</a:t>
            </a:r>
            <a:r>
              <a:rPr sz="11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沿频率轴做 FFT（源码中为 axis=0）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1715"/>
            <a:ext cx="5410184" cy="1384366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1715"/>
            <a:ext cx="50292" cy="138436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266307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从图像空间到频率轴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32067"/>
            <a:ext cx="4989560" cy="817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固定像素 (x, y)，取 signal = D[:, y, x]，得到长度 M 的一维复数序列。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144" y="3101715"/>
            <a:ext cx="5410184" cy="1384366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44" y="3101715"/>
            <a:ext cx="50292" cy="138436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0888" y="3266307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自变量是频率编号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888" y="3632067"/>
            <a:ext cx="4989560" cy="817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序列下标 k = 0…M−1 对应频率 f_k = s·k，而不是图像的行或列。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8961"/>
            <a:ext cx="5410184" cy="1384366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668961"/>
            <a:ext cx="50292" cy="138436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833553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每个像素各有自己的信号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199313"/>
            <a:ext cx="4989560" cy="817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整幅图有 Hc×Wc 条独立信号，解码就是对它们逐条做同样的处理。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144" y="4668961"/>
            <a:ext cx="5410184" cy="1384366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144" y="4668961"/>
            <a:ext cx="50292" cy="1384366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0888" y="4833553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维度顺序不能弄反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0888" y="5199313"/>
            <a:ext cx="4989560" cy="817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复数数组 D 的形状是 (M, Hc, Wc)：axis=0 是频率轴，不是图像空间轴。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三 · 编码原理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投影仪坐标 = 相位的旋转速度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相位随频率编号线性增长，增长速率由投影仪坐标唯一决定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三 · 频率轴信号与 FFT 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17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786384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1965960"/>
            <a:ext cx="50292" cy="62179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883664"/>
            <a:ext cx="1072892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D[k] ≈ A · exp( j · 2π · s · k · uₚ / N 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43200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43200"/>
            <a:ext cx="992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符号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0392" y="2743200"/>
            <a:ext cx="5188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7888" y="2743200"/>
            <a:ext cx="42557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取值来源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49300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108960"/>
            <a:ext cx="992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0392" y="3108960"/>
            <a:ext cx="5188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frequency_step，频率步长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7888" y="3108960"/>
            <a:ext cx="42557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配置项 FREQUENCY_STEP，1.0 或 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93008"/>
            <a:ext cx="11094689" cy="38404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8640" y="387705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3493008"/>
            <a:ext cx="992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0392" y="3493008"/>
            <a:ext cx="5188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频率编号 0 … M−1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7888" y="3493008"/>
            <a:ext cx="42557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图像序列中的第 k 组四步相移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426110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3877056"/>
            <a:ext cx="992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uₚ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0392" y="3877056"/>
            <a:ext cx="5188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该像素对应的投影仪坐标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7888" y="3877056"/>
            <a:ext cx="42557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★ 待解目标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61104"/>
            <a:ext cx="11094689" cy="38404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48640" y="464515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4261104"/>
            <a:ext cx="992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0392" y="4261104"/>
            <a:ext cx="5188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proj_dim，该方向投影仪分辨率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7888" y="4261104"/>
            <a:ext cx="42557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hor → 1080（高），ver → 1920（宽）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46320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读这个公式时最容易错的地方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关键判断：分母是 N（投影仪坐标的归一化周期），不是采集频率数 M。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uₚ 越大 → 每增加一个频率相位转得越快 → 信号在频率轴上「振荡」得越急。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解码任务：Δθ = 相邻频率的相位增量 = 2π·s·uₚ/N，斜率正比于 uₚ/N —— 测出这个旋转速率即可换回坐标。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三 · FFT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FFT 的每个 bin 都在测试一种候选旋转速度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把信号反向旋转一个候选速率，同向则叠加成峰，不同向则相互抵消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三 · 频率轴信号与 FFT 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18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358384" cy="73152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1965960"/>
            <a:ext cx="50292" cy="5669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883664"/>
            <a:ext cx="49926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C[q] = Σ_k  D[k] · exp( −j·2π·q·k / L 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883664"/>
            <a:ext cx="5349240" cy="73152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965960"/>
            <a:ext cx="50292" cy="5669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1883664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测试的斜率   β_q = q / 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24912"/>
            <a:ext cx="5358384" cy="9617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798064"/>
            <a:ext cx="50292" cy="8154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8437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匹配时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108960"/>
            <a:ext cx="4937760" cy="5045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反向旋转项与信号相位精确抵消，所有 D[k] 变成同方向向量，相加得到最大幅值主峰。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33012"/>
            <a:ext cx="5358384" cy="9617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06164"/>
            <a:ext cx="50292" cy="8154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9518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不匹配时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217060"/>
            <a:ext cx="4937760" cy="5045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残余相位 2π(uₚ−q)k/N ≠ 0 随 k 增大而旋转，复数相加互相抵消，幅值很小。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2724912"/>
            <a:ext cx="5349240" cy="9617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2798064"/>
            <a:ext cx="50292" cy="81549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8437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所以峰值位置就是坐标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108960"/>
            <a:ext cx="4928616" cy="5045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argmax|C| 的 bin 编号即候选速率中最接近真实 uₚ 的那个。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3833012"/>
            <a:ext cx="5349240" cy="9617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3906164"/>
            <a:ext cx="50292" cy="81549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9518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这一步不需要迭代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217060"/>
            <a:ext cx="4928616" cy="5045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一次 FFT 同时评价所有候选 q，是整条链路唯一的「搜索」动作。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232958"/>
            <a:ext cx="11094689" cy="820369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一句话总结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一句话：频谱峰值位置 = 投影仪坐标。这句话的成立前提是 FFT 长度与频率步长匹配（见第五章）。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三 · 数学细节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为什么 q = uₚ 时会出现最大峰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把 D[k] 代进 FFT 定义式，指数上只剩一个与 k 成正比的残余相位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三 · 频率轴信号与 FFT 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19 / 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推导（N = proj_dim，M = 频率数）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11094689" cy="2066544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代入 D[k] = A·exp(j·2π·s·k·uₚ / N)，取 L = N、s = 1 的简单情形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Σ_{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}^{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}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·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·2π·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·(uₚ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/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情况 1：q = uₚ  → 指数项 = exp(j·0) = 1，每一项都同向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[uₚ]|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· |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|        ← 最大峰（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项同相叠加）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情况 2：q ≠ uₚ → 残余相位 2π·(uₚ-q)·k/N ≠ 0，随 k 递增而旋转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         复数向量在单位圆上均匀铺开 → 相互抵消 → |C[q]| 很小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29124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从推导能直接读出的三件事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「同相叠加」是全部直觉的来源：对齐时 M 项相加，不对齐时 M 项相消。这也解释了为什么 M 越大峰越尖、抗噪越强。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注意 uₚ 与 q 都是整数时，N 点 FFT 的网格里恰好包含 q = uₚ，因此峰值可以取到精确坐标。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若 N 与 L 不匹配，q = uₚ 这个 bin 根本不存在，峰值只能落到最近的 bin 上 —— 这就是量化阶梯的来源。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三 · 代码语义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三行 numpy 分别对应什么语义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np.fft.fft / np.abs / np.argmax 一一对应公式中的三个动作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三 · 频率轴信号与 FFT 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20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367341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241" y="1883664"/>
            <a:ext cx="1921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对应数学量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2321" y="1883664"/>
            <a:ext cx="4841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语义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70662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2249424"/>
            <a:ext cx="367341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np.fft.fft(signal, n=fft_length)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241" y="2249424"/>
            <a:ext cx="1921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C[q]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2321" y="2249424"/>
            <a:ext cx="4841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一次性测试全部候选旋转速度，得到整条频谱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06624"/>
            <a:ext cx="11094689" cy="45720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8640" y="316382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2706624"/>
            <a:ext cx="367341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np.abs(C)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1241" y="2706624"/>
            <a:ext cx="1921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|C[q]|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2321" y="2706624"/>
            <a:ext cx="4841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计算每个候选的对齐强度（只看幅值，不看相位）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62102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163824"/>
            <a:ext cx="367341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np.argmax(...)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1241" y="3163824"/>
            <a:ext cx="1921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argmax |C[q]|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2321" y="3163824"/>
            <a:ext cx="4841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选出对齐最强的候选 bin → 投影仪坐标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21024"/>
            <a:ext cx="11094689" cy="45720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48640" y="407822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621024"/>
            <a:ext cx="367341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np.max(...) / fft_length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1241" y="3621024"/>
            <a:ext cx="1921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归一化峰值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321" y="3621024"/>
            <a:ext cx="4841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作为该像素的置信度 / 质量指标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79392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主线代码（FSM_decode_core.py:1144-1157 摘录）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590288"/>
            <a:ext cx="11094689" cy="1029187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D_block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对所有候选 q 求值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C_magnitude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abs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                 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对齐强度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freq_index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argmax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峰值 bin = 投影仪坐标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/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归一化置信度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三 · 流程收口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单像素解码的完整流程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读四步灰度 → 差分构造复信号 → 沿频率轴 FFT → 取峰值作为坐标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三 · 频率轴信号与 FFT 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21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635754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34539"/>
            <a:ext cx="16357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读 4 张相移图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39258" y="2139696"/>
            <a:ext cx="146304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40426" y="1883664"/>
            <a:ext cx="1635754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40426" y="2034539"/>
            <a:ext cx="16357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差分 Dc / 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31045" y="2139696"/>
            <a:ext cx="146304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32213" y="1883664"/>
            <a:ext cx="1635754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2213" y="2034539"/>
            <a:ext cx="16357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合成复数 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22832" y="2139696"/>
            <a:ext cx="146304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24000" y="1883664"/>
            <a:ext cx="1635754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4000" y="2034539"/>
            <a:ext cx="16357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沿频率轴 FFT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14619" y="2139696"/>
            <a:ext cx="146304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15787" y="1883664"/>
            <a:ext cx="1635754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5787" y="2034539"/>
            <a:ext cx="16357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取峰值 bin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06406" y="2139696"/>
            <a:ext cx="146304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07574" y="1883664"/>
            <a:ext cx="1635754" cy="512064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07574" y="2034539"/>
            <a:ext cx="16357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乘 coord_scale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70048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完整伪代码（与 FSM_decode_core.py 一致）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980944"/>
            <a:ext cx="11094689" cy="2706624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signal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[]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0°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90°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180°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270°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signal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+ 1j * 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频率轴复信号 D[k]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signal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频谱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mag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abs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)[: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裁掉负频率区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argmax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mag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    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峰值 bin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投影仪坐标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quality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mag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/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置信度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三 · 质量图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peak 图：解码质量的置信度图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peak = max|C| / fft_length，值越大表示主峰越突出、解码越可信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三 · 频率轴信号与 FFT 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22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3551925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56816"/>
            <a:ext cx="50292" cy="10241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75104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&gt;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14016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主峰明显、压过旁瓣，优先保留该像素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21" y="1883664"/>
            <a:ext cx="3551925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21" y="1956816"/>
            <a:ext cx="50292" cy="10241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2901" y="1975104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0.5 –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2901" y="2414016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中等可用，需结合邻域一致性与几何检查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1403" y="1883664"/>
            <a:ext cx="3551925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1403" y="1956816"/>
            <a:ext cx="50292" cy="10241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4283" y="1975104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≤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4283" y="2414016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主峰不突出、易误匹配，建议过滤后再重建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91840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怎么用它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peak 的分母是 fft_length 而不是 M，因此它是「幅值 / FFT 点数」的归一化量，与频率数 M 无关。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主线代码在重建前用 PEAK_LIMIT（重建 example 中为 0.8）过滤低质量像素，避免错误对应关系进入三角化。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常见低峰值成因：高反光导致主峰分裂、遮挡边界混合信号、多路径干扰、曝光不足导致信噪比下降。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98923"/>
            <a:ext cx="11094689" cy="841248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ty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ey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tx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/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FSM_decode_core.py:1157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10915"/>
            <a:ext cx="12191969" cy="438905"/>
          </a:xfrm>
          <a:custGeom>
            <a:avLst/>
            <a:gdLst/>
            <a:ahLst/>
            <a:cxnLst/>
            <a:rect l="l" t="t" r="r" b="b"/>
            <a:pathLst>
              <a:path w="12191969" h="438905">
                <a:moveTo>
                  <a:pt x="0" y="304913"/>
                </a:moveTo>
                <a:lnTo>
                  <a:pt x="55418" y="318556"/>
                </a:lnTo>
                <a:lnTo>
                  <a:pt x="110836" y="331734"/>
                </a:lnTo>
                <a:lnTo>
                  <a:pt x="166254" y="344385"/>
                </a:lnTo>
                <a:lnTo>
                  <a:pt x="221672" y="356449"/>
                </a:lnTo>
                <a:lnTo>
                  <a:pt x="277090" y="367869"/>
                </a:lnTo>
                <a:lnTo>
                  <a:pt x="332508" y="378593"/>
                </a:lnTo>
                <a:lnTo>
                  <a:pt x="387926" y="388569"/>
                </a:lnTo>
                <a:lnTo>
                  <a:pt x="443344" y="397751"/>
                </a:lnTo>
                <a:lnTo>
                  <a:pt x="498762" y="406095"/>
                </a:lnTo>
                <a:lnTo>
                  <a:pt x="554180" y="413563"/>
                </a:lnTo>
                <a:lnTo>
                  <a:pt x="609598" y="420119"/>
                </a:lnTo>
                <a:lnTo>
                  <a:pt x="665016" y="425733"/>
                </a:lnTo>
                <a:lnTo>
                  <a:pt x="720434" y="430378"/>
                </a:lnTo>
                <a:lnTo>
                  <a:pt x="775852" y="434033"/>
                </a:lnTo>
                <a:lnTo>
                  <a:pt x="831270" y="436680"/>
                </a:lnTo>
                <a:lnTo>
                  <a:pt x="886688" y="438306"/>
                </a:lnTo>
                <a:lnTo>
                  <a:pt x="942106" y="438905"/>
                </a:lnTo>
                <a:lnTo>
                  <a:pt x="997524" y="438473"/>
                </a:lnTo>
                <a:lnTo>
                  <a:pt x="1052942" y="437013"/>
                </a:lnTo>
                <a:lnTo>
                  <a:pt x="1108360" y="434530"/>
                </a:lnTo>
                <a:lnTo>
                  <a:pt x="1163778" y="431038"/>
                </a:lnTo>
                <a:lnTo>
                  <a:pt x="1219196" y="426552"/>
                </a:lnTo>
                <a:lnTo>
                  <a:pt x="1274614" y="421093"/>
                </a:lnTo>
                <a:lnTo>
                  <a:pt x="1330033" y="414688"/>
                </a:lnTo>
                <a:lnTo>
                  <a:pt x="1385451" y="407365"/>
                </a:lnTo>
                <a:lnTo>
                  <a:pt x="1440869" y="399160"/>
                </a:lnTo>
                <a:lnTo>
                  <a:pt x="1496287" y="390111"/>
                </a:lnTo>
                <a:lnTo>
                  <a:pt x="1551705" y="380260"/>
                </a:lnTo>
                <a:lnTo>
                  <a:pt x="1607123" y="369655"/>
                </a:lnTo>
                <a:lnTo>
                  <a:pt x="1662541" y="358344"/>
                </a:lnTo>
                <a:lnTo>
                  <a:pt x="1717959" y="346380"/>
                </a:lnTo>
                <a:lnTo>
                  <a:pt x="1773377" y="333820"/>
                </a:lnTo>
                <a:lnTo>
                  <a:pt x="1828795" y="320724"/>
                </a:lnTo>
                <a:lnTo>
                  <a:pt x="1884213" y="307151"/>
                </a:lnTo>
                <a:lnTo>
                  <a:pt x="1939631" y="293167"/>
                </a:lnTo>
                <a:lnTo>
                  <a:pt x="1995049" y="278837"/>
                </a:lnTo>
                <a:lnTo>
                  <a:pt x="2050467" y="264228"/>
                </a:lnTo>
                <a:lnTo>
                  <a:pt x="2105885" y="249408"/>
                </a:lnTo>
                <a:lnTo>
                  <a:pt x="2161303" y="234448"/>
                </a:lnTo>
                <a:lnTo>
                  <a:pt x="2216721" y="219417"/>
                </a:lnTo>
                <a:lnTo>
                  <a:pt x="2272139" y="204387"/>
                </a:lnTo>
                <a:lnTo>
                  <a:pt x="2327557" y="189427"/>
                </a:lnTo>
                <a:lnTo>
                  <a:pt x="2382975" y="174608"/>
                </a:lnTo>
                <a:lnTo>
                  <a:pt x="2438393" y="160000"/>
                </a:lnTo>
                <a:lnTo>
                  <a:pt x="2493811" y="145671"/>
                </a:lnTo>
                <a:lnTo>
                  <a:pt x="2549229" y="131689"/>
                </a:lnTo>
                <a:lnTo>
                  <a:pt x="2604648" y="118119"/>
                </a:lnTo>
                <a:lnTo>
                  <a:pt x="2660066" y="105024"/>
                </a:lnTo>
                <a:lnTo>
                  <a:pt x="2715484" y="92467"/>
                </a:lnTo>
                <a:lnTo>
                  <a:pt x="2770902" y="80507"/>
                </a:lnTo>
                <a:lnTo>
                  <a:pt x="2826320" y="69199"/>
                </a:lnTo>
                <a:lnTo>
                  <a:pt x="2881738" y="58596"/>
                </a:lnTo>
                <a:lnTo>
                  <a:pt x="2937156" y="48750"/>
                </a:lnTo>
                <a:lnTo>
                  <a:pt x="2992574" y="39704"/>
                </a:lnTo>
                <a:lnTo>
                  <a:pt x="3047992" y="31503"/>
                </a:lnTo>
                <a:lnTo>
                  <a:pt x="3103410" y="24185"/>
                </a:lnTo>
                <a:lnTo>
                  <a:pt x="3158828" y="17784"/>
                </a:lnTo>
                <a:lnTo>
                  <a:pt x="3214246" y="12330"/>
                </a:lnTo>
                <a:lnTo>
                  <a:pt x="3269664" y="7848"/>
                </a:lnTo>
                <a:lnTo>
                  <a:pt x="3325082" y="4360"/>
                </a:lnTo>
                <a:lnTo>
                  <a:pt x="3380500" y="1883"/>
                </a:lnTo>
                <a:lnTo>
                  <a:pt x="3435918" y="427"/>
                </a:lnTo>
                <a:lnTo>
                  <a:pt x="3491336" y="0"/>
                </a:lnTo>
                <a:lnTo>
                  <a:pt x="3546754" y="604"/>
                </a:lnTo>
                <a:lnTo>
                  <a:pt x="3602172" y="2235"/>
                </a:lnTo>
                <a:lnTo>
                  <a:pt x="3657590" y="4887"/>
                </a:lnTo>
                <a:lnTo>
                  <a:pt x="3713008" y="8546"/>
                </a:lnTo>
                <a:lnTo>
                  <a:pt x="3768426" y="13196"/>
                </a:lnTo>
                <a:lnTo>
                  <a:pt x="3823844" y="18814"/>
                </a:lnTo>
                <a:lnTo>
                  <a:pt x="3879263" y="25375"/>
                </a:lnTo>
                <a:lnTo>
                  <a:pt x="3934681" y="32847"/>
                </a:lnTo>
                <a:lnTo>
                  <a:pt x="3990099" y="41196"/>
                </a:lnTo>
                <a:lnTo>
                  <a:pt x="4045517" y="50381"/>
                </a:lnTo>
                <a:lnTo>
                  <a:pt x="4100935" y="60361"/>
                </a:lnTo>
                <a:lnTo>
                  <a:pt x="4156353" y="71088"/>
                </a:lnTo>
                <a:lnTo>
                  <a:pt x="4211771" y="82512"/>
                </a:lnTo>
                <a:lnTo>
                  <a:pt x="4267189" y="94578"/>
                </a:lnTo>
                <a:lnTo>
                  <a:pt x="4322607" y="107232"/>
                </a:lnTo>
                <a:lnTo>
                  <a:pt x="4378025" y="120412"/>
                </a:lnTo>
                <a:lnTo>
                  <a:pt x="4433443" y="134057"/>
                </a:lnTo>
                <a:lnTo>
                  <a:pt x="4488861" y="148104"/>
                </a:lnTo>
                <a:lnTo>
                  <a:pt x="4544279" y="162485"/>
                </a:lnTo>
                <a:lnTo>
                  <a:pt x="4599697" y="177135"/>
                </a:lnTo>
                <a:lnTo>
                  <a:pt x="4655115" y="191982"/>
                </a:lnTo>
                <a:lnTo>
                  <a:pt x="4710533" y="206959"/>
                </a:lnTo>
                <a:lnTo>
                  <a:pt x="4765951" y="221995"/>
                </a:lnTo>
                <a:lnTo>
                  <a:pt x="4821369" y="237018"/>
                </a:lnTo>
                <a:lnTo>
                  <a:pt x="4876787" y="251960"/>
                </a:lnTo>
                <a:lnTo>
                  <a:pt x="4932205" y="266748"/>
                </a:lnTo>
                <a:lnTo>
                  <a:pt x="4987623" y="281314"/>
                </a:lnTo>
                <a:lnTo>
                  <a:pt x="5043041" y="295590"/>
                </a:lnTo>
                <a:lnTo>
                  <a:pt x="5098459" y="309508"/>
                </a:lnTo>
                <a:lnTo>
                  <a:pt x="5153878" y="323004"/>
                </a:lnTo>
                <a:lnTo>
                  <a:pt x="5209296" y="336013"/>
                </a:lnTo>
                <a:lnTo>
                  <a:pt x="5264714" y="348474"/>
                </a:lnTo>
                <a:lnTo>
                  <a:pt x="5320132" y="360330"/>
                </a:lnTo>
                <a:lnTo>
                  <a:pt x="5375550" y="371524"/>
                </a:lnTo>
                <a:lnTo>
                  <a:pt x="5430968" y="382003"/>
                </a:lnTo>
                <a:lnTo>
                  <a:pt x="5486386" y="391720"/>
                </a:lnTo>
                <a:lnTo>
                  <a:pt x="5541804" y="400627"/>
                </a:lnTo>
                <a:lnTo>
                  <a:pt x="5597222" y="408684"/>
                </a:lnTo>
                <a:lnTo>
                  <a:pt x="5652640" y="415851"/>
                </a:lnTo>
                <a:lnTo>
                  <a:pt x="5708058" y="422097"/>
                </a:lnTo>
                <a:lnTo>
                  <a:pt x="5763476" y="427391"/>
                </a:lnTo>
                <a:lnTo>
                  <a:pt x="5818894" y="431708"/>
                </a:lnTo>
                <a:lnTo>
                  <a:pt x="5874312" y="435028"/>
                </a:lnTo>
                <a:lnTo>
                  <a:pt x="5929730" y="437336"/>
                </a:lnTo>
                <a:lnTo>
                  <a:pt x="5985148" y="438620"/>
                </a:lnTo>
                <a:lnTo>
                  <a:pt x="6040566" y="438876"/>
                </a:lnTo>
                <a:lnTo>
                  <a:pt x="6095984" y="438100"/>
                </a:lnTo>
                <a:lnTo>
                  <a:pt x="6151402" y="436298"/>
                </a:lnTo>
                <a:lnTo>
                  <a:pt x="6206820" y="433478"/>
                </a:lnTo>
                <a:lnTo>
                  <a:pt x="6262238" y="429652"/>
                </a:lnTo>
                <a:lnTo>
                  <a:pt x="6317656" y="424839"/>
                </a:lnTo>
                <a:lnTo>
                  <a:pt x="6373074" y="419062"/>
                </a:lnTo>
                <a:lnTo>
                  <a:pt x="6428493" y="412347"/>
                </a:lnTo>
                <a:lnTo>
                  <a:pt x="6483911" y="404726"/>
                </a:lnTo>
                <a:lnTo>
                  <a:pt x="6539329" y="396236"/>
                </a:lnTo>
                <a:lnTo>
                  <a:pt x="6594747" y="386914"/>
                </a:lnTo>
                <a:lnTo>
                  <a:pt x="6650165" y="376807"/>
                </a:lnTo>
                <a:lnTo>
                  <a:pt x="6705583" y="365960"/>
                </a:lnTo>
                <a:lnTo>
                  <a:pt x="6761001" y="354425"/>
                </a:lnTo>
                <a:lnTo>
                  <a:pt x="6816419" y="342257"/>
                </a:lnTo>
                <a:lnTo>
                  <a:pt x="6871837" y="329512"/>
                </a:lnTo>
                <a:lnTo>
                  <a:pt x="6927255" y="316249"/>
                </a:lnTo>
                <a:lnTo>
                  <a:pt x="6982673" y="302533"/>
                </a:lnTo>
                <a:lnTo>
                  <a:pt x="7038091" y="288426"/>
                </a:lnTo>
                <a:lnTo>
                  <a:pt x="7093509" y="273995"/>
                </a:lnTo>
                <a:lnTo>
                  <a:pt x="7148927" y="259308"/>
                </a:lnTo>
                <a:lnTo>
                  <a:pt x="7204345" y="244434"/>
                </a:lnTo>
                <a:lnTo>
                  <a:pt x="7259763" y="229442"/>
                </a:lnTo>
                <a:lnTo>
                  <a:pt x="7315181" y="214404"/>
                </a:lnTo>
                <a:lnTo>
                  <a:pt x="7370599" y="199389"/>
                </a:lnTo>
                <a:lnTo>
                  <a:pt x="7426017" y="184468"/>
                </a:lnTo>
                <a:lnTo>
                  <a:pt x="7481435" y="169712"/>
                </a:lnTo>
                <a:lnTo>
                  <a:pt x="7536853" y="155189"/>
                </a:lnTo>
                <a:lnTo>
                  <a:pt x="7592271" y="140969"/>
                </a:lnTo>
                <a:lnTo>
                  <a:pt x="7647689" y="127116"/>
                </a:lnTo>
                <a:lnTo>
                  <a:pt x="7703108" y="113698"/>
                </a:lnTo>
                <a:lnTo>
                  <a:pt x="7758526" y="100776"/>
                </a:lnTo>
                <a:lnTo>
                  <a:pt x="7813944" y="88411"/>
                </a:lnTo>
                <a:lnTo>
                  <a:pt x="7869362" y="76662"/>
                </a:lnTo>
                <a:lnTo>
                  <a:pt x="7924780" y="65584"/>
                </a:lnTo>
                <a:lnTo>
                  <a:pt x="7980198" y="55228"/>
                </a:lnTo>
                <a:lnTo>
                  <a:pt x="8035616" y="45643"/>
                </a:lnTo>
                <a:lnTo>
                  <a:pt x="8091034" y="36875"/>
                </a:lnTo>
                <a:lnTo>
                  <a:pt x="8146452" y="28964"/>
                </a:lnTo>
                <a:lnTo>
                  <a:pt x="8201870" y="21948"/>
                </a:lnTo>
                <a:lnTo>
                  <a:pt x="8257288" y="15859"/>
                </a:lnTo>
                <a:lnTo>
                  <a:pt x="8312706" y="10727"/>
                </a:lnTo>
                <a:lnTo>
                  <a:pt x="8368124" y="6574"/>
                </a:lnTo>
                <a:lnTo>
                  <a:pt x="8423542" y="3422"/>
                </a:lnTo>
                <a:lnTo>
                  <a:pt x="8478960" y="1284"/>
                </a:lnTo>
                <a:lnTo>
                  <a:pt x="8534378" y="170"/>
                </a:lnTo>
                <a:lnTo>
                  <a:pt x="8589796" y="87"/>
                </a:lnTo>
                <a:lnTo>
                  <a:pt x="8645214" y="1034"/>
                </a:lnTo>
                <a:lnTo>
                  <a:pt x="8700632" y="3006"/>
                </a:lnTo>
                <a:lnTo>
                  <a:pt x="8756050" y="5995"/>
                </a:lnTo>
                <a:lnTo>
                  <a:pt x="8811468" y="9987"/>
                </a:lnTo>
                <a:lnTo>
                  <a:pt x="8866886" y="14962"/>
                </a:lnTo>
                <a:lnTo>
                  <a:pt x="8922304" y="20898"/>
                </a:lnTo>
                <a:lnTo>
                  <a:pt x="8977723" y="27766"/>
                </a:lnTo>
                <a:lnTo>
                  <a:pt x="9033141" y="35534"/>
                </a:lnTo>
                <a:lnTo>
                  <a:pt x="9088559" y="44166"/>
                </a:lnTo>
                <a:lnTo>
                  <a:pt x="9143977" y="53622"/>
                </a:lnTo>
                <a:lnTo>
                  <a:pt x="9199395" y="63856"/>
                </a:lnTo>
                <a:lnTo>
                  <a:pt x="9254813" y="74821"/>
                </a:lnTo>
                <a:lnTo>
                  <a:pt x="9310231" y="86465"/>
                </a:lnTo>
                <a:lnTo>
                  <a:pt x="9365649" y="98734"/>
                </a:lnTo>
                <a:lnTo>
                  <a:pt x="9421067" y="111570"/>
                </a:lnTo>
                <a:lnTo>
                  <a:pt x="9476485" y="124912"/>
                </a:lnTo>
                <a:lnTo>
                  <a:pt x="9531903" y="138698"/>
                </a:lnTo>
                <a:lnTo>
                  <a:pt x="9587321" y="152864"/>
                </a:lnTo>
                <a:lnTo>
                  <a:pt x="9642739" y="167342"/>
                </a:lnTo>
                <a:lnTo>
                  <a:pt x="9698157" y="182065"/>
                </a:lnTo>
                <a:lnTo>
                  <a:pt x="9753575" y="196964"/>
                </a:lnTo>
                <a:lnTo>
                  <a:pt x="9808993" y="211968"/>
                </a:lnTo>
                <a:lnTo>
                  <a:pt x="9864411" y="227008"/>
                </a:lnTo>
                <a:lnTo>
                  <a:pt x="9919829" y="242011"/>
                </a:lnTo>
                <a:lnTo>
                  <a:pt x="9975247" y="256909"/>
                </a:lnTo>
                <a:lnTo>
                  <a:pt x="10030665" y="271631"/>
                </a:lnTo>
                <a:lnTo>
                  <a:pt x="10086083" y="286109"/>
                </a:lnTo>
                <a:lnTo>
                  <a:pt x="10141501" y="300272"/>
                </a:lnTo>
                <a:lnTo>
                  <a:pt x="10196919" y="314057"/>
                </a:lnTo>
                <a:lnTo>
                  <a:pt x="10252338" y="327397"/>
                </a:lnTo>
                <a:lnTo>
                  <a:pt x="10307756" y="340230"/>
                </a:lnTo>
                <a:lnTo>
                  <a:pt x="10363174" y="352496"/>
                </a:lnTo>
                <a:lnTo>
                  <a:pt x="10418592" y="364137"/>
                </a:lnTo>
                <a:lnTo>
                  <a:pt x="10474010" y="375099"/>
                </a:lnTo>
                <a:lnTo>
                  <a:pt x="10529428" y="385329"/>
                </a:lnTo>
                <a:lnTo>
                  <a:pt x="10584846" y="394781"/>
                </a:lnTo>
                <a:lnTo>
                  <a:pt x="10640264" y="403409"/>
                </a:lnTo>
                <a:lnTo>
                  <a:pt x="10695682" y="411173"/>
                </a:lnTo>
                <a:lnTo>
                  <a:pt x="10751100" y="418037"/>
                </a:lnTo>
                <a:lnTo>
                  <a:pt x="10806518" y="423968"/>
                </a:lnTo>
                <a:lnTo>
                  <a:pt x="10861936" y="428939"/>
                </a:lnTo>
                <a:lnTo>
                  <a:pt x="10917354" y="432926"/>
                </a:lnTo>
                <a:lnTo>
                  <a:pt x="10972772" y="435910"/>
                </a:lnTo>
                <a:lnTo>
                  <a:pt x="11028190" y="437878"/>
                </a:lnTo>
                <a:lnTo>
                  <a:pt x="11083608" y="438820"/>
                </a:lnTo>
                <a:lnTo>
                  <a:pt x="11139026" y="438732"/>
                </a:lnTo>
                <a:lnTo>
                  <a:pt x="11194444" y="437614"/>
                </a:lnTo>
                <a:lnTo>
                  <a:pt x="11249862" y="435471"/>
                </a:lnTo>
                <a:lnTo>
                  <a:pt x="11305280" y="432314"/>
                </a:lnTo>
                <a:lnTo>
                  <a:pt x="11360698" y="428157"/>
                </a:lnTo>
                <a:lnTo>
                  <a:pt x="11416116" y="423020"/>
                </a:lnTo>
                <a:lnTo>
                  <a:pt x="11471534" y="416926"/>
                </a:lnTo>
                <a:lnTo>
                  <a:pt x="11526953" y="409906"/>
                </a:lnTo>
                <a:lnTo>
                  <a:pt x="11582371" y="401991"/>
                </a:lnTo>
                <a:lnTo>
                  <a:pt x="11637789" y="393219"/>
                </a:lnTo>
                <a:lnTo>
                  <a:pt x="11693207" y="383630"/>
                </a:lnTo>
                <a:lnTo>
                  <a:pt x="11748625" y="373271"/>
                </a:lnTo>
                <a:lnTo>
                  <a:pt x="11804043" y="362189"/>
                </a:lnTo>
                <a:lnTo>
                  <a:pt x="11859461" y="350437"/>
                </a:lnTo>
                <a:lnTo>
                  <a:pt x="11914879" y="338070"/>
                </a:lnTo>
                <a:lnTo>
                  <a:pt x="11970297" y="325145"/>
                </a:lnTo>
                <a:lnTo>
                  <a:pt x="12025715" y="311725"/>
                </a:lnTo>
                <a:lnTo>
                  <a:pt x="12081133" y="297870"/>
                </a:lnTo>
                <a:lnTo>
                  <a:pt x="12136551" y="283648"/>
                </a:lnTo>
                <a:lnTo>
                  <a:pt x="12191969" y="269124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559553"/>
            <a:ext cx="12191969" cy="292604"/>
          </a:xfrm>
          <a:custGeom>
            <a:avLst/>
            <a:gdLst/>
            <a:ahLst/>
            <a:cxnLst/>
            <a:rect l="l" t="t" r="r" b="b"/>
            <a:pathLst>
              <a:path w="12191969" h="292604">
                <a:moveTo>
                  <a:pt x="0" y="292544"/>
                </a:moveTo>
                <a:lnTo>
                  <a:pt x="55418" y="291908"/>
                </a:lnTo>
                <a:lnTo>
                  <a:pt x="110836" y="290588"/>
                </a:lnTo>
                <a:lnTo>
                  <a:pt x="166254" y="288591"/>
                </a:lnTo>
                <a:lnTo>
                  <a:pt x="221672" y="285925"/>
                </a:lnTo>
                <a:lnTo>
                  <a:pt x="277090" y="282604"/>
                </a:lnTo>
                <a:lnTo>
                  <a:pt x="332508" y="278642"/>
                </a:lnTo>
                <a:lnTo>
                  <a:pt x="387926" y="274059"/>
                </a:lnTo>
                <a:lnTo>
                  <a:pt x="443344" y="268876"/>
                </a:lnTo>
                <a:lnTo>
                  <a:pt x="498762" y="263117"/>
                </a:lnTo>
                <a:lnTo>
                  <a:pt x="554180" y="256810"/>
                </a:lnTo>
                <a:lnTo>
                  <a:pt x="609598" y="249984"/>
                </a:lnTo>
                <a:lnTo>
                  <a:pt x="665016" y="242670"/>
                </a:lnTo>
                <a:lnTo>
                  <a:pt x="720434" y="234905"/>
                </a:lnTo>
                <a:lnTo>
                  <a:pt x="775852" y="226723"/>
                </a:lnTo>
                <a:lnTo>
                  <a:pt x="831270" y="218163"/>
                </a:lnTo>
                <a:lnTo>
                  <a:pt x="886688" y="209266"/>
                </a:lnTo>
                <a:lnTo>
                  <a:pt x="942106" y="200073"/>
                </a:lnTo>
                <a:lnTo>
                  <a:pt x="997524" y="190628"/>
                </a:lnTo>
                <a:lnTo>
                  <a:pt x="1052942" y="180974"/>
                </a:lnTo>
                <a:lnTo>
                  <a:pt x="1108360" y="171158"/>
                </a:lnTo>
                <a:lnTo>
                  <a:pt x="1163778" y="161225"/>
                </a:lnTo>
                <a:lnTo>
                  <a:pt x="1219196" y="151222"/>
                </a:lnTo>
                <a:lnTo>
                  <a:pt x="1274614" y="141195"/>
                </a:lnTo>
                <a:lnTo>
                  <a:pt x="1330033" y="131193"/>
                </a:lnTo>
                <a:lnTo>
                  <a:pt x="1385451" y="121262"/>
                </a:lnTo>
                <a:lnTo>
                  <a:pt x="1440869" y="111448"/>
                </a:lnTo>
                <a:lnTo>
                  <a:pt x="1496287" y="101798"/>
                </a:lnTo>
                <a:lnTo>
                  <a:pt x="1551705" y="92357"/>
                </a:lnTo>
                <a:lnTo>
                  <a:pt x="1607123" y="83169"/>
                </a:lnTo>
                <a:lnTo>
                  <a:pt x="1662541" y="74278"/>
                </a:lnTo>
                <a:lnTo>
                  <a:pt x="1717959" y="65725"/>
                </a:lnTo>
                <a:lnTo>
                  <a:pt x="1773377" y="57551"/>
                </a:lnTo>
                <a:lnTo>
                  <a:pt x="1828795" y="49793"/>
                </a:lnTo>
                <a:lnTo>
                  <a:pt x="1884213" y="42489"/>
                </a:lnTo>
                <a:lnTo>
                  <a:pt x="1939631" y="35672"/>
                </a:lnTo>
                <a:lnTo>
                  <a:pt x="1995049" y="29374"/>
                </a:lnTo>
                <a:lnTo>
                  <a:pt x="2050467" y="23626"/>
                </a:lnTo>
                <a:lnTo>
                  <a:pt x="2105885" y="18454"/>
                </a:lnTo>
                <a:lnTo>
                  <a:pt x="2161303" y="13883"/>
                </a:lnTo>
                <a:lnTo>
                  <a:pt x="2216721" y="9933"/>
                </a:lnTo>
                <a:lnTo>
                  <a:pt x="2272139" y="6624"/>
                </a:lnTo>
                <a:lnTo>
                  <a:pt x="2327557" y="3970"/>
                </a:lnTo>
                <a:lnTo>
                  <a:pt x="2382975" y="1986"/>
                </a:lnTo>
                <a:lnTo>
                  <a:pt x="2438393" y="679"/>
                </a:lnTo>
                <a:lnTo>
                  <a:pt x="2493811" y="56"/>
                </a:lnTo>
                <a:lnTo>
                  <a:pt x="2549229" y="119"/>
                </a:lnTo>
                <a:lnTo>
                  <a:pt x="2604648" y="869"/>
                </a:lnTo>
                <a:lnTo>
                  <a:pt x="2660066" y="2303"/>
                </a:lnTo>
                <a:lnTo>
                  <a:pt x="2715484" y="4412"/>
                </a:lnTo>
                <a:lnTo>
                  <a:pt x="2770902" y="7188"/>
                </a:lnTo>
                <a:lnTo>
                  <a:pt x="2826320" y="10618"/>
                </a:lnTo>
                <a:lnTo>
                  <a:pt x="2881738" y="14684"/>
                </a:lnTo>
                <a:lnTo>
                  <a:pt x="2937156" y="19369"/>
                </a:lnTo>
                <a:lnTo>
                  <a:pt x="2992574" y="24649"/>
                </a:lnTo>
                <a:lnTo>
                  <a:pt x="3047992" y="30502"/>
                </a:lnTo>
                <a:lnTo>
                  <a:pt x="3103410" y="36898"/>
                </a:lnTo>
                <a:lnTo>
                  <a:pt x="3158828" y="43807"/>
                </a:lnTo>
                <a:lnTo>
                  <a:pt x="3214246" y="51198"/>
                </a:lnTo>
                <a:lnTo>
                  <a:pt x="3269664" y="59036"/>
                </a:lnTo>
                <a:lnTo>
                  <a:pt x="3325082" y="67284"/>
                </a:lnTo>
                <a:lnTo>
                  <a:pt x="3380500" y="75903"/>
                </a:lnTo>
                <a:lnTo>
                  <a:pt x="3435918" y="84852"/>
                </a:lnTo>
                <a:lnTo>
                  <a:pt x="3491336" y="94090"/>
                </a:lnTo>
                <a:lnTo>
                  <a:pt x="3546754" y="103573"/>
                </a:lnTo>
                <a:lnTo>
                  <a:pt x="3602172" y="113257"/>
                </a:lnTo>
                <a:lnTo>
                  <a:pt x="3657590" y="123096"/>
                </a:lnTo>
                <a:lnTo>
                  <a:pt x="3713008" y="133044"/>
                </a:lnTo>
                <a:lnTo>
                  <a:pt x="3768426" y="143054"/>
                </a:lnTo>
                <a:lnTo>
                  <a:pt x="3823844" y="153080"/>
                </a:lnTo>
                <a:lnTo>
                  <a:pt x="3879263" y="163073"/>
                </a:lnTo>
                <a:lnTo>
                  <a:pt x="3934681" y="172988"/>
                </a:lnTo>
                <a:lnTo>
                  <a:pt x="3990099" y="182778"/>
                </a:lnTo>
                <a:lnTo>
                  <a:pt x="4045517" y="192396"/>
                </a:lnTo>
                <a:lnTo>
                  <a:pt x="4100935" y="201798"/>
                </a:lnTo>
                <a:lnTo>
                  <a:pt x="4156353" y="210939"/>
                </a:lnTo>
                <a:lnTo>
                  <a:pt x="4211771" y="219777"/>
                </a:lnTo>
                <a:lnTo>
                  <a:pt x="4267189" y="228270"/>
                </a:lnTo>
                <a:lnTo>
                  <a:pt x="4322607" y="236377"/>
                </a:lnTo>
                <a:lnTo>
                  <a:pt x="4378025" y="244062"/>
                </a:lnTo>
                <a:lnTo>
                  <a:pt x="4433443" y="251287"/>
                </a:lnTo>
                <a:lnTo>
                  <a:pt x="4488861" y="258020"/>
                </a:lnTo>
                <a:lnTo>
                  <a:pt x="4544279" y="264228"/>
                </a:lnTo>
                <a:lnTo>
                  <a:pt x="4599697" y="269881"/>
                </a:lnTo>
                <a:lnTo>
                  <a:pt x="4655115" y="274955"/>
                </a:lnTo>
                <a:lnTo>
                  <a:pt x="4710533" y="279424"/>
                </a:lnTo>
                <a:lnTo>
                  <a:pt x="4765951" y="283269"/>
                </a:lnTo>
                <a:lnTo>
                  <a:pt x="4821369" y="286469"/>
                </a:lnTo>
                <a:lnTo>
                  <a:pt x="4876787" y="289012"/>
                </a:lnTo>
                <a:lnTo>
                  <a:pt x="4932205" y="290884"/>
                </a:lnTo>
                <a:lnTo>
                  <a:pt x="4987623" y="292078"/>
                </a:lnTo>
                <a:lnTo>
                  <a:pt x="5043041" y="292587"/>
                </a:lnTo>
                <a:lnTo>
                  <a:pt x="5098459" y="292408"/>
                </a:lnTo>
                <a:lnTo>
                  <a:pt x="5153878" y="291544"/>
                </a:lnTo>
                <a:lnTo>
                  <a:pt x="5209296" y="289997"/>
                </a:lnTo>
                <a:lnTo>
                  <a:pt x="5264714" y="287776"/>
                </a:lnTo>
                <a:lnTo>
                  <a:pt x="5320132" y="284890"/>
                </a:lnTo>
                <a:lnTo>
                  <a:pt x="5375550" y="281353"/>
                </a:lnTo>
                <a:lnTo>
                  <a:pt x="5430968" y="277183"/>
                </a:lnTo>
                <a:lnTo>
                  <a:pt x="5486386" y="272397"/>
                </a:lnTo>
                <a:lnTo>
                  <a:pt x="5541804" y="267019"/>
                </a:lnTo>
                <a:lnTo>
                  <a:pt x="5597222" y="261074"/>
                </a:lnTo>
                <a:lnTo>
                  <a:pt x="5652640" y="254591"/>
                </a:lnTo>
                <a:lnTo>
                  <a:pt x="5708058" y="247598"/>
                </a:lnTo>
                <a:lnTo>
                  <a:pt x="5763476" y="240130"/>
                </a:lnTo>
                <a:lnTo>
                  <a:pt x="5818894" y="232222"/>
                </a:lnTo>
                <a:lnTo>
                  <a:pt x="5874312" y="223909"/>
                </a:lnTo>
                <a:lnTo>
                  <a:pt x="5929730" y="215233"/>
                </a:lnTo>
                <a:lnTo>
                  <a:pt x="5985148" y="206232"/>
                </a:lnTo>
                <a:lnTo>
                  <a:pt x="6040566" y="196950"/>
                </a:lnTo>
                <a:lnTo>
                  <a:pt x="6095984" y="187431"/>
                </a:lnTo>
                <a:lnTo>
                  <a:pt x="6151402" y="177718"/>
                </a:lnTo>
                <a:lnTo>
                  <a:pt x="6206820" y="167857"/>
                </a:lnTo>
                <a:lnTo>
                  <a:pt x="6262238" y="157896"/>
                </a:lnTo>
                <a:lnTo>
                  <a:pt x="6317656" y="147880"/>
                </a:lnTo>
                <a:lnTo>
                  <a:pt x="6373074" y="137856"/>
                </a:lnTo>
                <a:lnTo>
                  <a:pt x="6428493" y="127872"/>
                </a:lnTo>
                <a:lnTo>
                  <a:pt x="6483911" y="117975"/>
                </a:lnTo>
                <a:lnTo>
                  <a:pt x="6539329" y="108211"/>
                </a:lnTo>
                <a:lnTo>
                  <a:pt x="6594747" y="98625"/>
                </a:lnTo>
                <a:lnTo>
                  <a:pt x="6650165" y="89264"/>
                </a:lnTo>
                <a:lnTo>
                  <a:pt x="6705583" y="80170"/>
                </a:lnTo>
                <a:lnTo>
                  <a:pt x="6761001" y="71387"/>
                </a:lnTo>
                <a:lnTo>
                  <a:pt x="6816419" y="62956"/>
                </a:lnTo>
                <a:lnTo>
                  <a:pt x="6871837" y="54917"/>
                </a:lnTo>
                <a:lnTo>
                  <a:pt x="6927255" y="47306"/>
                </a:lnTo>
                <a:lnTo>
                  <a:pt x="6982673" y="40160"/>
                </a:lnTo>
                <a:lnTo>
                  <a:pt x="7038091" y="33513"/>
                </a:lnTo>
                <a:lnTo>
                  <a:pt x="7093509" y="27396"/>
                </a:lnTo>
                <a:lnTo>
                  <a:pt x="7148927" y="21837"/>
                </a:lnTo>
                <a:lnTo>
                  <a:pt x="7204345" y="16862"/>
                </a:lnTo>
                <a:lnTo>
                  <a:pt x="7259763" y="12496"/>
                </a:lnTo>
                <a:lnTo>
                  <a:pt x="7315181" y="8758"/>
                </a:lnTo>
                <a:lnTo>
                  <a:pt x="7370599" y="5666"/>
                </a:lnTo>
                <a:lnTo>
                  <a:pt x="7426017" y="3234"/>
                </a:lnTo>
                <a:lnTo>
                  <a:pt x="7481435" y="1474"/>
                </a:lnTo>
                <a:lnTo>
                  <a:pt x="7536853" y="395"/>
                </a:lnTo>
                <a:lnTo>
                  <a:pt x="7592271" y="0"/>
                </a:lnTo>
                <a:lnTo>
                  <a:pt x="7647689" y="293"/>
                </a:lnTo>
                <a:lnTo>
                  <a:pt x="7703108" y="1272"/>
                </a:lnTo>
                <a:lnTo>
                  <a:pt x="7758526" y="2931"/>
                </a:lnTo>
                <a:lnTo>
                  <a:pt x="7813944" y="5264"/>
                </a:lnTo>
                <a:lnTo>
                  <a:pt x="7869362" y="8259"/>
                </a:lnTo>
                <a:lnTo>
                  <a:pt x="7924780" y="11903"/>
                </a:lnTo>
                <a:lnTo>
                  <a:pt x="7980198" y="16178"/>
                </a:lnTo>
                <a:lnTo>
                  <a:pt x="8035616" y="21064"/>
                </a:lnTo>
                <a:lnTo>
                  <a:pt x="8091034" y="26538"/>
                </a:lnTo>
                <a:lnTo>
                  <a:pt x="8146452" y="32575"/>
                </a:lnTo>
                <a:lnTo>
                  <a:pt x="8201870" y="39145"/>
                </a:lnTo>
                <a:lnTo>
                  <a:pt x="8257288" y="46219"/>
                </a:lnTo>
                <a:lnTo>
                  <a:pt x="8312706" y="53763"/>
                </a:lnTo>
                <a:lnTo>
                  <a:pt x="8368124" y="61742"/>
                </a:lnTo>
                <a:lnTo>
                  <a:pt x="8423542" y="70117"/>
                </a:lnTo>
                <a:lnTo>
                  <a:pt x="8478960" y="78851"/>
                </a:lnTo>
                <a:lnTo>
                  <a:pt x="8534378" y="87901"/>
                </a:lnTo>
                <a:lnTo>
                  <a:pt x="8589796" y="97226"/>
                </a:lnTo>
                <a:lnTo>
                  <a:pt x="8645214" y="106781"/>
                </a:lnTo>
                <a:lnTo>
                  <a:pt x="8700632" y="116522"/>
                </a:lnTo>
                <a:lnTo>
                  <a:pt x="8756050" y="126402"/>
                </a:lnTo>
                <a:lnTo>
                  <a:pt x="8811468" y="136376"/>
                </a:lnTo>
                <a:lnTo>
                  <a:pt x="8866886" y="146397"/>
                </a:lnTo>
                <a:lnTo>
                  <a:pt x="8922304" y="156417"/>
                </a:lnTo>
                <a:lnTo>
                  <a:pt x="8977723" y="166390"/>
                </a:lnTo>
                <a:lnTo>
                  <a:pt x="9033141" y="176268"/>
                </a:lnTo>
                <a:lnTo>
                  <a:pt x="9088559" y="186005"/>
                </a:lnTo>
                <a:lnTo>
                  <a:pt x="9143977" y="195557"/>
                </a:lnTo>
                <a:lnTo>
                  <a:pt x="9199395" y="204876"/>
                </a:lnTo>
                <a:lnTo>
                  <a:pt x="9254813" y="213921"/>
                </a:lnTo>
                <a:lnTo>
                  <a:pt x="9310231" y="222648"/>
                </a:lnTo>
                <a:lnTo>
                  <a:pt x="9365649" y="231017"/>
                </a:lnTo>
                <a:lnTo>
                  <a:pt x="9421067" y="238988"/>
                </a:lnTo>
                <a:lnTo>
                  <a:pt x="9476485" y="246523"/>
                </a:lnTo>
                <a:lnTo>
                  <a:pt x="9531903" y="253588"/>
                </a:lnTo>
                <a:lnTo>
                  <a:pt x="9587321" y="260149"/>
                </a:lnTo>
                <a:lnTo>
                  <a:pt x="9642739" y="266175"/>
                </a:lnTo>
                <a:lnTo>
                  <a:pt x="9698157" y="271638"/>
                </a:lnTo>
                <a:lnTo>
                  <a:pt x="9753575" y="276513"/>
                </a:lnTo>
                <a:lnTo>
                  <a:pt x="9808993" y="280776"/>
                </a:lnTo>
                <a:lnTo>
                  <a:pt x="9864411" y="284408"/>
                </a:lnTo>
                <a:lnTo>
                  <a:pt x="9919829" y="287391"/>
                </a:lnTo>
                <a:lnTo>
                  <a:pt x="9975247" y="289711"/>
                </a:lnTo>
                <a:lnTo>
                  <a:pt x="10030665" y="291358"/>
                </a:lnTo>
                <a:lnTo>
                  <a:pt x="10086083" y="292324"/>
                </a:lnTo>
                <a:lnTo>
                  <a:pt x="10141501" y="292604"/>
                </a:lnTo>
                <a:lnTo>
                  <a:pt x="10196919" y="292196"/>
                </a:lnTo>
                <a:lnTo>
                  <a:pt x="10252338" y="291104"/>
                </a:lnTo>
                <a:lnTo>
                  <a:pt x="10307756" y="289331"/>
                </a:lnTo>
                <a:lnTo>
                  <a:pt x="10363174" y="286887"/>
                </a:lnTo>
                <a:lnTo>
                  <a:pt x="10418592" y="283783"/>
                </a:lnTo>
                <a:lnTo>
                  <a:pt x="10474010" y="280033"/>
                </a:lnTo>
                <a:lnTo>
                  <a:pt x="10529428" y="275655"/>
                </a:lnTo>
                <a:lnTo>
                  <a:pt x="10584846" y="270669"/>
                </a:lnTo>
                <a:lnTo>
                  <a:pt x="10640264" y="265099"/>
                </a:lnTo>
                <a:lnTo>
                  <a:pt x="10695682" y="258972"/>
                </a:lnTo>
                <a:lnTo>
                  <a:pt x="10751100" y="252315"/>
                </a:lnTo>
                <a:lnTo>
                  <a:pt x="10806518" y="245160"/>
                </a:lnTo>
                <a:lnTo>
                  <a:pt x="10861936" y="237541"/>
                </a:lnTo>
                <a:lnTo>
                  <a:pt x="10917354" y="229494"/>
                </a:lnTo>
                <a:lnTo>
                  <a:pt x="10972772" y="221056"/>
                </a:lnTo>
                <a:lnTo>
                  <a:pt x="11028190" y="212267"/>
                </a:lnTo>
                <a:lnTo>
                  <a:pt x="11083608" y="203168"/>
                </a:lnTo>
                <a:lnTo>
                  <a:pt x="11139026" y="193801"/>
                </a:lnTo>
                <a:lnTo>
                  <a:pt x="11194444" y="184212"/>
                </a:lnTo>
                <a:lnTo>
                  <a:pt x="11249862" y="174445"/>
                </a:lnTo>
                <a:lnTo>
                  <a:pt x="11305280" y="164546"/>
                </a:lnTo>
                <a:lnTo>
                  <a:pt x="11360698" y="154561"/>
                </a:lnTo>
                <a:lnTo>
                  <a:pt x="11416116" y="144537"/>
                </a:lnTo>
                <a:lnTo>
                  <a:pt x="11471534" y="134521"/>
                </a:lnTo>
                <a:lnTo>
                  <a:pt x="11526953" y="124561"/>
                </a:lnTo>
                <a:lnTo>
                  <a:pt x="11582371" y="114703"/>
                </a:lnTo>
                <a:lnTo>
                  <a:pt x="11637789" y="104994"/>
                </a:lnTo>
                <a:lnTo>
                  <a:pt x="11693207" y="95478"/>
                </a:lnTo>
                <a:lnTo>
                  <a:pt x="11748625" y="86201"/>
                </a:lnTo>
                <a:lnTo>
                  <a:pt x="11804043" y="77206"/>
                </a:lnTo>
                <a:lnTo>
                  <a:pt x="11859461" y="68536"/>
                </a:lnTo>
                <a:lnTo>
                  <a:pt x="11914879" y="60231"/>
                </a:lnTo>
                <a:lnTo>
                  <a:pt x="11970297" y="52330"/>
                </a:lnTo>
                <a:lnTo>
                  <a:pt x="12025715" y="44871"/>
                </a:lnTo>
                <a:lnTo>
                  <a:pt x="12081133" y="37888"/>
                </a:lnTo>
                <a:lnTo>
                  <a:pt x="12136551" y="31414"/>
                </a:lnTo>
                <a:lnTo>
                  <a:pt x="12191969" y="2548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2615184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3685032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 H A P T 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957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主线代码实现与数据形状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4670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Code Map &amp; Tensor Shapes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77056"/>
            <a:ext cx="7680960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078224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把前两章的公式落到仓库里：</a:t>
            </a:r>
            <a:r>
              <a:rPr sz="13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谁调用谁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、张量怎么变形、分块与内存怎么取舍。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主线代码实现与数据形状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23 / 67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四 · 代码地图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主线模块地图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六个文件构成完整链路；解码侧与重建侧各自独立，通过 .npy 文件交接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四 · 主线代码实现与数据形状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24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5410184" cy="9448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83664"/>
            <a:ext cx="50292" cy="9448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FSM_decode_example.py（667 行）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414016"/>
            <a:ext cx="498956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配置与入口：main() 定义全部参数，串联加载→解码→保存。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144" y="1883664"/>
            <a:ext cx="5410184" cy="9448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44" y="1883664"/>
            <a:ext cx="50292" cy="94488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FSM_decode_core.py（1272 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888" y="2414016"/>
            <a:ext cx="498956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解码核心：ImageLoader / _calc_fft_params / MultiPeakDetector / EpipolarCorrector / FSADecoder。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011424"/>
            <a:ext cx="5410184" cy="9448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11424"/>
            <a:ext cx="50292" cy="9448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17601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FSM_visualize.py（593 行）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541776"/>
            <a:ext cx="498956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诊断绘图：FSAVisualizer 输出视差图、统计图、对应关系图。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144" y="3011424"/>
            <a:ext cx="5410184" cy="9448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144" y="3011424"/>
            <a:ext cx="50292" cy="944880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0888" y="317601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FSM_reconstruct_core.py（1240 行）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0888" y="3541776"/>
            <a:ext cx="498956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重建核心：CalibrationReader / CorrespondenceReader / TriangulationEngine / FSAReconstructor。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39184"/>
            <a:ext cx="5410184" cy="9448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139184"/>
            <a:ext cx="50292" cy="9448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30377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FSM_reconstruct_example.py（305 行）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669536"/>
            <a:ext cx="498956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重建入口：13 个配置常量，输出 pointcloud_fsa.ply。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144" y="4139184"/>
            <a:ext cx="5410184" cy="94488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3144" y="4139184"/>
            <a:ext cx="50292" cy="94488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0888" y="430377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点云后续处理/（2 个脚本）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0888" y="4669536"/>
            <a:ext cx="498956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点云对齐工具.py（坐标系转换）与点云误差比较文件.py（KD-Tree 误差统计）。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232958"/>
            <a:ext cx="11094689" cy="820369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模块之间的边界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交接契约：results/fsa_decode/ 下的 disp_hor.npy / disp_ver.npy / peak_*.npy 是解码与重建之间唯一接口。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四 · 张量维度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从读图到频谱的数据形状变化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唯一容易出错的地方：axis=0 是频率轴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四 · 主线代码实现与数据形状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25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83664"/>
            <a:ext cx="2745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3328" y="1883664"/>
            <a:ext cx="23629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形状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1883664"/>
            <a:ext cx="5327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含义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2249424"/>
            <a:ext cx="2745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28" y="2249424"/>
            <a:ext cx="23629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(M·4, Hc, Wc)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249424"/>
            <a:ext cx="5327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一次读入的全部条纹图（灰度）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15184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48640" y="298094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2615184"/>
            <a:ext cx="2745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I0 / I1 / I2 / I3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3328" y="2615184"/>
            <a:ext cx="23629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(M, Hc, Wc)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2615184"/>
            <a:ext cx="5327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用步长 4 切片还原的四路相位，axis=0 是频率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346703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2980944"/>
            <a:ext cx="2745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 = Dc + 1j·Ds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3328" y="2980944"/>
            <a:ext cx="23629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(M, Hc, Wc)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2980944"/>
            <a:ext cx="5327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复数信号体；D[:, y, x] 就是该像素的频率轴信号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46703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48640" y="3712463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346703"/>
            <a:ext cx="2745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D_block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3328" y="3346703"/>
            <a:ext cx="23629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(M, bh, bw)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346703"/>
            <a:ext cx="5327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分块后的切片，bh/bw ≤ block_size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7822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3712463"/>
            <a:ext cx="2745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 = fft(D_block, axis=0)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3328" y="3712463"/>
            <a:ext cx="23629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(fft_length, bh, bw)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3712463"/>
            <a:ext cx="5327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沿频率轴的频谱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078224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48640" y="444398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078224"/>
            <a:ext cx="2745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C_valid = C[:valid_length]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23328" y="4078224"/>
            <a:ext cx="23629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(proj_dim, bh, bw)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078224"/>
            <a:ext cx="5327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裁掉负频率区后的有效频谱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480974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8" y="4443984"/>
            <a:ext cx="2745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disp_* / peak_*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23328" y="4443984"/>
            <a:ext cx="23629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(Hc, Wc)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5712" y="4443984"/>
            <a:ext cx="5327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float32 结果图，索引为 [y, x] 与相机像素对齐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232958"/>
            <a:ext cx="11094689" cy="820369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唯一容易错的地方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最容易踩的坑：把 axis=0 当成图像高度。在 D 与 C 里 axis=0 是频率轴，axis=1/2 才是图像空间。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四 · 分块解码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分块向量化：标准模式怎么跑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把图像切成 block_size × block_size 的小块，一块一次 FFT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四 · 主线代码实现与数据形状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26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83664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FSM_decode_core.py:1094-1157 摘录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5358384" cy="2984296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+ 1j *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(M, Hc, Wc)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del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及时释放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shape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block_size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shape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block_size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min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block_size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shape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min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block_size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shape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D_block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(M, bh, bw)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D_block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abs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)[: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freq_index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argmax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disparity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freq_index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ey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/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883664"/>
            <a:ext cx="5349240" cy="7140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956816"/>
            <a:ext cx="50292" cy="56776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00253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block_size 默认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267712"/>
            <a:ext cx="4928616" cy="25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只影响内存与缓存局部性，不影响结果。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744038"/>
            <a:ext cx="5349240" cy="7140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2817190"/>
            <a:ext cx="50292" cy="56776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86291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一块一次 FFT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128086"/>
            <a:ext cx="4928616" cy="25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整块三维数组沿 axis=0 一起变换，靠向量化提速。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604412"/>
            <a:ext cx="5349240" cy="7140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3677564"/>
            <a:ext cx="50292" cy="56776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7232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内存峰值来源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988460"/>
            <a:ext cx="4928616" cy="25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D 的复数体 + 每块的 C 与 |C| 三份同数量级数组。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464786"/>
            <a:ext cx="5349240" cy="7140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537938"/>
            <a:ext cx="50292" cy="56776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58365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标准模式更快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848834"/>
            <a:ext cx="4928616" cy="25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低内存逐像素做 FFT，Python 循环开销远大于收益。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四 · 低内存模式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低内存模式与图像缓存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LOW_MEMORY_MODE = True 时逐行逐列解码；图像缓存把大量小图读盘变成一次大数组读盘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四 · 主线代码实现与数据形状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27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83664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FSM_decode_core.py:943-1013 摘录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5358384" cy="3176965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height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                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逐行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:]        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(M, Wc)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:]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:]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images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:]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I0_row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I2_row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+ 1j * 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I3_row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I1_row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col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width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             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逐列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D_row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col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abs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)[: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argmax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peak_value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/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亚像素质心细化（阈值 0.1）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peak_value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&gt; 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0.1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vl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%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vr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%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peak_coord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0.5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* 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vr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vl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/ 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vl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vr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883664"/>
            <a:ext cx="5349240" cy="76223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956816"/>
            <a:ext cx="50292" cy="615933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00253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内存 O(1) 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267712"/>
            <a:ext cx="4928616" cy="305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每次只保留一行四路相位与单条频谱。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792205"/>
            <a:ext cx="5349240" cy="76223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2865357"/>
            <a:ext cx="50292" cy="615933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911077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代价是更慢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176253"/>
            <a:ext cx="4928616" cy="305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双层 Python 循环 + 逐点 FFT，明显慢于向量化分块。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700746"/>
            <a:ext cx="5349240" cy="76223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3773898"/>
            <a:ext cx="50292" cy="615933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81961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★ 只有这里做亚像素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084794"/>
            <a:ext cx="4928616" cy="305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分块模式输出整数 bin，低内存模式额外用质心法细化。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609288"/>
            <a:ext cx="5349240" cy="76223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682440"/>
            <a:ext cx="50292" cy="615933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7281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图像缓存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993336"/>
            <a:ext cx="4928616" cy="305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默认写 &lt;image_dir&gt;/images_cache.npy，避免重复读上千张小图。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四 · 参数现状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主线代码里的真实配置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以下取值直接取自 FSM_decode_example.py 的 main()，不是示例值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四 · 主线代码实现与数据形状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28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5358384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83664"/>
            <a:ext cx="24997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配置项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547" y="1883664"/>
            <a:ext cx="154001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取值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7017" y="1883664"/>
            <a:ext cx="66027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行号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08326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2249424"/>
            <a:ext cx="249972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PROJECTOR_WIDTH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7547" y="2249424"/>
            <a:ext cx="154001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1920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7017" y="2249424"/>
            <a:ext cx="660278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:553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08326"/>
            <a:ext cx="5358384" cy="358902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48640" y="2967228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2608326"/>
            <a:ext cx="249972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PROJECTOR_HEIGHT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7547" y="2608326"/>
            <a:ext cx="154001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1080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7017" y="2608326"/>
            <a:ext cx="660278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:554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326130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2967228"/>
            <a:ext cx="249972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NUM_FREQUENCIES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7547" y="2967228"/>
            <a:ext cx="154001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301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7017" y="2967228"/>
            <a:ext cx="660278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:557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26130"/>
            <a:ext cx="5358384" cy="358902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48640" y="3685032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326130"/>
            <a:ext cx="249972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FREQUENCY_STEP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7547" y="3326130"/>
            <a:ext cx="154001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7017" y="3326130"/>
            <a:ext cx="660278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:558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43934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3685032"/>
            <a:ext cx="249972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DECODE_DIRECTION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77547" y="3685032"/>
            <a:ext cx="154001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"both"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7017" y="3685032"/>
            <a:ext cx="660278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:577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043934"/>
            <a:ext cx="5358384" cy="358902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48640" y="4402836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043934"/>
            <a:ext cx="249972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OUTPUT_DIR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7547" y="4043934"/>
            <a:ext cx="1540013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results\fsa_decode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7017" y="4043934"/>
            <a:ext cx="660278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:582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91072" y="1883664"/>
            <a:ext cx="5349240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1883664"/>
            <a:ext cx="27116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配置项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31890" y="1883664"/>
            <a:ext cx="13193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取值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70712" y="1883664"/>
            <a:ext cx="65987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行号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291072" y="2608326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0" y="2249424"/>
            <a:ext cx="2711634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BLOCK_SIZE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31890" y="2249424"/>
            <a:ext cx="1319366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70712" y="2249424"/>
            <a:ext cx="659871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:585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2608326"/>
            <a:ext cx="5349240" cy="358902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291072" y="2967228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00800" y="2608326"/>
            <a:ext cx="2711634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USE_CACHE / VERIFY_SEQUENCE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31890" y="2608326"/>
            <a:ext cx="1319366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True / True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70712" y="2608326"/>
            <a:ext cx="659871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:586-587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291072" y="3326130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400800" y="2967228"/>
            <a:ext cx="2711634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LOW_MEMORY_MODE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31890" y="2967228"/>
            <a:ext cx="1319366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70712" y="2967228"/>
            <a:ext cx="659871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:590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91072" y="3326130"/>
            <a:ext cx="5349240" cy="358902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6291072" y="3685032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00800" y="3326130"/>
            <a:ext cx="2711634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SPECTRUM_POINTS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31890" y="3326130"/>
            <a:ext cx="1319366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(1200, 1000)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70712" y="3326130"/>
            <a:ext cx="659871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:595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291072" y="4043934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400800" y="3685032"/>
            <a:ext cx="2711634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ENABLE_MULTI_PEAK_SCAN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31890" y="3685032"/>
            <a:ext cx="1319366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70712" y="3685032"/>
            <a:ext cx="659871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:598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1072" y="4043934"/>
            <a:ext cx="5349240" cy="358902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6291072" y="4402836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00800" y="4043934"/>
            <a:ext cx="2711634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ENABLE_EPIPOLAR_CORRECTION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31890" y="4043934"/>
            <a:ext cx="1319366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70712" y="4043934"/>
            <a:ext cx="659871" cy="358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:602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4729124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从这张表能读出的三件事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STEP = 0.5 且 NUM_FREQUENCIES = 301 ⇒ 频率覆盖 0 … 150 Hz，每方向 301×4 = 1204 张图。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STEP = 0.5 时 fft_length = round(1920 / 0.5) = 3840（ver 方向），valid_length 仍为 1920。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多峰扫描与极线校正默认关闭，需要时手动打开 —— 它们是可选后处理，不替代 argmax 主解码。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四 · 代码现状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两个「看起来重要但没有被调用」的类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DFTProcessor 与 PeakDetector 保留了公式的教科书式实现，但主解码路径并未使用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四 · 主线代码实现与数据形状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29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83664"/>
            <a:ext cx="50292" cy="960119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DFTProcessor（FSM_decode_core.py:330）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414016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construct_complex_signal / perform_dft / compute_magnitude_spectrum —— 最直白的公式翻译。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144" y="1883664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44" y="1883664"/>
            <a:ext cx="50292" cy="960119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PeakDetector（FSM_decode_core.py:353）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888" y="2414016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find_peak_index / compute_peak_value / refine_peak_subpixel（质心法）—— 峰值处理的参考实现。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026663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26663"/>
            <a:ext cx="50292" cy="960119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191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主路径实际用的是向量化代码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557015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FSADecoder.decode_direction 直接内联 np.fft.fft + argmax，跳过了这两个类的封装。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144" y="3026663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144" y="3026663"/>
            <a:ext cx="50292" cy="960119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0888" y="3191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阅读建议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0888" y="3557015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想快速理解公式就读这两个类；想理解实际行为必须读 decode_direction 与低内存分支。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87952"/>
            <a:ext cx="11094689" cy="12861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同一类「代码现状」提醒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同一现象还有一处：FSM_visualize.py:95-104 复制了一份 _get_fft_length，逻辑与 _calc_fft_params 相同，但没有复用 —— 修改参数策略时需要同时改两处。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另有返回顺序不一致：模块级 _calc_fft_params 返回 (fft_length, valid_length, coord_scale)，而 FSADecoder._get_fft_params 返回 (fft_length, coord_scale, proj_dim, valid_length)。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四 · 诊断输出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解码之后能看到的诊断图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FSM_visualize.py 与 FSM_decode_example.py 各自输出一组诊断图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四 · 主线代码实现与数据形状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30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83664"/>
            <a:ext cx="27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产出文件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8023" y="1883664"/>
            <a:ext cx="228310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生成者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584" y="1883664"/>
            <a:ext cx="5453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5176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2249424"/>
            <a:ext cx="27001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disparity_ver.png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8023" y="2249424"/>
            <a:ext cx="228310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FSAVisualizer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584" y="2249424"/>
            <a:ext cx="5453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垂直条纹解出的投影仪列坐标（jet 伪彩）+ 峰值强度（hot）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5409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2651760"/>
            <a:ext cx="27001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disparity_hor.png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8023" y="2651760"/>
            <a:ext cx="228310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FSAVisualizer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584" y="2651760"/>
            <a:ext cx="5453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水平条纹解出的投影仪行坐标 + 峰值强度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5643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3054096"/>
            <a:ext cx="27001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statistics.png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8023" y="3054096"/>
            <a:ext cx="228310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FSAVisualizer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584" y="3054096"/>
            <a:ext cx="5453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2×3 统计图：视差直方图、峰值直方图（含 0.5 / 1.0 阈值线）、质量分级柱状图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56432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48640" y="385876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456432"/>
            <a:ext cx="27001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correspondence_map.png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8023" y="3456432"/>
            <a:ext cx="228310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FSAVisualizer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584" y="3456432"/>
            <a:ext cx="5453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R = 投影仪 X，G = 投影仪 Y，B = 质量；另附 X/Y 坐标图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26110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3858768"/>
            <a:ext cx="27001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subplots/（8 张独立 PNG）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8023" y="3858768"/>
            <a:ext cx="228310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visualize_spectrum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584" y="3858768"/>
            <a:ext cx="5453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单点频谱的 8 个分解子图：强度序列、Dc/Ds、频谱、峰值坐标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261104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6344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261104"/>
            <a:ext cx="270019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epipolar_spectrum/pixel_x_y/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8023" y="4261104"/>
            <a:ext cx="228310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run_epipolar_correction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584" y="4261104"/>
            <a:ext cx="5453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极线校正前后每个待校正像素的频谱与 PNG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232958"/>
            <a:ext cx="11094689" cy="820369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自带的量化阶梯告警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load_and_inspect_results() 会检查视差图的唯一整数个数：少于 100 时告警「可能存在量化阶梯」。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10915"/>
            <a:ext cx="12191969" cy="438905"/>
          </a:xfrm>
          <a:custGeom>
            <a:avLst/>
            <a:gdLst/>
            <a:ahLst/>
            <a:cxnLst/>
            <a:rect l="l" t="t" r="r" b="b"/>
            <a:pathLst>
              <a:path w="12191969" h="438905">
                <a:moveTo>
                  <a:pt x="0" y="304913"/>
                </a:moveTo>
                <a:lnTo>
                  <a:pt x="55418" y="318556"/>
                </a:lnTo>
                <a:lnTo>
                  <a:pt x="110836" y="331734"/>
                </a:lnTo>
                <a:lnTo>
                  <a:pt x="166254" y="344385"/>
                </a:lnTo>
                <a:lnTo>
                  <a:pt x="221672" y="356449"/>
                </a:lnTo>
                <a:lnTo>
                  <a:pt x="277090" y="367869"/>
                </a:lnTo>
                <a:lnTo>
                  <a:pt x="332508" y="378593"/>
                </a:lnTo>
                <a:lnTo>
                  <a:pt x="387926" y="388569"/>
                </a:lnTo>
                <a:lnTo>
                  <a:pt x="443344" y="397751"/>
                </a:lnTo>
                <a:lnTo>
                  <a:pt x="498762" y="406095"/>
                </a:lnTo>
                <a:lnTo>
                  <a:pt x="554180" y="413563"/>
                </a:lnTo>
                <a:lnTo>
                  <a:pt x="609598" y="420119"/>
                </a:lnTo>
                <a:lnTo>
                  <a:pt x="665016" y="425733"/>
                </a:lnTo>
                <a:lnTo>
                  <a:pt x="720434" y="430378"/>
                </a:lnTo>
                <a:lnTo>
                  <a:pt x="775852" y="434033"/>
                </a:lnTo>
                <a:lnTo>
                  <a:pt x="831270" y="436680"/>
                </a:lnTo>
                <a:lnTo>
                  <a:pt x="886688" y="438306"/>
                </a:lnTo>
                <a:lnTo>
                  <a:pt x="942106" y="438905"/>
                </a:lnTo>
                <a:lnTo>
                  <a:pt x="997524" y="438473"/>
                </a:lnTo>
                <a:lnTo>
                  <a:pt x="1052942" y="437013"/>
                </a:lnTo>
                <a:lnTo>
                  <a:pt x="1108360" y="434530"/>
                </a:lnTo>
                <a:lnTo>
                  <a:pt x="1163778" y="431038"/>
                </a:lnTo>
                <a:lnTo>
                  <a:pt x="1219196" y="426552"/>
                </a:lnTo>
                <a:lnTo>
                  <a:pt x="1274614" y="421093"/>
                </a:lnTo>
                <a:lnTo>
                  <a:pt x="1330033" y="414688"/>
                </a:lnTo>
                <a:lnTo>
                  <a:pt x="1385451" y="407365"/>
                </a:lnTo>
                <a:lnTo>
                  <a:pt x="1440869" y="399160"/>
                </a:lnTo>
                <a:lnTo>
                  <a:pt x="1496287" y="390111"/>
                </a:lnTo>
                <a:lnTo>
                  <a:pt x="1551705" y="380260"/>
                </a:lnTo>
                <a:lnTo>
                  <a:pt x="1607123" y="369655"/>
                </a:lnTo>
                <a:lnTo>
                  <a:pt x="1662541" y="358344"/>
                </a:lnTo>
                <a:lnTo>
                  <a:pt x="1717959" y="346380"/>
                </a:lnTo>
                <a:lnTo>
                  <a:pt x="1773377" y="333820"/>
                </a:lnTo>
                <a:lnTo>
                  <a:pt x="1828795" y="320724"/>
                </a:lnTo>
                <a:lnTo>
                  <a:pt x="1884213" y="307151"/>
                </a:lnTo>
                <a:lnTo>
                  <a:pt x="1939631" y="293167"/>
                </a:lnTo>
                <a:lnTo>
                  <a:pt x="1995049" y="278837"/>
                </a:lnTo>
                <a:lnTo>
                  <a:pt x="2050467" y="264228"/>
                </a:lnTo>
                <a:lnTo>
                  <a:pt x="2105885" y="249408"/>
                </a:lnTo>
                <a:lnTo>
                  <a:pt x="2161303" y="234448"/>
                </a:lnTo>
                <a:lnTo>
                  <a:pt x="2216721" y="219417"/>
                </a:lnTo>
                <a:lnTo>
                  <a:pt x="2272139" y="204387"/>
                </a:lnTo>
                <a:lnTo>
                  <a:pt x="2327557" y="189427"/>
                </a:lnTo>
                <a:lnTo>
                  <a:pt x="2382975" y="174608"/>
                </a:lnTo>
                <a:lnTo>
                  <a:pt x="2438393" y="160000"/>
                </a:lnTo>
                <a:lnTo>
                  <a:pt x="2493811" y="145671"/>
                </a:lnTo>
                <a:lnTo>
                  <a:pt x="2549229" y="131689"/>
                </a:lnTo>
                <a:lnTo>
                  <a:pt x="2604648" y="118119"/>
                </a:lnTo>
                <a:lnTo>
                  <a:pt x="2660066" y="105024"/>
                </a:lnTo>
                <a:lnTo>
                  <a:pt x="2715484" y="92467"/>
                </a:lnTo>
                <a:lnTo>
                  <a:pt x="2770902" y="80507"/>
                </a:lnTo>
                <a:lnTo>
                  <a:pt x="2826320" y="69199"/>
                </a:lnTo>
                <a:lnTo>
                  <a:pt x="2881738" y="58596"/>
                </a:lnTo>
                <a:lnTo>
                  <a:pt x="2937156" y="48750"/>
                </a:lnTo>
                <a:lnTo>
                  <a:pt x="2992574" y="39704"/>
                </a:lnTo>
                <a:lnTo>
                  <a:pt x="3047992" y="31503"/>
                </a:lnTo>
                <a:lnTo>
                  <a:pt x="3103410" y="24185"/>
                </a:lnTo>
                <a:lnTo>
                  <a:pt x="3158828" y="17784"/>
                </a:lnTo>
                <a:lnTo>
                  <a:pt x="3214246" y="12330"/>
                </a:lnTo>
                <a:lnTo>
                  <a:pt x="3269664" y="7848"/>
                </a:lnTo>
                <a:lnTo>
                  <a:pt x="3325082" y="4360"/>
                </a:lnTo>
                <a:lnTo>
                  <a:pt x="3380500" y="1883"/>
                </a:lnTo>
                <a:lnTo>
                  <a:pt x="3435918" y="427"/>
                </a:lnTo>
                <a:lnTo>
                  <a:pt x="3491336" y="0"/>
                </a:lnTo>
                <a:lnTo>
                  <a:pt x="3546754" y="604"/>
                </a:lnTo>
                <a:lnTo>
                  <a:pt x="3602172" y="2235"/>
                </a:lnTo>
                <a:lnTo>
                  <a:pt x="3657590" y="4887"/>
                </a:lnTo>
                <a:lnTo>
                  <a:pt x="3713008" y="8546"/>
                </a:lnTo>
                <a:lnTo>
                  <a:pt x="3768426" y="13196"/>
                </a:lnTo>
                <a:lnTo>
                  <a:pt x="3823844" y="18814"/>
                </a:lnTo>
                <a:lnTo>
                  <a:pt x="3879263" y="25375"/>
                </a:lnTo>
                <a:lnTo>
                  <a:pt x="3934681" y="32847"/>
                </a:lnTo>
                <a:lnTo>
                  <a:pt x="3990099" y="41196"/>
                </a:lnTo>
                <a:lnTo>
                  <a:pt x="4045517" y="50381"/>
                </a:lnTo>
                <a:lnTo>
                  <a:pt x="4100935" y="60361"/>
                </a:lnTo>
                <a:lnTo>
                  <a:pt x="4156353" y="71088"/>
                </a:lnTo>
                <a:lnTo>
                  <a:pt x="4211771" y="82512"/>
                </a:lnTo>
                <a:lnTo>
                  <a:pt x="4267189" y="94578"/>
                </a:lnTo>
                <a:lnTo>
                  <a:pt x="4322607" y="107232"/>
                </a:lnTo>
                <a:lnTo>
                  <a:pt x="4378025" y="120412"/>
                </a:lnTo>
                <a:lnTo>
                  <a:pt x="4433443" y="134057"/>
                </a:lnTo>
                <a:lnTo>
                  <a:pt x="4488861" y="148104"/>
                </a:lnTo>
                <a:lnTo>
                  <a:pt x="4544279" y="162485"/>
                </a:lnTo>
                <a:lnTo>
                  <a:pt x="4599697" y="177135"/>
                </a:lnTo>
                <a:lnTo>
                  <a:pt x="4655115" y="191982"/>
                </a:lnTo>
                <a:lnTo>
                  <a:pt x="4710533" y="206959"/>
                </a:lnTo>
                <a:lnTo>
                  <a:pt x="4765951" y="221995"/>
                </a:lnTo>
                <a:lnTo>
                  <a:pt x="4821369" y="237018"/>
                </a:lnTo>
                <a:lnTo>
                  <a:pt x="4876787" y="251960"/>
                </a:lnTo>
                <a:lnTo>
                  <a:pt x="4932205" y="266748"/>
                </a:lnTo>
                <a:lnTo>
                  <a:pt x="4987623" y="281314"/>
                </a:lnTo>
                <a:lnTo>
                  <a:pt x="5043041" y="295590"/>
                </a:lnTo>
                <a:lnTo>
                  <a:pt x="5098459" y="309508"/>
                </a:lnTo>
                <a:lnTo>
                  <a:pt x="5153878" y="323004"/>
                </a:lnTo>
                <a:lnTo>
                  <a:pt x="5209296" y="336013"/>
                </a:lnTo>
                <a:lnTo>
                  <a:pt x="5264714" y="348474"/>
                </a:lnTo>
                <a:lnTo>
                  <a:pt x="5320132" y="360330"/>
                </a:lnTo>
                <a:lnTo>
                  <a:pt x="5375550" y="371524"/>
                </a:lnTo>
                <a:lnTo>
                  <a:pt x="5430968" y="382003"/>
                </a:lnTo>
                <a:lnTo>
                  <a:pt x="5486386" y="391720"/>
                </a:lnTo>
                <a:lnTo>
                  <a:pt x="5541804" y="400627"/>
                </a:lnTo>
                <a:lnTo>
                  <a:pt x="5597222" y="408684"/>
                </a:lnTo>
                <a:lnTo>
                  <a:pt x="5652640" y="415851"/>
                </a:lnTo>
                <a:lnTo>
                  <a:pt x="5708058" y="422097"/>
                </a:lnTo>
                <a:lnTo>
                  <a:pt x="5763476" y="427391"/>
                </a:lnTo>
                <a:lnTo>
                  <a:pt x="5818894" y="431708"/>
                </a:lnTo>
                <a:lnTo>
                  <a:pt x="5874312" y="435028"/>
                </a:lnTo>
                <a:lnTo>
                  <a:pt x="5929730" y="437336"/>
                </a:lnTo>
                <a:lnTo>
                  <a:pt x="5985148" y="438620"/>
                </a:lnTo>
                <a:lnTo>
                  <a:pt x="6040566" y="438876"/>
                </a:lnTo>
                <a:lnTo>
                  <a:pt x="6095984" y="438100"/>
                </a:lnTo>
                <a:lnTo>
                  <a:pt x="6151402" y="436298"/>
                </a:lnTo>
                <a:lnTo>
                  <a:pt x="6206820" y="433478"/>
                </a:lnTo>
                <a:lnTo>
                  <a:pt x="6262238" y="429652"/>
                </a:lnTo>
                <a:lnTo>
                  <a:pt x="6317656" y="424839"/>
                </a:lnTo>
                <a:lnTo>
                  <a:pt x="6373074" y="419062"/>
                </a:lnTo>
                <a:lnTo>
                  <a:pt x="6428493" y="412347"/>
                </a:lnTo>
                <a:lnTo>
                  <a:pt x="6483911" y="404726"/>
                </a:lnTo>
                <a:lnTo>
                  <a:pt x="6539329" y="396236"/>
                </a:lnTo>
                <a:lnTo>
                  <a:pt x="6594747" y="386914"/>
                </a:lnTo>
                <a:lnTo>
                  <a:pt x="6650165" y="376807"/>
                </a:lnTo>
                <a:lnTo>
                  <a:pt x="6705583" y="365960"/>
                </a:lnTo>
                <a:lnTo>
                  <a:pt x="6761001" y="354425"/>
                </a:lnTo>
                <a:lnTo>
                  <a:pt x="6816419" y="342257"/>
                </a:lnTo>
                <a:lnTo>
                  <a:pt x="6871837" y="329512"/>
                </a:lnTo>
                <a:lnTo>
                  <a:pt x="6927255" y="316249"/>
                </a:lnTo>
                <a:lnTo>
                  <a:pt x="6982673" y="302533"/>
                </a:lnTo>
                <a:lnTo>
                  <a:pt x="7038091" y="288426"/>
                </a:lnTo>
                <a:lnTo>
                  <a:pt x="7093509" y="273995"/>
                </a:lnTo>
                <a:lnTo>
                  <a:pt x="7148927" y="259308"/>
                </a:lnTo>
                <a:lnTo>
                  <a:pt x="7204345" y="244434"/>
                </a:lnTo>
                <a:lnTo>
                  <a:pt x="7259763" y="229442"/>
                </a:lnTo>
                <a:lnTo>
                  <a:pt x="7315181" y="214404"/>
                </a:lnTo>
                <a:lnTo>
                  <a:pt x="7370599" y="199389"/>
                </a:lnTo>
                <a:lnTo>
                  <a:pt x="7426017" y="184468"/>
                </a:lnTo>
                <a:lnTo>
                  <a:pt x="7481435" y="169712"/>
                </a:lnTo>
                <a:lnTo>
                  <a:pt x="7536853" y="155189"/>
                </a:lnTo>
                <a:lnTo>
                  <a:pt x="7592271" y="140969"/>
                </a:lnTo>
                <a:lnTo>
                  <a:pt x="7647689" y="127116"/>
                </a:lnTo>
                <a:lnTo>
                  <a:pt x="7703108" y="113698"/>
                </a:lnTo>
                <a:lnTo>
                  <a:pt x="7758526" y="100776"/>
                </a:lnTo>
                <a:lnTo>
                  <a:pt x="7813944" y="88411"/>
                </a:lnTo>
                <a:lnTo>
                  <a:pt x="7869362" y="76662"/>
                </a:lnTo>
                <a:lnTo>
                  <a:pt x="7924780" y="65584"/>
                </a:lnTo>
                <a:lnTo>
                  <a:pt x="7980198" y="55228"/>
                </a:lnTo>
                <a:lnTo>
                  <a:pt x="8035616" y="45643"/>
                </a:lnTo>
                <a:lnTo>
                  <a:pt x="8091034" y="36875"/>
                </a:lnTo>
                <a:lnTo>
                  <a:pt x="8146452" y="28964"/>
                </a:lnTo>
                <a:lnTo>
                  <a:pt x="8201870" y="21948"/>
                </a:lnTo>
                <a:lnTo>
                  <a:pt x="8257288" y="15859"/>
                </a:lnTo>
                <a:lnTo>
                  <a:pt x="8312706" y="10727"/>
                </a:lnTo>
                <a:lnTo>
                  <a:pt x="8368124" y="6574"/>
                </a:lnTo>
                <a:lnTo>
                  <a:pt x="8423542" y="3422"/>
                </a:lnTo>
                <a:lnTo>
                  <a:pt x="8478960" y="1284"/>
                </a:lnTo>
                <a:lnTo>
                  <a:pt x="8534378" y="170"/>
                </a:lnTo>
                <a:lnTo>
                  <a:pt x="8589796" y="87"/>
                </a:lnTo>
                <a:lnTo>
                  <a:pt x="8645214" y="1034"/>
                </a:lnTo>
                <a:lnTo>
                  <a:pt x="8700632" y="3006"/>
                </a:lnTo>
                <a:lnTo>
                  <a:pt x="8756050" y="5995"/>
                </a:lnTo>
                <a:lnTo>
                  <a:pt x="8811468" y="9987"/>
                </a:lnTo>
                <a:lnTo>
                  <a:pt x="8866886" y="14962"/>
                </a:lnTo>
                <a:lnTo>
                  <a:pt x="8922304" y="20898"/>
                </a:lnTo>
                <a:lnTo>
                  <a:pt x="8977723" y="27766"/>
                </a:lnTo>
                <a:lnTo>
                  <a:pt x="9033141" y="35534"/>
                </a:lnTo>
                <a:lnTo>
                  <a:pt x="9088559" y="44166"/>
                </a:lnTo>
                <a:lnTo>
                  <a:pt x="9143977" y="53622"/>
                </a:lnTo>
                <a:lnTo>
                  <a:pt x="9199395" y="63856"/>
                </a:lnTo>
                <a:lnTo>
                  <a:pt x="9254813" y="74821"/>
                </a:lnTo>
                <a:lnTo>
                  <a:pt x="9310231" y="86465"/>
                </a:lnTo>
                <a:lnTo>
                  <a:pt x="9365649" y="98734"/>
                </a:lnTo>
                <a:lnTo>
                  <a:pt x="9421067" y="111570"/>
                </a:lnTo>
                <a:lnTo>
                  <a:pt x="9476485" y="124912"/>
                </a:lnTo>
                <a:lnTo>
                  <a:pt x="9531903" y="138698"/>
                </a:lnTo>
                <a:lnTo>
                  <a:pt x="9587321" y="152864"/>
                </a:lnTo>
                <a:lnTo>
                  <a:pt x="9642739" y="167342"/>
                </a:lnTo>
                <a:lnTo>
                  <a:pt x="9698157" y="182065"/>
                </a:lnTo>
                <a:lnTo>
                  <a:pt x="9753575" y="196964"/>
                </a:lnTo>
                <a:lnTo>
                  <a:pt x="9808993" y="211968"/>
                </a:lnTo>
                <a:lnTo>
                  <a:pt x="9864411" y="227008"/>
                </a:lnTo>
                <a:lnTo>
                  <a:pt x="9919829" y="242011"/>
                </a:lnTo>
                <a:lnTo>
                  <a:pt x="9975247" y="256909"/>
                </a:lnTo>
                <a:lnTo>
                  <a:pt x="10030665" y="271631"/>
                </a:lnTo>
                <a:lnTo>
                  <a:pt x="10086083" y="286109"/>
                </a:lnTo>
                <a:lnTo>
                  <a:pt x="10141501" y="300272"/>
                </a:lnTo>
                <a:lnTo>
                  <a:pt x="10196919" y="314057"/>
                </a:lnTo>
                <a:lnTo>
                  <a:pt x="10252338" y="327397"/>
                </a:lnTo>
                <a:lnTo>
                  <a:pt x="10307756" y="340230"/>
                </a:lnTo>
                <a:lnTo>
                  <a:pt x="10363174" y="352496"/>
                </a:lnTo>
                <a:lnTo>
                  <a:pt x="10418592" y="364137"/>
                </a:lnTo>
                <a:lnTo>
                  <a:pt x="10474010" y="375099"/>
                </a:lnTo>
                <a:lnTo>
                  <a:pt x="10529428" y="385329"/>
                </a:lnTo>
                <a:lnTo>
                  <a:pt x="10584846" y="394781"/>
                </a:lnTo>
                <a:lnTo>
                  <a:pt x="10640264" y="403409"/>
                </a:lnTo>
                <a:lnTo>
                  <a:pt x="10695682" y="411173"/>
                </a:lnTo>
                <a:lnTo>
                  <a:pt x="10751100" y="418037"/>
                </a:lnTo>
                <a:lnTo>
                  <a:pt x="10806518" y="423968"/>
                </a:lnTo>
                <a:lnTo>
                  <a:pt x="10861936" y="428939"/>
                </a:lnTo>
                <a:lnTo>
                  <a:pt x="10917354" y="432926"/>
                </a:lnTo>
                <a:lnTo>
                  <a:pt x="10972772" y="435910"/>
                </a:lnTo>
                <a:lnTo>
                  <a:pt x="11028190" y="437878"/>
                </a:lnTo>
                <a:lnTo>
                  <a:pt x="11083608" y="438820"/>
                </a:lnTo>
                <a:lnTo>
                  <a:pt x="11139026" y="438732"/>
                </a:lnTo>
                <a:lnTo>
                  <a:pt x="11194444" y="437614"/>
                </a:lnTo>
                <a:lnTo>
                  <a:pt x="11249862" y="435471"/>
                </a:lnTo>
                <a:lnTo>
                  <a:pt x="11305280" y="432314"/>
                </a:lnTo>
                <a:lnTo>
                  <a:pt x="11360698" y="428157"/>
                </a:lnTo>
                <a:lnTo>
                  <a:pt x="11416116" y="423020"/>
                </a:lnTo>
                <a:lnTo>
                  <a:pt x="11471534" y="416926"/>
                </a:lnTo>
                <a:lnTo>
                  <a:pt x="11526953" y="409906"/>
                </a:lnTo>
                <a:lnTo>
                  <a:pt x="11582371" y="401991"/>
                </a:lnTo>
                <a:lnTo>
                  <a:pt x="11637789" y="393219"/>
                </a:lnTo>
                <a:lnTo>
                  <a:pt x="11693207" y="383630"/>
                </a:lnTo>
                <a:lnTo>
                  <a:pt x="11748625" y="373271"/>
                </a:lnTo>
                <a:lnTo>
                  <a:pt x="11804043" y="362189"/>
                </a:lnTo>
                <a:lnTo>
                  <a:pt x="11859461" y="350437"/>
                </a:lnTo>
                <a:lnTo>
                  <a:pt x="11914879" y="338070"/>
                </a:lnTo>
                <a:lnTo>
                  <a:pt x="11970297" y="325145"/>
                </a:lnTo>
                <a:lnTo>
                  <a:pt x="12025715" y="311725"/>
                </a:lnTo>
                <a:lnTo>
                  <a:pt x="12081133" y="297870"/>
                </a:lnTo>
                <a:lnTo>
                  <a:pt x="12136551" y="283648"/>
                </a:lnTo>
                <a:lnTo>
                  <a:pt x="12191969" y="269124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559553"/>
            <a:ext cx="12191969" cy="292604"/>
          </a:xfrm>
          <a:custGeom>
            <a:avLst/>
            <a:gdLst/>
            <a:ahLst/>
            <a:cxnLst/>
            <a:rect l="l" t="t" r="r" b="b"/>
            <a:pathLst>
              <a:path w="12191969" h="292604">
                <a:moveTo>
                  <a:pt x="0" y="292544"/>
                </a:moveTo>
                <a:lnTo>
                  <a:pt x="55418" y="291908"/>
                </a:lnTo>
                <a:lnTo>
                  <a:pt x="110836" y="290588"/>
                </a:lnTo>
                <a:lnTo>
                  <a:pt x="166254" y="288591"/>
                </a:lnTo>
                <a:lnTo>
                  <a:pt x="221672" y="285925"/>
                </a:lnTo>
                <a:lnTo>
                  <a:pt x="277090" y="282604"/>
                </a:lnTo>
                <a:lnTo>
                  <a:pt x="332508" y="278642"/>
                </a:lnTo>
                <a:lnTo>
                  <a:pt x="387926" y="274059"/>
                </a:lnTo>
                <a:lnTo>
                  <a:pt x="443344" y="268876"/>
                </a:lnTo>
                <a:lnTo>
                  <a:pt x="498762" y="263117"/>
                </a:lnTo>
                <a:lnTo>
                  <a:pt x="554180" y="256810"/>
                </a:lnTo>
                <a:lnTo>
                  <a:pt x="609598" y="249984"/>
                </a:lnTo>
                <a:lnTo>
                  <a:pt x="665016" y="242670"/>
                </a:lnTo>
                <a:lnTo>
                  <a:pt x="720434" y="234905"/>
                </a:lnTo>
                <a:lnTo>
                  <a:pt x="775852" y="226723"/>
                </a:lnTo>
                <a:lnTo>
                  <a:pt x="831270" y="218163"/>
                </a:lnTo>
                <a:lnTo>
                  <a:pt x="886688" y="209266"/>
                </a:lnTo>
                <a:lnTo>
                  <a:pt x="942106" y="200073"/>
                </a:lnTo>
                <a:lnTo>
                  <a:pt x="997524" y="190628"/>
                </a:lnTo>
                <a:lnTo>
                  <a:pt x="1052942" y="180974"/>
                </a:lnTo>
                <a:lnTo>
                  <a:pt x="1108360" y="171158"/>
                </a:lnTo>
                <a:lnTo>
                  <a:pt x="1163778" y="161225"/>
                </a:lnTo>
                <a:lnTo>
                  <a:pt x="1219196" y="151222"/>
                </a:lnTo>
                <a:lnTo>
                  <a:pt x="1274614" y="141195"/>
                </a:lnTo>
                <a:lnTo>
                  <a:pt x="1330033" y="131193"/>
                </a:lnTo>
                <a:lnTo>
                  <a:pt x="1385451" y="121262"/>
                </a:lnTo>
                <a:lnTo>
                  <a:pt x="1440869" y="111448"/>
                </a:lnTo>
                <a:lnTo>
                  <a:pt x="1496287" y="101798"/>
                </a:lnTo>
                <a:lnTo>
                  <a:pt x="1551705" y="92357"/>
                </a:lnTo>
                <a:lnTo>
                  <a:pt x="1607123" y="83169"/>
                </a:lnTo>
                <a:lnTo>
                  <a:pt x="1662541" y="74278"/>
                </a:lnTo>
                <a:lnTo>
                  <a:pt x="1717959" y="65725"/>
                </a:lnTo>
                <a:lnTo>
                  <a:pt x="1773377" y="57551"/>
                </a:lnTo>
                <a:lnTo>
                  <a:pt x="1828795" y="49793"/>
                </a:lnTo>
                <a:lnTo>
                  <a:pt x="1884213" y="42489"/>
                </a:lnTo>
                <a:lnTo>
                  <a:pt x="1939631" y="35672"/>
                </a:lnTo>
                <a:lnTo>
                  <a:pt x="1995049" y="29374"/>
                </a:lnTo>
                <a:lnTo>
                  <a:pt x="2050467" y="23626"/>
                </a:lnTo>
                <a:lnTo>
                  <a:pt x="2105885" y="18454"/>
                </a:lnTo>
                <a:lnTo>
                  <a:pt x="2161303" y="13883"/>
                </a:lnTo>
                <a:lnTo>
                  <a:pt x="2216721" y="9933"/>
                </a:lnTo>
                <a:lnTo>
                  <a:pt x="2272139" y="6624"/>
                </a:lnTo>
                <a:lnTo>
                  <a:pt x="2327557" y="3970"/>
                </a:lnTo>
                <a:lnTo>
                  <a:pt x="2382975" y="1986"/>
                </a:lnTo>
                <a:lnTo>
                  <a:pt x="2438393" y="679"/>
                </a:lnTo>
                <a:lnTo>
                  <a:pt x="2493811" y="56"/>
                </a:lnTo>
                <a:lnTo>
                  <a:pt x="2549229" y="119"/>
                </a:lnTo>
                <a:lnTo>
                  <a:pt x="2604648" y="869"/>
                </a:lnTo>
                <a:lnTo>
                  <a:pt x="2660066" y="2303"/>
                </a:lnTo>
                <a:lnTo>
                  <a:pt x="2715484" y="4412"/>
                </a:lnTo>
                <a:lnTo>
                  <a:pt x="2770902" y="7188"/>
                </a:lnTo>
                <a:lnTo>
                  <a:pt x="2826320" y="10618"/>
                </a:lnTo>
                <a:lnTo>
                  <a:pt x="2881738" y="14684"/>
                </a:lnTo>
                <a:lnTo>
                  <a:pt x="2937156" y="19369"/>
                </a:lnTo>
                <a:lnTo>
                  <a:pt x="2992574" y="24649"/>
                </a:lnTo>
                <a:lnTo>
                  <a:pt x="3047992" y="30502"/>
                </a:lnTo>
                <a:lnTo>
                  <a:pt x="3103410" y="36898"/>
                </a:lnTo>
                <a:lnTo>
                  <a:pt x="3158828" y="43807"/>
                </a:lnTo>
                <a:lnTo>
                  <a:pt x="3214246" y="51198"/>
                </a:lnTo>
                <a:lnTo>
                  <a:pt x="3269664" y="59036"/>
                </a:lnTo>
                <a:lnTo>
                  <a:pt x="3325082" y="67284"/>
                </a:lnTo>
                <a:lnTo>
                  <a:pt x="3380500" y="75903"/>
                </a:lnTo>
                <a:lnTo>
                  <a:pt x="3435918" y="84852"/>
                </a:lnTo>
                <a:lnTo>
                  <a:pt x="3491336" y="94090"/>
                </a:lnTo>
                <a:lnTo>
                  <a:pt x="3546754" y="103573"/>
                </a:lnTo>
                <a:lnTo>
                  <a:pt x="3602172" y="113257"/>
                </a:lnTo>
                <a:lnTo>
                  <a:pt x="3657590" y="123096"/>
                </a:lnTo>
                <a:lnTo>
                  <a:pt x="3713008" y="133044"/>
                </a:lnTo>
                <a:lnTo>
                  <a:pt x="3768426" y="143054"/>
                </a:lnTo>
                <a:lnTo>
                  <a:pt x="3823844" y="153080"/>
                </a:lnTo>
                <a:lnTo>
                  <a:pt x="3879263" y="163073"/>
                </a:lnTo>
                <a:lnTo>
                  <a:pt x="3934681" y="172988"/>
                </a:lnTo>
                <a:lnTo>
                  <a:pt x="3990099" y="182778"/>
                </a:lnTo>
                <a:lnTo>
                  <a:pt x="4045517" y="192396"/>
                </a:lnTo>
                <a:lnTo>
                  <a:pt x="4100935" y="201798"/>
                </a:lnTo>
                <a:lnTo>
                  <a:pt x="4156353" y="210939"/>
                </a:lnTo>
                <a:lnTo>
                  <a:pt x="4211771" y="219777"/>
                </a:lnTo>
                <a:lnTo>
                  <a:pt x="4267189" y="228270"/>
                </a:lnTo>
                <a:lnTo>
                  <a:pt x="4322607" y="236377"/>
                </a:lnTo>
                <a:lnTo>
                  <a:pt x="4378025" y="244062"/>
                </a:lnTo>
                <a:lnTo>
                  <a:pt x="4433443" y="251287"/>
                </a:lnTo>
                <a:lnTo>
                  <a:pt x="4488861" y="258020"/>
                </a:lnTo>
                <a:lnTo>
                  <a:pt x="4544279" y="264228"/>
                </a:lnTo>
                <a:lnTo>
                  <a:pt x="4599697" y="269881"/>
                </a:lnTo>
                <a:lnTo>
                  <a:pt x="4655115" y="274955"/>
                </a:lnTo>
                <a:lnTo>
                  <a:pt x="4710533" y="279424"/>
                </a:lnTo>
                <a:lnTo>
                  <a:pt x="4765951" y="283269"/>
                </a:lnTo>
                <a:lnTo>
                  <a:pt x="4821369" y="286469"/>
                </a:lnTo>
                <a:lnTo>
                  <a:pt x="4876787" y="289012"/>
                </a:lnTo>
                <a:lnTo>
                  <a:pt x="4932205" y="290884"/>
                </a:lnTo>
                <a:lnTo>
                  <a:pt x="4987623" y="292078"/>
                </a:lnTo>
                <a:lnTo>
                  <a:pt x="5043041" y="292587"/>
                </a:lnTo>
                <a:lnTo>
                  <a:pt x="5098459" y="292408"/>
                </a:lnTo>
                <a:lnTo>
                  <a:pt x="5153878" y="291544"/>
                </a:lnTo>
                <a:lnTo>
                  <a:pt x="5209296" y="289997"/>
                </a:lnTo>
                <a:lnTo>
                  <a:pt x="5264714" y="287776"/>
                </a:lnTo>
                <a:lnTo>
                  <a:pt x="5320132" y="284890"/>
                </a:lnTo>
                <a:lnTo>
                  <a:pt x="5375550" y="281353"/>
                </a:lnTo>
                <a:lnTo>
                  <a:pt x="5430968" y="277183"/>
                </a:lnTo>
                <a:lnTo>
                  <a:pt x="5486386" y="272397"/>
                </a:lnTo>
                <a:lnTo>
                  <a:pt x="5541804" y="267019"/>
                </a:lnTo>
                <a:lnTo>
                  <a:pt x="5597222" y="261074"/>
                </a:lnTo>
                <a:lnTo>
                  <a:pt x="5652640" y="254591"/>
                </a:lnTo>
                <a:lnTo>
                  <a:pt x="5708058" y="247598"/>
                </a:lnTo>
                <a:lnTo>
                  <a:pt x="5763476" y="240130"/>
                </a:lnTo>
                <a:lnTo>
                  <a:pt x="5818894" y="232222"/>
                </a:lnTo>
                <a:lnTo>
                  <a:pt x="5874312" y="223909"/>
                </a:lnTo>
                <a:lnTo>
                  <a:pt x="5929730" y="215233"/>
                </a:lnTo>
                <a:lnTo>
                  <a:pt x="5985148" y="206232"/>
                </a:lnTo>
                <a:lnTo>
                  <a:pt x="6040566" y="196950"/>
                </a:lnTo>
                <a:lnTo>
                  <a:pt x="6095984" y="187431"/>
                </a:lnTo>
                <a:lnTo>
                  <a:pt x="6151402" y="177718"/>
                </a:lnTo>
                <a:lnTo>
                  <a:pt x="6206820" y="167857"/>
                </a:lnTo>
                <a:lnTo>
                  <a:pt x="6262238" y="157896"/>
                </a:lnTo>
                <a:lnTo>
                  <a:pt x="6317656" y="147880"/>
                </a:lnTo>
                <a:lnTo>
                  <a:pt x="6373074" y="137856"/>
                </a:lnTo>
                <a:lnTo>
                  <a:pt x="6428493" y="127872"/>
                </a:lnTo>
                <a:lnTo>
                  <a:pt x="6483911" y="117975"/>
                </a:lnTo>
                <a:lnTo>
                  <a:pt x="6539329" y="108211"/>
                </a:lnTo>
                <a:lnTo>
                  <a:pt x="6594747" y="98625"/>
                </a:lnTo>
                <a:lnTo>
                  <a:pt x="6650165" y="89264"/>
                </a:lnTo>
                <a:lnTo>
                  <a:pt x="6705583" y="80170"/>
                </a:lnTo>
                <a:lnTo>
                  <a:pt x="6761001" y="71387"/>
                </a:lnTo>
                <a:lnTo>
                  <a:pt x="6816419" y="62956"/>
                </a:lnTo>
                <a:lnTo>
                  <a:pt x="6871837" y="54917"/>
                </a:lnTo>
                <a:lnTo>
                  <a:pt x="6927255" y="47306"/>
                </a:lnTo>
                <a:lnTo>
                  <a:pt x="6982673" y="40160"/>
                </a:lnTo>
                <a:lnTo>
                  <a:pt x="7038091" y="33513"/>
                </a:lnTo>
                <a:lnTo>
                  <a:pt x="7093509" y="27396"/>
                </a:lnTo>
                <a:lnTo>
                  <a:pt x="7148927" y="21837"/>
                </a:lnTo>
                <a:lnTo>
                  <a:pt x="7204345" y="16862"/>
                </a:lnTo>
                <a:lnTo>
                  <a:pt x="7259763" y="12496"/>
                </a:lnTo>
                <a:lnTo>
                  <a:pt x="7315181" y="8758"/>
                </a:lnTo>
                <a:lnTo>
                  <a:pt x="7370599" y="5666"/>
                </a:lnTo>
                <a:lnTo>
                  <a:pt x="7426017" y="3234"/>
                </a:lnTo>
                <a:lnTo>
                  <a:pt x="7481435" y="1474"/>
                </a:lnTo>
                <a:lnTo>
                  <a:pt x="7536853" y="395"/>
                </a:lnTo>
                <a:lnTo>
                  <a:pt x="7592271" y="0"/>
                </a:lnTo>
                <a:lnTo>
                  <a:pt x="7647689" y="293"/>
                </a:lnTo>
                <a:lnTo>
                  <a:pt x="7703108" y="1272"/>
                </a:lnTo>
                <a:lnTo>
                  <a:pt x="7758526" y="2931"/>
                </a:lnTo>
                <a:lnTo>
                  <a:pt x="7813944" y="5264"/>
                </a:lnTo>
                <a:lnTo>
                  <a:pt x="7869362" y="8259"/>
                </a:lnTo>
                <a:lnTo>
                  <a:pt x="7924780" y="11903"/>
                </a:lnTo>
                <a:lnTo>
                  <a:pt x="7980198" y="16178"/>
                </a:lnTo>
                <a:lnTo>
                  <a:pt x="8035616" y="21064"/>
                </a:lnTo>
                <a:lnTo>
                  <a:pt x="8091034" y="26538"/>
                </a:lnTo>
                <a:lnTo>
                  <a:pt x="8146452" y="32575"/>
                </a:lnTo>
                <a:lnTo>
                  <a:pt x="8201870" y="39145"/>
                </a:lnTo>
                <a:lnTo>
                  <a:pt x="8257288" y="46219"/>
                </a:lnTo>
                <a:lnTo>
                  <a:pt x="8312706" y="53763"/>
                </a:lnTo>
                <a:lnTo>
                  <a:pt x="8368124" y="61742"/>
                </a:lnTo>
                <a:lnTo>
                  <a:pt x="8423542" y="70117"/>
                </a:lnTo>
                <a:lnTo>
                  <a:pt x="8478960" y="78851"/>
                </a:lnTo>
                <a:lnTo>
                  <a:pt x="8534378" y="87901"/>
                </a:lnTo>
                <a:lnTo>
                  <a:pt x="8589796" y="97226"/>
                </a:lnTo>
                <a:lnTo>
                  <a:pt x="8645214" y="106781"/>
                </a:lnTo>
                <a:lnTo>
                  <a:pt x="8700632" y="116522"/>
                </a:lnTo>
                <a:lnTo>
                  <a:pt x="8756050" y="126402"/>
                </a:lnTo>
                <a:lnTo>
                  <a:pt x="8811468" y="136376"/>
                </a:lnTo>
                <a:lnTo>
                  <a:pt x="8866886" y="146397"/>
                </a:lnTo>
                <a:lnTo>
                  <a:pt x="8922304" y="156417"/>
                </a:lnTo>
                <a:lnTo>
                  <a:pt x="8977723" y="166390"/>
                </a:lnTo>
                <a:lnTo>
                  <a:pt x="9033141" y="176268"/>
                </a:lnTo>
                <a:lnTo>
                  <a:pt x="9088559" y="186005"/>
                </a:lnTo>
                <a:lnTo>
                  <a:pt x="9143977" y="195557"/>
                </a:lnTo>
                <a:lnTo>
                  <a:pt x="9199395" y="204876"/>
                </a:lnTo>
                <a:lnTo>
                  <a:pt x="9254813" y="213921"/>
                </a:lnTo>
                <a:lnTo>
                  <a:pt x="9310231" y="222648"/>
                </a:lnTo>
                <a:lnTo>
                  <a:pt x="9365649" y="231017"/>
                </a:lnTo>
                <a:lnTo>
                  <a:pt x="9421067" y="238988"/>
                </a:lnTo>
                <a:lnTo>
                  <a:pt x="9476485" y="246523"/>
                </a:lnTo>
                <a:lnTo>
                  <a:pt x="9531903" y="253588"/>
                </a:lnTo>
                <a:lnTo>
                  <a:pt x="9587321" y="260149"/>
                </a:lnTo>
                <a:lnTo>
                  <a:pt x="9642739" y="266175"/>
                </a:lnTo>
                <a:lnTo>
                  <a:pt x="9698157" y="271638"/>
                </a:lnTo>
                <a:lnTo>
                  <a:pt x="9753575" y="276513"/>
                </a:lnTo>
                <a:lnTo>
                  <a:pt x="9808993" y="280776"/>
                </a:lnTo>
                <a:lnTo>
                  <a:pt x="9864411" y="284408"/>
                </a:lnTo>
                <a:lnTo>
                  <a:pt x="9919829" y="287391"/>
                </a:lnTo>
                <a:lnTo>
                  <a:pt x="9975247" y="289711"/>
                </a:lnTo>
                <a:lnTo>
                  <a:pt x="10030665" y="291358"/>
                </a:lnTo>
                <a:lnTo>
                  <a:pt x="10086083" y="292324"/>
                </a:lnTo>
                <a:lnTo>
                  <a:pt x="10141501" y="292604"/>
                </a:lnTo>
                <a:lnTo>
                  <a:pt x="10196919" y="292196"/>
                </a:lnTo>
                <a:lnTo>
                  <a:pt x="10252338" y="291104"/>
                </a:lnTo>
                <a:lnTo>
                  <a:pt x="10307756" y="289331"/>
                </a:lnTo>
                <a:lnTo>
                  <a:pt x="10363174" y="286887"/>
                </a:lnTo>
                <a:lnTo>
                  <a:pt x="10418592" y="283783"/>
                </a:lnTo>
                <a:lnTo>
                  <a:pt x="10474010" y="280033"/>
                </a:lnTo>
                <a:lnTo>
                  <a:pt x="10529428" y="275655"/>
                </a:lnTo>
                <a:lnTo>
                  <a:pt x="10584846" y="270669"/>
                </a:lnTo>
                <a:lnTo>
                  <a:pt x="10640264" y="265099"/>
                </a:lnTo>
                <a:lnTo>
                  <a:pt x="10695682" y="258972"/>
                </a:lnTo>
                <a:lnTo>
                  <a:pt x="10751100" y="252315"/>
                </a:lnTo>
                <a:lnTo>
                  <a:pt x="10806518" y="245160"/>
                </a:lnTo>
                <a:lnTo>
                  <a:pt x="10861936" y="237541"/>
                </a:lnTo>
                <a:lnTo>
                  <a:pt x="10917354" y="229494"/>
                </a:lnTo>
                <a:lnTo>
                  <a:pt x="10972772" y="221056"/>
                </a:lnTo>
                <a:lnTo>
                  <a:pt x="11028190" y="212267"/>
                </a:lnTo>
                <a:lnTo>
                  <a:pt x="11083608" y="203168"/>
                </a:lnTo>
                <a:lnTo>
                  <a:pt x="11139026" y="193801"/>
                </a:lnTo>
                <a:lnTo>
                  <a:pt x="11194444" y="184212"/>
                </a:lnTo>
                <a:lnTo>
                  <a:pt x="11249862" y="174445"/>
                </a:lnTo>
                <a:lnTo>
                  <a:pt x="11305280" y="164546"/>
                </a:lnTo>
                <a:lnTo>
                  <a:pt x="11360698" y="154561"/>
                </a:lnTo>
                <a:lnTo>
                  <a:pt x="11416116" y="144537"/>
                </a:lnTo>
                <a:lnTo>
                  <a:pt x="11471534" y="134521"/>
                </a:lnTo>
                <a:lnTo>
                  <a:pt x="11526953" y="124561"/>
                </a:lnTo>
                <a:lnTo>
                  <a:pt x="11582371" y="114703"/>
                </a:lnTo>
                <a:lnTo>
                  <a:pt x="11637789" y="104994"/>
                </a:lnTo>
                <a:lnTo>
                  <a:pt x="11693207" y="95478"/>
                </a:lnTo>
                <a:lnTo>
                  <a:pt x="11748625" y="86201"/>
                </a:lnTo>
                <a:lnTo>
                  <a:pt x="11804043" y="77206"/>
                </a:lnTo>
                <a:lnTo>
                  <a:pt x="11859461" y="68536"/>
                </a:lnTo>
                <a:lnTo>
                  <a:pt x="11914879" y="60231"/>
                </a:lnTo>
                <a:lnTo>
                  <a:pt x="11970297" y="52330"/>
                </a:lnTo>
                <a:lnTo>
                  <a:pt x="12025715" y="44871"/>
                </a:lnTo>
                <a:lnTo>
                  <a:pt x="12081133" y="37888"/>
                </a:lnTo>
                <a:lnTo>
                  <a:pt x="12136551" y="31414"/>
                </a:lnTo>
                <a:lnTo>
                  <a:pt x="12191969" y="2548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2615184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3685032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 H A P T 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957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FFT 长度策略：统一公式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4670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FFT Length &amp; Unified Formula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77056"/>
            <a:ext cx="7680960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078224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全篇只有一条参数公式：</a:t>
            </a:r>
            <a:r>
              <a:rPr sz="13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uₚ = q · N / (L · s)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。选 L = N/s，峰值 bin 编号就直接等于投影仪坐标。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FFT 长度策略：统一公式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31 / 67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符号澄清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M / N / L 三个符号不能混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三个字母都在公式里出现，但物理含义完全不同；混用是这一章绝大多数误区的根源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32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5201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符号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8013" y="1883664"/>
            <a:ext cx="1851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名称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9022" y="1883664"/>
            <a:ext cx="42184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物理含义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6898" y="1883664"/>
            <a:ext cx="214741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3765" y="1883664"/>
            <a:ext cx="12598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典型取值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5176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2249424"/>
            <a:ext cx="52018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8013" y="2249424"/>
            <a:ext cx="1851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num_frequencies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9022" y="2249424"/>
            <a:ext cx="42184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实际采集的频率个数（真实观测样本数）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6898" y="2249424"/>
            <a:ext cx="214741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NUM_FREQUENCIES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3765" y="2249424"/>
            <a:ext cx="12598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151 或 301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48640" y="305409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2651760"/>
            <a:ext cx="52018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8013" y="2651760"/>
            <a:ext cx="1851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proj_dim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9022" y="2651760"/>
            <a:ext cx="42184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投影仪在该方向的分辨率（坐标总数）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6898" y="2651760"/>
            <a:ext cx="214741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PROJECTOR_WIDTH / HEIGHT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3765" y="2651760"/>
            <a:ext cx="12598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1920 或 1080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45643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3054096"/>
            <a:ext cx="52018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8013" y="3054096"/>
            <a:ext cx="1851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fft_length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9022" y="3054096"/>
            <a:ext cx="42184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FFT 点数 = 候选 bin 的个数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6898" y="3054096"/>
            <a:ext cx="214741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fft_length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3765" y="3054096"/>
            <a:ext cx="12598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 或 2N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456432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48640" y="385876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3456432"/>
            <a:ext cx="52018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8013" y="3456432"/>
            <a:ext cx="1851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frequency_step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69022" y="3456432"/>
            <a:ext cx="42184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相邻频率之间的步长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6898" y="3456432"/>
            <a:ext cx="214741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FREQUENCY_STEP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73765" y="3456432"/>
            <a:ext cx="12598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1.0 或 0.5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426110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8368" y="3858768"/>
            <a:ext cx="52018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8013" y="3858768"/>
            <a:ext cx="1851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freq_index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69022" y="3858768"/>
            <a:ext cx="42184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峰值所在的那个 bin 编号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6898" y="3858768"/>
            <a:ext cx="214741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np.argmax(...)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73765" y="3858768"/>
            <a:ext cx="12598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0 … L−1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729124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记住这三句话就够了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M 决定「测到了多少信息」：M 越大，正确峰的同相叠加项越多，峰越尖、越抗噪。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L 决定「在多少个候选上评价」：L 越大，bin 网格越密，但不会增加任何新信息。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N 来自投影仪硬件，是相位公式的分母 —— 它和 M 没有任何关系，这是最常被写错的一处。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核心推导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统一公式：从匹配条件到坐标换算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让 FFT 的某个 bin 恰好对上信号的相位斜率，就得到 uₚ 的表达式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33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2013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0836" y="1883664"/>
            <a:ext cx="383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表达式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868" y="1883664"/>
            <a:ext cx="45837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说明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67004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2249424"/>
            <a:ext cx="20130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① 理想复信号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0836" y="2249424"/>
            <a:ext cx="38395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D[k] ≈ A · exp( j·2π·s·k·uₚ / N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868" y="2249424"/>
            <a:ext cx="45837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相位随 k 线性增长，斜率为 α = s·uₚ / 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70048"/>
            <a:ext cx="11094689" cy="420624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8640" y="309067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2670048"/>
            <a:ext cx="20130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② FFT 的匹配斜率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0836" y="2670048"/>
            <a:ext cx="38395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β_q = q /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868" y="2670048"/>
            <a:ext cx="45837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FFT 用候选速率反向旋转这条信号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51129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090672"/>
            <a:ext cx="20130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③ 峰值条件（斜率相等）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0836" y="3090672"/>
            <a:ext cx="38395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q / L = s · uₚ / 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868" y="3090672"/>
            <a:ext cx="45837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残余相位为零 ⇒ M 项同相叠加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11296"/>
            <a:ext cx="11094689" cy="420624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48640" y="393192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511296"/>
            <a:ext cx="20130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④ 移项解出坐标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0836" y="3511296"/>
            <a:ext cx="38395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q · N = L · s · uₚ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868" y="3511296"/>
            <a:ext cx="45837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纯代数整理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35254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3931920"/>
            <a:ext cx="20130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⑤ 统一公式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0836" y="3931920"/>
            <a:ext cx="38395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uₚ = q · N / (L · 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868" y="3931920"/>
            <a:ext cx="45837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工程写法 disparity = q · coord_scale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443984"/>
            <a:ext cx="11094689" cy="694944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6072" y="4526280"/>
            <a:ext cx="50292" cy="53035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443984"/>
            <a:ext cx="10728929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希望 q 本身就等于 uₚ   ⇒   coord_scale = N / (L·s) = 1   ⇒   L = N / 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232958"/>
            <a:ext cx="11094689" cy="820369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顺理成章的下一步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这条公式同时解释了标准模式（s = 1.0）与半步模式（s = 0.5），因此代码里不需要写两个分支。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几何直觉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匹配条件在几何上意味着什么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信号在复平面上以 α 的速率旋转；FFT 用 β_q 的速率反向旋转去「对齐」它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34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410184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83664"/>
            <a:ext cx="50292" cy="9144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α 小 → 慢旋转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14016"/>
            <a:ext cx="4989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uₚ 小，相邻频率间相位增量小，向量几乎不转向。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1883664"/>
            <a:ext cx="5410184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144" y="1883664"/>
            <a:ext cx="50292" cy="9144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α 中 → 中等旋转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888" y="2414016"/>
            <a:ext cx="4989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uₚ 居中，M 项向量沿圆弧均匀铺开。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80944"/>
            <a:ext cx="5410184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80944"/>
            <a:ext cx="50292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4553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α 大 → 快旋转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511296"/>
            <a:ext cx="4989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uₚ 大，相位增量大；当 α 超过 1/2 会发生周期性折叠。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144" y="2980944"/>
            <a:ext cx="5410184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144" y="2980944"/>
            <a:ext cx="50292" cy="914400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0888" y="314553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匹配 α = β_q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888" y="3511296"/>
            <a:ext cx="4989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反向旋转后全部向量指向同一方向，叠加长度达到 M·|A|。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59936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同一件事的两种写法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70832"/>
            <a:ext cx="11094689" cy="1463039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·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· 2π · α ·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)        相位随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线性增长，斜率 α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·uₚ/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Σ_k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·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 −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·2π · β_q ·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)  用候选速率 β_q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反向旋转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· Σ_k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·2π·(α − β_q)·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)     残余斜率 (α − β_q) 决定叠加结果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→  α = β_q 时残余为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，|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| 达到最大值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推荐策略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为什么推荐让 coord_scale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最理想的工程状态：FFT 峰值 bin 编号 q 本身就是投影仪坐标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35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3310128" cy="713232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1965960"/>
            <a:ext cx="50292" cy="5486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883664"/>
            <a:ext cx="294436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coord_scale = N / (L·s)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86783" y="2240280"/>
            <a:ext cx="566929" cy="0"/>
          </a:xfrm>
          <a:prstGeom prst="line">
            <a:avLst/>
          </a:prstGeom>
          <a:ln w="22225">
            <a:solidFill>
              <a:srgbClr val="F29F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81727" y="1883664"/>
            <a:ext cx="28346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29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3" y="1883664"/>
            <a:ext cx="257860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coord_scale = 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44383" y="2240280"/>
            <a:ext cx="566928" cy="0"/>
          </a:xfrm>
          <a:prstGeom prst="line">
            <a:avLst/>
          </a:prstGeom>
          <a:ln w="22225">
            <a:solidFill>
              <a:srgbClr val="F29F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39327" y="1883664"/>
            <a:ext cx="2752344" cy="713232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59" y="1965960"/>
            <a:ext cx="50292" cy="5486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1883664"/>
            <a:ext cx="23865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L = N /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834640"/>
            <a:ext cx="5358384" cy="79446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907792"/>
            <a:ext cx="50292" cy="648157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29535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q 的语义清楚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218688"/>
            <a:ext cx="4937760" cy="337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argmax 输出的 bin 编号 q 直接就是投影仪坐标，不需要额外换算。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75405"/>
            <a:ext cx="5358384" cy="79446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848557"/>
            <a:ext cx="50292" cy="648157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89427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无需额外缩放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159453"/>
            <a:ext cx="4937760" cy="337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disparity ≈ q，峰值位置与物理坐标一一对应。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16170"/>
            <a:ext cx="5358384" cy="79446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789322"/>
            <a:ext cx="50292" cy="648157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83504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输出步长 1px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100218"/>
            <a:ext cx="4937760" cy="337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坐标最小单位约为 1 个投影仪像素，避免大步长量化。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2834640"/>
            <a:ext cx="5349240" cy="79446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91072" y="2907792"/>
            <a:ext cx="50292" cy="648157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2953512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支持 s = 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218688"/>
            <a:ext cx="4928616" cy="337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半步长时 FFT 长度自动变为 2N，coord_scale 仍为 1。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91072" y="3775405"/>
            <a:ext cx="5349240" cy="79446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91072" y="3848557"/>
            <a:ext cx="50292" cy="648157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894277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有效区固定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4159453"/>
            <a:ext cx="4928616" cy="337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只在前 N 个 bin 中搜索，负频率区不参与决策。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91072" y="4716170"/>
            <a:ext cx="5349240" cy="79446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4789322"/>
            <a:ext cx="50292" cy="648157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4835042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一处公式统一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5100218"/>
            <a:ext cx="4928616" cy="337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fft_length = round(N/s) 同时覆盖两种步长，无需两个分支。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情况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情况 A：s = 1.0，L =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标准模式的参数组合，也是最容易理解的一种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36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355192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56816"/>
            <a:ext cx="50292" cy="95097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75104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s =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14016"/>
            <a:ext cx="3222741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频率步长为 1，频率取 0, 1, …, M−1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21" y="1883664"/>
            <a:ext cx="355192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21" y="1956816"/>
            <a:ext cx="50292" cy="95097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2901" y="1975104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L =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2901" y="2414016"/>
            <a:ext cx="3222741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fft_length = round(N / 1.0) = proj_dim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1403" y="1883664"/>
            <a:ext cx="355192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1403" y="1956816"/>
            <a:ext cx="50292" cy="95097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4283" y="1975104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coord_scale 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4283" y="2414016"/>
            <a:ext cx="3222741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N / (L·s) = N / (N·1) =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127248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127248"/>
            <a:ext cx="19172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方向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5123" y="3127248"/>
            <a:ext cx="224603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N（proj_dim）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0609" y="3127248"/>
            <a:ext cx="15063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 = fft_length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450" y="3127248"/>
            <a:ext cx="16707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valid_length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6656" y="3127248"/>
            <a:ext cx="26569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输出的坐标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96849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493008"/>
            <a:ext cx="191729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水平条纹 hor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95123" y="3493008"/>
            <a:ext cx="224603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1080（投影仪高）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0609" y="3493008"/>
            <a:ext cx="150638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1080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450" y="3493008"/>
            <a:ext cx="167075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1080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76656" y="3493008"/>
            <a:ext cx="265694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投影仪行坐标 yₚ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68496"/>
            <a:ext cx="11094689" cy="47548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48640" y="4443983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3968496"/>
            <a:ext cx="191729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垂直条纹 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95123" y="3968496"/>
            <a:ext cx="224603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1920（投影仪宽）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60609" y="3968496"/>
            <a:ext cx="150638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1920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86450" y="3968496"/>
            <a:ext cx="167075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1920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76656" y="3968496"/>
            <a:ext cx="265694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投影仪列坐标 xₚ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645151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为什么这种配置最舒服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L = N 时 FFT 的 bin 0 … N−1 恰好与投影仪像素编号 0 … N−1 一一对应，q 就是坐标。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结果是整数像素级定位，理论量化误差约 ±0.5 像素。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这是最容易讲清、也最容易验证正确性的一种配置，推荐作为默认。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情况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情况 B：s = 0.5，L = 2N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半步长时 FFT 长度自动翻倍，但有效区仍然是前 N 个 bin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37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8533" y="420624"/>
            <a:ext cx="1034795" cy="256032"/>
          </a:xfrm>
          <a:prstGeom prst="roundRect">
            <a:avLst>
              <a:gd name="adj" fmla="val 14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8533" y="457200"/>
            <a:ext cx="10347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主线当前配置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5358384" cy="694944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" y="1965960"/>
            <a:ext cx="50292" cy="53035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883664"/>
            <a:ext cx="499262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 = round(N / 0.5) = 2N = 3840（ver）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883664"/>
            <a:ext cx="5349240" cy="694944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8504" y="1965960"/>
            <a:ext cx="50292" cy="53035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883664"/>
            <a:ext cx="49834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coord_scale = N / (2N · 0.5) =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724912"/>
            <a:ext cx="203284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bin 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0673" y="2724912"/>
            <a:ext cx="14489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9047" y="2724912"/>
            <a:ext cx="47856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物理含义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4170" y="2724912"/>
            <a:ext cx="194943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是否参与 argmax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60273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090672"/>
            <a:ext cx="203284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bin 0 … N−1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0673" y="3090672"/>
            <a:ext cx="144891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 = 1920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9047" y="3090672"/>
            <a:ext cx="47856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有效投影仪坐标 0 … 1919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4170" y="3090672"/>
            <a:ext cx="194943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✔ 参与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02736"/>
            <a:ext cx="11094689" cy="512064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48640" y="411480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3602736"/>
            <a:ext cx="203284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bin N … 2N−1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10673" y="3602736"/>
            <a:ext cx="144891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 = 1920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9047" y="3602736"/>
            <a:ext cx="47856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负频率 / 周期重复区，物理上无效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4170" y="3602736"/>
            <a:ext cx="194943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✘ 必须裁掉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34256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裁掉负频率区是半步长下的强制性步骤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645152"/>
            <a:ext cx="11094689" cy="106513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=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D_block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</a:t>
            </a:r>
            <a:r>
              <a:rPr sz="11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(2N, bh, bw)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abs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)[: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           </a:t>
            </a:r>
            <a:r>
              <a:rPr sz="11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只取前 N 个 bin，valid_length = proj_dim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idx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=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argmax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          </a:t>
            </a:r>
            <a:r>
              <a:rPr sz="11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在有效区内搜索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disparity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idx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  <a:r>
              <a:rPr sz="11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           </a:t>
            </a:r>
            <a:r>
              <a:rPr sz="11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coord_scale =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情况 C（反例）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情况 C：旧方案 L = M 带来的量化阶梯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把 FFT 长度设成频率个数 M，bin 就不再对应投影仪像素，坐标被压进很粗的离散格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38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8533" y="420624"/>
            <a:ext cx="1034795" cy="256032"/>
          </a:xfrm>
          <a:prstGeom prst="roundRect">
            <a:avLst>
              <a:gd name="adj" fmla="val 14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8533" y="457200"/>
            <a:ext cx="10347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历史问题复盘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355192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956816"/>
            <a:ext cx="50292" cy="95097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75104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L = M = 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14016"/>
            <a:ext cx="3222741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旧配置：FFT 长度等于采集频率数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21" y="1883664"/>
            <a:ext cx="355192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21" y="1956816"/>
            <a:ext cx="50292" cy="95097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2901" y="1975104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Δu = N/M ≈ 5.65 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901" y="2414016"/>
            <a:ext cx="3222741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相邻可选坐标之间的最小间隔（N = 1920）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1403" y="1883664"/>
            <a:ext cx="355192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1403" y="1956816"/>
            <a:ext cx="50292" cy="95097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4283" y="1975104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最大误差 ≈ ±2.65 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4283" y="2414016"/>
            <a:ext cx="3222741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理想信号下的实测偏差上限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017520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19994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真实投影仪坐标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77305" y="3017520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 = M 修复前（旧）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5889" y="3017520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 = N 修复后（推荐）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4473" y="3017520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说明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749039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3383279"/>
            <a:ext cx="19994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7305" y="3383279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101.65（误差 1.65）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5889" y="3383279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100（误差 0）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4473" y="3383279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被压到最近的粗 bin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49039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48640" y="411480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3749039"/>
            <a:ext cx="19994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77305" y="3749039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502.59（误差 2.59）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5889" y="3749039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500（误差 0）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4473" y="3749039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同上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448056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4114800"/>
            <a:ext cx="19994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957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77305" y="4114800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954.35（误差 2.65）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5889" y="4114800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957（误差 0）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4473" y="4114800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误差最大的一档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480560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548640" y="484632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8368" y="4480560"/>
            <a:ext cx="19994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1500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77305" y="4480560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1502.12（误差 2.12）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5889" y="4480560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1500（误差 0）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4473" y="4480560"/>
            <a:ext cx="27391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同上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029200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为什么会变成点云上的台阶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量化阶梯的后果：相邻相机像素解码成同一个投影仪坐标 → 对应关系不连续 → 三角化出现条带、断层或层状结构。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根本原因是 q 的取值太少，不是乘法缩放不够 —— 加一个系数改不了 bin 的疏密。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半步长下更严重：M = 301 时 Δu ≈ 6.38 像素（ver 方向），hor 方向约 3.59 像素。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零填充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补零到底做了什么，没做什么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np.fft.fft(D, n=L) 在 M &lt; L 时自动补零；它改变的是评价网格，不是信息量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39 / 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np.fft.fft 的补零语义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58384" cy="1389888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numpy 的补零发生在 FFT 计算内部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D_padded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[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], …,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],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…,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 └─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个真实观测 ─┘  └─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−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个零 ─┘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Σ_{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}^{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}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D_padded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·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(−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·2π·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≡ Σ_{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}^{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}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·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exp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(−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·2π·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83664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956816"/>
            <a:ext cx="50292" cy="61158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00253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M 决定求和项数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67712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真正参与累加的只有 M 个真实观测，补进去的零不贡献任何信号。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787853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2861005"/>
            <a:ext cx="50292" cy="611581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906725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L 决定评价位置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71901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在 q = 0 … L−1 这 L 个候选频率上求值，网格间隔为 1/L。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692042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3765194"/>
            <a:ext cx="50292" cy="61158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81091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等价于频谱重采样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076090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补零 = 对隐式连续频谱在更密的点上重新采样（sinc 插值后的采样）。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4596231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4669383"/>
            <a:ext cx="50292" cy="611581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715103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不提升信噪比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980279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也不创造新的高频信息；信息量始终由 M 决定。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5500420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5573572"/>
            <a:ext cx="50292" cy="61158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5619292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但确实提升定位精度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5884468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对于「峰值落在哪个坐标」这件事，网格变密直接消除了粗量化。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代码落地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统一公式在主线代码中的落地位置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两处实现、一处重复：_calc_fft_params / _get_fft_params / FSM_visualize 的 _get_fft_length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40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83664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① 文档串已写明公式（源码注释）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5358384" cy="2157984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模块级真源（FSM_decode_core.py:394-438）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_calc_fft_params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frequency_step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frequency_step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== 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1.0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1.0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round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frequency_step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/ 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frequency_step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883664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② 类方法：返回顺序不同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194560"/>
            <a:ext cx="5349240" cy="2157984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类方法（FSM_decode_core.py:894-912）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_get_fft_params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direction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num_frequencies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proj_height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direction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== </a:t>
            </a:r>
            <a:r>
              <a:rPr sz="950">
                <a:solidFill>
                  <a:srgbClr val="F5C46B"/>
                </a:solidFill>
                <a:latin typeface="Consolas"/>
                <a:ea typeface="Consolas"/>
                <a:cs typeface="Consolas"/>
              </a:rPr>
              <a:t>"hor"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proj_width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:910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...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:912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    ↑ 返回顺序与模块级函数不同：注意别接错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负频率裁切（没有字面的 C[:proj_dim]）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C_magnitude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:, :]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:1148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15307"/>
            <a:ext cx="11094689" cy="1538020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阅读代码时的三个提醒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源码注释 FSM_decode_core.py:401-403 原文就写着推导：q/L = s·u/N ⇒ u = q·proj_dim/(L·s)，令 coord_scale = 1 则 L = proj_dim/s。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两份说明文档（FSM_method_explanation.md、modification_analysis.md）记录的仍是旧的「fft_length = M、coord_scale = proj_dim/M」两分支写法，已经滞后于代码。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FSM_visualize.py:95-104 复制了一份等价逻辑，改参数策略时需要同步两处。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边界条件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统一公式成立的两个前提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公式本身很短，但有两条隐含前提，破坏其中任何一条都会得到越界或错位的结果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长度策略：统一公式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41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9800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56816"/>
            <a:ext cx="50292" cy="8337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02536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前提一：valid_length = proj_dim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267712"/>
            <a:ext cx="10674065" cy="522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有效坐标只有 0 … N−1 共 N 个。若不在 argmax 前裁掉后面 2N−N 个负频率 bin，就会输出超过投影仪范围的非法坐标（源码注释 FSM_decode_core.py:861-865 专门说明了这一点）。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0052"/>
            <a:ext cx="11094689" cy="9800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83204"/>
            <a:ext cx="50292" cy="8337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128924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前提二：fft_length = round(N / 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394100"/>
            <a:ext cx="10674065" cy="522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步长改变的是「k 每加 1 相位转多少」，因此 FFT 长度必须同步改变。若沿用 step = 1.0 时的 L = N 去跑 s = 0.5，坐标会系统性偏移一倍。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36440"/>
            <a:ext cx="11094689" cy="9800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09592"/>
            <a:ext cx="50292" cy="83378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255312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边界处的两个工程细节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520488"/>
            <a:ext cx="10674065" cy="522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① fft_length 用 int(round(...)) 取整，coord_scale 用通式回算而不是硬写 1.0，这样 proj_dim 不能被步长整除时也不会引入系统偏差。② 亚像素质心细化时，邻域索引用 % fft_length 环绕取值，与搜索窗口 valid_length 不是同一个长度。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19141"/>
            <a:ext cx="11094689" cy="1034186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一句话总结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结论：FFT 长度不是「越大越好」的自由参数，而是由 N 与 s 唯一确定的量。超过 N/s 只是对同一条频谱做更细的插值，既不会提高精度，也不会提高抗噪能力，只会线性增加计算量。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10915"/>
            <a:ext cx="12191969" cy="438905"/>
          </a:xfrm>
          <a:custGeom>
            <a:avLst/>
            <a:gdLst/>
            <a:ahLst/>
            <a:cxnLst/>
            <a:rect l="l" t="t" r="r" b="b"/>
            <a:pathLst>
              <a:path w="12191969" h="438905">
                <a:moveTo>
                  <a:pt x="0" y="304913"/>
                </a:moveTo>
                <a:lnTo>
                  <a:pt x="55418" y="318556"/>
                </a:lnTo>
                <a:lnTo>
                  <a:pt x="110836" y="331734"/>
                </a:lnTo>
                <a:lnTo>
                  <a:pt x="166254" y="344385"/>
                </a:lnTo>
                <a:lnTo>
                  <a:pt x="221672" y="356449"/>
                </a:lnTo>
                <a:lnTo>
                  <a:pt x="277090" y="367869"/>
                </a:lnTo>
                <a:lnTo>
                  <a:pt x="332508" y="378593"/>
                </a:lnTo>
                <a:lnTo>
                  <a:pt x="387926" y="388569"/>
                </a:lnTo>
                <a:lnTo>
                  <a:pt x="443344" y="397751"/>
                </a:lnTo>
                <a:lnTo>
                  <a:pt x="498762" y="406095"/>
                </a:lnTo>
                <a:lnTo>
                  <a:pt x="554180" y="413563"/>
                </a:lnTo>
                <a:lnTo>
                  <a:pt x="609598" y="420119"/>
                </a:lnTo>
                <a:lnTo>
                  <a:pt x="665016" y="425733"/>
                </a:lnTo>
                <a:lnTo>
                  <a:pt x="720434" y="430378"/>
                </a:lnTo>
                <a:lnTo>
                  <a:pt x="775852" y="434033"/>
                </a:lnTo>
                <a:lnTo>
                  <a:pt x="831270" y="436680"/>
                </a:lnTo>
                <a:lnTo>
                  <a:pt x="886688" y="438306"/>
                </a:lnTo>
                <a:lnTo>
                  <a:pt x="942106" y="438905"/>
                </a:lnTo>
                <a:lnTo>
                  <a:pt x="997524" y="438473"/>
                </a:lnTo>
                <a:lnTo>
                  <a:pt x="1052942" y="437013"/>
                </a:lnTo>
                <a:lnTo>
                  <a:pt x="1108360" y="434530"/>
                </a:lnTo>
                <a:lnTo>
                  <a:pt x="1163778" y="431038"/>
                </a:lnTo>
                <a:lnTo>
                  <a:pt x="1219196" y="426552"/>
                </a:lnTo>
                <a:lnTo>
                  <a:pt x="1274614" y="421093"/>
                </a:lnTo>
                <a:lnTo>
                  <a:pt x="1330033" y="414688"/>
                </a:lnTo>
                <a:lnTo>
                  <a:pt x="1385451" y="407365"/>
                </a:lnTo>
                <a:lnTo>
                  <a:pt x="1440869" y="399160"/>
                </a:lnTo>
                <a:lnTo>
                  <a:pt x="1496287" y="390111"/>
                </a:lnTo>
                <a:lnTo>
                  <a:pt x="1551705" y="380260"/>
                </a:lnTo>
                <a:lnTo>
                  <a:pt x="1607123" y="369655"/>
                </a:lnTo>
                <a:lnTo>
                  <a:pt x="1662541" y="358344"/>
                </a:lnTo>
                <a:lnTo>
                  <a:pt x="1717959" y="346380"/>
                </a:lnTo>
                <a:lnTo>
                  <a:pt x="1773377" y="333820"/>
                </a:lnTo>
                <a:lnTo>
                  <a:pt x="1828795" y="320724"/>
                </a:lnTo>
                <a:lnTo>
                  <a:pt x="1884213" y="307151"/>
                </a:lnTo>
                <a:lnTo>
                  <a:pt x="1939631" y="293167"/>
                </a:lnTo>
                <a:lnTo>
                  <a:pt x="1995049" y="278837"/>
                </a:lnTo>
                <a:lnTo>
                  <a:pt x="2050467" y="264228"/>
                </a:lnTo>
                <a:lnTo>
                  <a:pt x="2105885" y="249408"/>
                </a:lnTo>
                <a:lnTo>
                  <a:pt x="2161303" y="234448"/>
                </a:lnTo>
                <a:lnTo>
                  <a:pt x="2216721" y="219417"/>
                </a:lnTo>
                <a:lnTo>
                  <a:pt x="2272139" y="204387"/>
                </a:lnTo>
                <a:lnTo>
                  <a:pt x="2327557" y="189427"/>
                </a:lnTo>
                <a:lnTo>
                  <a:pt x="2382975" y="174608"/>
                </a:lnTo>
                <a:lnTo>
                  <a:pt x="2438393" y="160000"/>
                </a:lnTo>
                <a:lnTo>
                  <a:pt x="2493811" y="145671"/>
                </a:lnTo>
                <a:lnTo>
                  <a:pt x="2549229" y="131689"/>
                </a:lnTo>
                <a:lnTo>
                  <a:pt x="2604648" y="118119"/>
                </a:lnTo>
                <a:lnTo>
                  <a:pt x="2660066" y="105024"/>
                </a:lnTo>
                <a:lnTo>
                  <a:pt x="2715484" y="92467"/>
                </a:lnTo>
                <a:lnTo>
                  <a:pt x="2770902" y="80507"/>
                </a:lnTo>
                <a:lnTo>
                  <a:pt x="2826320" y="69199"/>
                </a:lnTo>
                <a:lnTo>
                  <a:pt x="2881738" y="58596"/>
                </a:lnTo>
                <a:lnTo>
                  <a:pt x="2937156" y="48750"/>
                </a:lnTo>
                <a:lnTo>
                  <a:pt x="2992574" y="39704"/>
                </a:lnTo>
                <a:lnTo>
                  <a:pt x="3047992" y="31503"/>
                </a:lnTo>
                <a:lnTo>
                  <a:pt x="3103410" y="24185"/>
                </a:lnTo>
                <a:lnTo>
                  <a:pt x="3158828" y="17784"/>
                </a:lnTo>
                <a:lnTo>
                  <a:pt x="3214246" y="12330"/>
                </a:lnTo>
                <a:lnTo>
                  <a:pt x="3269664" y="7848"/>
                </a:lnTo>
                <a:lnTo>
                  <a:pt x="3325082" y="4360"/>
                </a:lnTo>
                <a:lnTo>
                  <a:pt x="3380500" y="1883"/>
                </a:lnTo>
                <a:lnTo>
                  <a:pt x="3435918" y="427"/>
                </a:lnTo>
                <a:lnTo>
                  <a:pt x="3491336" y="0"/>
                </a:lnTo>
                <a:lnTo>
                  <a:pt x="3546754" y="604"/>
                </a:lnTo>
                <a:lnTo>
                  <a:pt x="3602172" y="2235"/>
                </a:lnTo>
                <a:lnTo>
                  <a:pt x="3657590" y="4887"/>
                </a:lnTo>
                <a:lnTo>
                  <a:pt x="3713008" y="8546"/>
                </a:lnTo>
                <a:lnTo>
                  <a:pt x="3768426" y="13196"/>
                </a:lnTo>
                <a:lnTo>
                  <a:pt x="3823844" y="18814"/>
                </a:lnTo>
                <a:lnTo>
                  <a:pt x="3879263" y="25375"/>
                </a:lnTo>
                <a:lnTo>
                  <a:pt x="3934681" y="32847"/>
                </a:lnTo>
                <a:lnTo>
                  <a:pt x="3990099" y="41196"/>
                </a:lnTo>
                <a:lnTo>
                  <a:pt x="4045517" y="50381"/>
                </a:lnTo>
                <a:lnTo>
                  <a:pt x="4100935" y="60361"/>
                </a:lnTo>
                <a:lnTo>
                  <a:pt x="4156353" y="71088"/>
                </a:lnTo>
                <a:lnTo>
                  <a:pt x="4211771" y="82512"/>
                </a:lnTo>
                <a:lnTo>
                  <a:pt x="4267189" y="94578"/>
                </a:lnTo>
                <a:lnTo>
                  <a:pt x="4322607" y="107232"/>
                </a:lnTo>
                <a:lnTo>
                  <a:pt x="4378025" y="120412"/>
                </a:lnTo>
                <a:lnTo>
                  <a:pt x="4433443" y="134057"/>
                </a:lnTo>
                <a:lnTo>
                  <a:pt x="4488861" y="148104"/>
                </a:lnTo>
                <a:lnTo>
                  <a:pt x="4544279" y="162485"/>
                </a:lnTo>
                <a:lnTo>
                  <a:pt x="4599697" y="177135"/>
                </a:lnTo>
                <a:lnTo>
                  <a:pt x="4655115" y="191982"/>
                </a:lnTo>
                <a:lnTo>
                  <a:pt x="4710533" y="206959"/>
                </a:lnTo>
                <a:lnTo>
                  <a:pt x="4765951" y="221995"/>
                </a:lnTo>
                <a:lnTo>
                  <a:pt x="4821369" y="237018"/>
                </a:lnTo>
                <a:lnTo>
                  <a:pt x="4876787" y="251960"/>
                </a:lnTo>
                <a:lnTo>
                  <a:pt x="4932205" y="266748"/>
                </a:lnTo>
                <a:lnTo>
                  <a:pt x="4987623" y="281314"/>
                </a:lnTo>
                <a:lnTo>
                  <a:pt x="5043041" y="295590"/>
                </a:lnTo>
                <a:lnTo>
                  <a:pt x="5098459" y="309508"/>
                </a:lnTo>
                <a:lnTo>
                  <a:pt x="5153878" y="323004"/>
                </a:lnTo>
                <a:lnTo>
                  <a:pt x="5209296" y="336013"/>
                </a:lnTo>
                <a:lnTo>
                  <a:pt x="5264714" y="348474"/>
                </a:lnTo>
                <a:lnTo>
                  <a:pt x="5320132" y="360330"/>
                </a:lnTo>
                <a:lnTo>
                  <a:pt x="5375550" y="371524"/>
                </a:lnTo>
                <a:lnTo>
                  <a:pt x="5430968" y="382003"/>
                </a:lnTo>
                <a:lnTo>
                  <a:pt x="5486386" y="391720"/>
                </a:lnTo>
                <a:lnTo>
                  <a:pt x="5541804" y="400627"/>
                </a:lnTo>
                <a:lnTo>
                  <a:pt x="5597222" y="408684"/>
                </a:lnTo>
                <a:lnTo>
                  <a:pt x="5652640" y="415851"/>
                </a:lnTo>
                <a:lnTo>
                  <a:pt x="5708058" y="422097"/>
                </a:lnTo>
                <a:lnTo>
                  <a:pt x="5763476" y="427391"/>
                </a:lnTo>
                <a:lnTo>
                  <a:pt x="5818894" y="431708"/>
                </a:lnTo>
                <a:lnTo>
                  <a:pt x="5874312" y="435028"/>
                </a:lnTo>
                <a:lnTo>
                  <a:pt x="5929730" y="437336"/>
                </a:lnTo>
                <a:lnTo>
                  <a:pt x="5985148" y="438620"/>
                </a:lnTo>
                <a:lnTo>
                  <a:pt x="6040566" y="438876"/>
                </a:lnTo>
                <a:lnTo>
                  <a:pt x="6095984" y="438100"/>
                </a:lnTo>
                <a:lnTo>
                  <a:pt x="6151402" y="436298"/>
                </a:lnTo>
                <a:lnTo>
                  <a:pt x="6206820" y="433478"/>
                </a:lnTo>
                <a:lnTo>
                  <a:pt x="6262238" y="429652"/>
                </a:lnTo>
                <a:lnTo>
                  <a:pt x="6317656" y="424839"/>
                </a:lnTo>
                <a:lnTo>
                  <a:pt x="6373074" y="419062"/>
                </a:lnTo>
                <a:lnTo>
                  <a:pt x="6428493" y="412347"/>
                </a:lnTo>
                <a:lnTo>
                  <a:pt x="6483911" y="404726"/>
                </a:lnTo>
                <a:lnTo>
                  <a:pt x="6539329" y="396236"/>
                </a:lnTo>
                <a:lnTo>
                  <a:pt x="6594747" y="386914"/>
                </a:lnTo>
                <a:lnTo>
                  <a:pt x="6650165" y="376807"/>
                </a:lnTo>
                <a:lnTo>
                  <a:pt x="6705583" y="365960"/>
                </a:lnTo>
                <a:lnTo>
                  <a:pt x="6761001" y="354425"/>
                </a:lnTo>
                <a:lnTo>
                  <a:pt x="6816419" y="342257"/>
                </a:lnTo>
                <a:lnTo>
                  <a:pt x="6871837" y="329512"/>
                </a:lnTo>
                <a:lnTo>
                  <a:pt x="6927255" y="316249"/>
                </a:lnTo>
                <a:lnTo>
                  <a:pt x="6982673" y="302533"/>
                </a:lnTo>
                <a:lnTo>
                  <a:pt x="7038091" y="288426"/>
                </a:lnTo>
                <a:lnTo>
                  <a:pt x="7093509" y="273995"/>
                </a:lnTo>
                <a:lnTo>
                  <a:pt x="7148927" y="259308"/>
                </a:lnTo>
                <a:lnTo>
                  <a:pt x="7204345" y="244434"/>
                </a:lnTo>
                <a:lnTo>
                  <a:pt x="7259763" y="229442"/>
                </a:lnTo>
                <a:lnTo>
                  <a:pt x="7315181" y="214404"/>
                </a:lnTo>
                <a:lnTo>
                  <a:pt x="7370599" y="199389"/>
                </a:lnTo>
                <a:lnTo>
                  <a:pt x="7426017" y="184468"/>
                </a:lnTo>
                <a:lnTo>
                  <a:pt x="7481435" y="169712"/>
                </a:lnTo>
                <a:lnTo>
                  <a:pt x="7536853" y="155189"/>
                </a:lnTo>
                <a:lnTo>
                  <a:pt x="7592271" y="140969"/>
                </a:lnTo>
                <a:lnTo>
                  <a:pt x="7647689" y="127116"/>
                </a:lnTo>
                <a:lnTo>
                  <a:pt x="7703108" y="113698"/>
                </a:lnTo>
                <a:lnTo>
                  <a:pt x="7758526" y="100776"/>
                </a:lnTo>
                <a:lnTo>
                  <a:pt x="7813944" y="88411"/>
                </a:lnTo>
                <a:lnTo>
                  <a:pt x="7869362" y="76662"/>
                </a:lnTo>
                <a:lnTo>
                  <a:pt x="7924780" y="65584"/>
                </a:lnTo>
                <a:lnTo>
                  <a:pt x="7980198" y="55228"/>
                </a:lnTo>
                <a:lnTo>
                  <a:pt x="8035616" y="45643"/>
                </a:lnTo>
                <a:lnTo>
                  <a:pt x="8091034" y="36875"/>
                </a:lnTo>
                <a:lnTo>
                  <a:pt x="8146452" y="28964"/>
                </a:lnTo>
                <a:lnTo>
                  <a:pt x="8201870" y="21948"/>
                </a:lnTo>
                <a:lnTo>
                  <a:pt x="8257288" y="15859"/>
                </a:lnTo>
                <a:lnTo>
                  <a:pt x="8312706" y="10727"/>
                </a:lnTo>
                <a:lnTo>
                  <a:pt x="8368124" y="6574"/>
                </a:lnTo>
                <a:lnTo>
                  <a:pt x="8423542" y="3422"/>
                </a:lnTo>
                <a:lnTo>
                  <a:pt x="8478960" y="1284"/>
                </a:lnTo>
                <a:lnTo>
                  <a:pt x="8534378" y="170"/>
                </a:lnTo>
                <a:lnTo>
                  <a:pt x="8589796" y="87"/>
                </a:lnTo>
                <a:lnTo>
                  <a:pt x="8645214" y="1034"/>
                </a:lnTo>
                <a:lnTo>
                  <a:pt x="8700632" y="3006"/>
                </a:lnTo>
                <a:lnTo>
                  <a:pt x="8756050" y="5995"/>
                </a:lnTo>
                <a:lnTo>
                  <a:pt x="8811468" y="9987"/>
                </a:lnTo>
                <a:lnTo>
                  <a:pt x="8866886" y="14962"/>
                </a:lnTo>
                <a:lnTo>
                  <a:pt x="8922304" y="20898"/>
                </a:lnTo>
                <a:lnTo>
                  <a:pt x="8977723" y="27766"/>
                </a:lnTo>
                <a:lnTo>
                  <a:pt x="9033141" y="35534"/>
                </a:lnTo>
                <a:lnTo>
                  <a:pt x="9088559" y="44166"/>
                </a:lnTo>
                <a:lnTo>
                  <a:pt x="9143977" y="53622"/>
                </a:lnTo>
                <a:lnTo>
                  <a:pt x="9199395" y="63856"/>
                </a:lnTo>
                <a:lnTo>
                  <a:pt x="9254813" y="74821"/>
                </a:lnTo>
                <a:lnTo>
                  <a:pt x="9310231" y="86465"/>
                </a:lnTo>
                <a:lnTo>
                  <a:pt x="9365649" y="98734"/>
                </a:lnTo>
                <a:lnTo>
                  <a:pt x="9421067" y="111570"/>
                </a:lnTo>
                <a:lnTo>
                  <a:pt x="9476485" y="124912"/>
                </a:lnTo>
                <a:lnTo>
                  <a:pt x="9531903" y="138698"/>
                </a:lnTo>
                <a:lnTo>
                  <a:pt x="9587321" y="152864"/>
                </a:lnTo>
                <a:lnTo>
                  <a:pt x="9642739" y="167342"/>
                </a:lnTo>
                <a:lnTo>
                  <a:pt x="9698157" y="182065"/>
                </a:lnTo>
                <a:lnTo>
                  <a:pt x="9753575" y="196964"/>
                </a:lnTo>
                <a:lnTo>
                  <a:pt x="9808993" y="211968"/>
                </a:lnTo>
                <a:lnTo>
                  <a:pt x="9864411" y="227008"/>
                </a:lnTo>
                <a:lnTo>
                  <a:pt x="9919829" y="242011"/>
                </a:lnTo>
                <a:lnTo>
                  <a:pt x="9975247" y="256909"/>
                </a:lnTo>
                <a:lnTo>
                  <a:pt x="10030665" y="271631"/>
                </a:lnTo>
                <a:lnTo>
                  <a:pt x="10086083" y="286109"/>
                </a:lnTo>
                <a:lnTo>
                  <a:pt x="10141501" y="300272"/>
                </a:lnTo>
                <a:lnTo>
                  <a:pt x="10196919" y="314057"/>
                </a:lnTo>
                <a:lnTo>
                  <a:pt x="10252338" y="327397"/>
                </a:lnTo>
                <a:lnTo>
                  <a:pt x="10307756" y="340230"/>
                </a:lnTo>
                <a:lnTo>
                  <a:pt x="10363174" y="352496"/>
                </a:lnTo>
                <a:lnTo>
                  <a:pt x="10418592" y="364137"/>
                </a:lnTo>
                <a:lnTo>
                  <a:pt x="10474010" y="375099"/>
                </a:lnTo>
                <a:lnTo>
                  <a:pt x="10529428" y="385329"/>
                </a:lnTo>
                <a:lnTo>
                  <a:pt x="10584846" y="394781"/>
                </a:lnTo>
                <a:lnTo>
                  <a:pt x="10640264" y="403409"/>
                </a:lnTo>
                <a:lnTo>
                  <a:pt x="10695682" y="411173"/>
                </a:lnTo>
                <a:lnTo>
                  <a:pt x="10751100" y="418037"/>
                </a:lnTo>
                <a:lnTo>
                  <a:pt x="10806518" y="423968"/>
                </a:lnTo>
                <a:lnTo>
                  <a:pt x="10861936" y="428939"/>
                </a:lnTo>
                <a:lnTo>
                  <a:pt x="10917354" y="432926"/>
                </a:lnTo>
                <a:lnTo>
                  <a:pt x="10972772" y="435910"/>
                </a:lnTo>
                <a:lnTo>
                  <a:pt x="11028190" y="437878"/>
                </a:lnTo>
                <a:lnTo>
                  <a:pt x="11083608" y="438820"/>
                </a:lnTo>
                <a:lnTo>
                  <a:pt x="11139026" y="438732"/>
                </a:lnTo>
                <a:lnTo>
                  <a:pt x="11194444" y="437614"/>
                </a:lnTo>
                <a:lnTo>
                  <a:pt x="11249862" y="435471"/>
                </a:lnTo>
                <a:lnTo>
                  <a:pt x="11305280" y="432314"/>
                </a:lnTo>
                <a:lnTo>
                  <a:pt x="11360698" y="428157"/>
                </a:lnTo>
                <a:lnTo>
                  <a:pt x="11416116" y="423020"/>
                </a:lnTo>
                <a:lnTo>
                  <a:pt x="11471534" y="416926"/>
                </a:lnTo>
                <a:lnTo>
                  <a:pt x="11526953" y="409906"/>
                </a:lnTo>
                <a:lnTo>
                  <a:pt x="11582371" y="401991"/>
                </a:lnTo>
                <a:lnTo>
                  <a:pt x="11637789" y="393219"/>
                </a:lnTo>
                <a:lnTo>
                  <a:pt x="11693207" y="383630"/>
                </a:lnTo>
                <a:lnTo>
                  <a:pt x="11748625" y="373271"/>
                </a:lnTo>
                <a:lnTo>
                  <a:pt x="11804043" y="362189"/>
                </a:lnTo>
                <a:lnTo>
                  <a:pt x="11859461" y="350437"/>
                </a:lnTo>
                <a:lnTo>
                  <a:pt x="11914879" y="338070"/>
                </a:lnTo>
                <a:lnTo>
                  <a:pt x="11970297" y="325145"/>
                </a:lnTo>
                <a:lnTo>
                  <a:pt x="12025715" y="311725"/>
                </a:lnTo>
                <a:lnTo>
                  <a:pt x="12081133" y="297870"/>
                </a:lnTo>
                <a:lnTo>
                  <a:pt x="12136551" y="283648"/>
                </a:lnTo>
                <a:lnTo>
                  <a:pt x="12191969" y="269124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559553"/>
            <a:ext cx="12191969" cy="292604"/>
          </a:xfrm>
          <a:custGeom>
            <a:avLst/>
            <a:gdLst/>
            <a:ahLst/>
            <a:cxnLst/>
            <a:rect l="l" t="t" r="r" b="b"/>
            <a:pathLst>
              <a:path w="12191969" h="292604">
                <a:moveTo>
                  <a:pt x="0" y="292544"/>
                </a:moveTo>
                <a:lnTo>
                  <a:pt x="55418" y="291908"/>
                </a:lnTo>
                <a:lnTo>
                  <a:pt x="110836" y="290588"/>
                </a:lnTo>
                <a:lnTo>
                  <a:pt x="166254" y="288591"/>
                </a:lnTo>
                <a:lnTo>
                  <a:pt x="221672" y="285925"/>
                </a:lnTo>
                <a:lnTo>
                  <a:pt x="277090" y="282604"/>
                </a:lnTo>
                <a:lnTo>
                  <a:pt x="332508" y="278642"/>
                </a:lnTo>
                <a:lnTo>
                  <a:pt x="387926" y="274059"/>
                </a:lnTo>
                <a:lnTo>
                  <a:pt x="443344" y="268876"/>
                </a:lnTo>
                <a:lnTo>
                  <a:pt x="498762" y="263117"/>
                </a:lnTo>
                <a:lnTo>
                  <a:pt x="554180" y="256810"/>
                </a:lnTo>
                <a:lnTo>
                  <a:pt x="609598" y="249984"/>
                </a:lnTo>
                <a:lnTo>
                  <a:pt x="665016" y="242670"/>
                </a:lnTo>
                <a:lnTo>
                  <a:pt x="720434" y="234905"/>
                </a:lnTo>
                <a:lnTo>
                  <a:pt x="775852" y="226723"/>
                </a:lnTo>
                <a:lnTo>
                  <a:pt x="831270" y="218163"/>
                </a:lnTo>
                <a:lnTo>
                  <a:pt x="886688" y="209266"/>
                </a:lnTo>
                <a:lnTo>
                  <a:pt x="942106" y="200073"/>
                </a:lnTo>
                <a:lnTo>
                  <a:pt x="997524" y="190628"/>
                </a:lnTo>
                <a:lnTo>
                  <a:pt x="1052942" y="180974"/>
                </a:lnTo>
                <a:lnTo>
                  <a:pt x="1108360" y="171158"/>
                </a:lnTo>
                <a:lnTo>
                  <a:pt x="1163778" y="161225"/>
                </a:lnTo>
                <a:lnTo>
                  <a:pt x="1219196" y="151222"/>
                </a:lnTo>
                <a:lnTo>
                  <a:pt x="1274614" y="141195"/>
                </a:lnTo>
                <a:lnTo>
                  <a:pt x="1330033" y="131193"/>
                </a:lnTo>
                <a:lnTo>
                  <a:pt x="1385451" y="121262"/>
                </a:lnTo>
                <a:lnTo>
                  <a:pt x="1440869" y="111448"/>
                </a:lnTo>
                <a:lnTo>
                  <a:pt x="1496287" y="101798"/>
                </a:lnTo>
                <a:lnTo>
                  <a:pt x="1551705" y="92357"/>
                </a:lnTo>
                <a:lnTo>
                  <a:pt x="1607123" y="83169"/>
                </a:lnTo>
                <a:lnTo>
                  <a:pt x="1662541" y="74278"/>
                </a:lnTo>
                <a:lnTo>
                  <a:pt x="1717959" y="65725"/>
                </a:lnTo>
                <a:lnTo>
                  <a:pt x="1773377" y="57551"/>
                </a:lnTo>
                <a:lnTo>
                  <a:pt x="1828795" y="49793"/>
                </a:lnTo>
                <a:lnTo>
                  <a:pt x="1884213" y="42489"/>
                </a:lnTo>
                <a:lnTo>
                  <a:pt x="1939631" y="35672"/>
                </a:lnTo>
                <a:lnTo>
                  <a:pt x="1995049" y="29374"/>
                </a:lnTo>
                <a:lnTo>
                  <a:pt x="2050467" y="23626"/>
                </a:lnTo>
                <a:lnTo>
                  <a:pt x="2105885" y="18454"/>
                </a:lnTo>
                <a:lnTo>
                  <a:pt x="2161303" y="13883"/>
                </a:lnTo>
                <a:lnTo>
                  <a:pt x="2216721" y="9933"/>
                </a:lnTo>
                <a:lnTo>
                  <a:pt x="2272139" y="6624"/>
                </a:lnTo>
                <a:lnTo>
                  <a:pt x="2327557" y="3970"/>
                </a:lnTo>
                <a:lnTo>
                  <a:pt x="2382975" y="1986"/>
                </a:lnTo>
                <a:lnTo>
                  <a:pt x="2438393" y="679"/>
                </a:lnTo>
                <a:lnTo>
                  <a:pt x="2493811" y="56"/>
                </a:lnTo>
                <a:lnTo>
                  <a:pt x="2549229" y="119"/>
                </a:lnTo>
                <a:lnTo>
                  <a:pt x="2604648" y="869"/>
                </a:lnTo>
                <a:lnTo>
                  <a:pt x="2660066" y="2303"/>
                </a:lnTo>
                <a:lnTo>
                  <a:pt x="2715484" y="4412"/>
                </a:lnTo>
                <a:lnTo>
                  <a:pt x="2770902" y="7188"/>
                </a:lnTo>
                <a:lnTo>
                  <a:pt x="2826320" y="10618"/>
                </a:lnTo>
                <a:lnTo>
                  <a:pt x="2881738" y="14684"/>
                </a:lnTo>
                <a:lnTo>
                  <a:pt x="2937156" y="19369"/>
                </a:lnTo>
                <a:lnTo>
                  <a:pt x="2992574" y="24649"/>
                </a:lnTo>
                <a:lnTo>
                  <a:pt x="3047992" y="30502"/>
                </a:lnTo>
                <a:lnTo>
                  <a:pt x="3103410" y="36898"/>
                </a:lnTo>
                <a:lnTo>
                  <a:pt x="3158828" y="43807"/>
                </a:lnTo>
                <a:lnTo>
                  <a:pt x="3214246" y="51198"/>
                </a:lnTo>
                <a:lnTo>
                  <a:pt x="3269664" y="59036"/>
                </a:lnTo>
                <a:lnTo>
                  <a:pt x="3325082" y="67284"/>
                </a:lnTo>
                <a:lnTo>
                  <a:pt x="3380500" y="75903"/>
                </a:lnTo>
                <a:lnTo>
                  <a:pt x="3435918" y="84852"/>
                </a:lnTo>
                <a:lnTo>
                  <a:pt x="3491336" y="94090"/>
                </a:lnTo>
                <a:lnTo>
                  <a:pt x="3546754" y="103573"/>
                </a:lnTo>
                <a:lnTo>
                  <a:pt x="3602172" y="113257"/>
                </a:lnTo>
                <a:lnTo>
                  <a:pt x="3657590" y="123096"/>
                </a:lnTo>
                <a:lnTo>
                  <a:pt x="3713008" y="133044"/>
                </a:lnTo>
                <a:lnTo>
                  <a:pt x="3768426" y="143054"/>
                </a:lnTo>
                <a:lnTo>
                  <a:pt x="3823844" y="153080"/>
                </a:lnTo>
                <a:lnTo>
                  <a:pt x="3879263" y="163073"/>
                </a:lnTo>
                <a:lnTo>
                  <a:pt x="3934681" y="172988"/>
                </a:lnTo>
                <a:lnTo>
                  <a:pt x="3990099" y="182778"/>
                </a:lnTo>
                <a:lnTo>
                  <a:pt x="4045517" y="192396"/>
                </a:lnTo>
                <a:lnTo>
                  <a:pt x="4100935" y="201798"/>
                </a:lnTo>
                <a:lnTo>
                  <a:pt x="4156353" y="210939"/>
                </a:lnTo>
                <a:lnTo>
                  <a:pt x="4211771" y="219777"/>
                </a:lnTo>
                <a:lnTo>
                  <a:pt x="4267189" y="228270"/>
                </a:lnTo>
                <a:lnTo>
                  <a:pt x="4322607" y="236377"/>
                </a:lnTo>
                <a:lnTo>
                  <a:pt x="4378025" y="244062"/>
                </a:lnTo>
                <a:lnTo>
                  <a:pt x="4433443" y="251287"/>
                </a:lnTo>
                <a:lnTo>
                  <a:pt x="4488861" y="258020"/>
                </a:lnTo>
                <a:lnTo>
                  <a:pt x="4544279" y="264228"/>
                </a:lnTo>
                <a:lnTo>
                  <a:pt x="4599697" y="269881"/>
                </a:lnTo>
                <a:lnTo>
                  <a:pt x="4655115" y="274955"/>
                </a:lnTo>
                <a:lnTo>
                  <a:pt x="4710533" y="279424"/>
                </a:lnTo>
                <a:lnTo>
                  <a:pt x="4765951" y="283269"/>
                </a:lnTo>
                <a:lnTo>
                  <a:pt x="4821369" y="286469"/>
                </a:lnTo>
                <a:lnTo>
                  <a:pt x="4876787" y="289012"/>
                </a:lnTo>
                <a:lnTo>
                  <a:pt x="4932205" y="290884"/>
                </a:lnTo>
                <a:lnTo>
                  <a:pt x="4987623" y="292078"/>
                </a:lnTo>
                <a:lnTo>
                  <a:pt x="5043041" y="292587"/>
                </a:lnTo>
                <a:lnTo>
                  <a:pt x="5098459" y="292408"/>
                </a:lnTo>
                <a:lnTo>
                  <a:pt x="5153878" y="291544"/>
                </a:lnTo>
                <a:lnTo>
                  <a:pt x="5209296" y="289997"/>
                </a:lnTo>
                <a:lnTo>
                  <a:pt x="5264714" y="287776"/>
                </a:lnTo>
                <a:lnTo>
                  <a:pt x="5320132" y="284890"/>
                </a:lnTo>
                <a:lnTo>
                  <a:pt x="5375550" y="281353"/>
                </a:lnTo>
                <a:lnTo>
                  <a:pt x="5430968" y="277183"/>
                </a:lnTo>
                <a:lnTo>
                  <a:pt x="5486386" y="272397"/>
                </a:lnTo>
                <a:lnTo>
                  <a:pt x="5541804" y="267019"/>
                </a:lnTo>
                <a:lnTo>
                  <a:pt x="5597222" y="261074"/>
                </a:lnTo>
                <a:lnTo>
                  <a:pt x="5652640" y="254591"/>
                </a:lnTo>
                <a:lnTo>
                  <a:pt x="5708058" y="247598"/>
                </a:lnTo>
                <a:lnTo>
                  <a:pt x="5763476" y="240130"/>
                </a:lnTo>
                <a:lnTo>
                  <a:pt x="5818894" y="232222"/>
                </a:lnTo>
                <a:lnTo>
                  <a:pt x="5874312" y="223909"/>
                </a:lnTo>
                <a:lnTo>
                  <a:pt x="5929730" y="215233"/>
                </a:lnTo>
                <a:lnTo>
                  <a:pt x="5985148" y="206232"/>
                </a:lnTo>
                <a:lnTo>
                  <a:pt x="6040566" y="196950"/>
                </a:lnTo>
                <a:lnTo>
                  <a:pt x="6095984" y="187431"/>
                </a:lnTo>
                <a:lnTo>
                  <a:pt x="6151402" y="177718"/>
                </a:lnTo>
                <a:lnTo>
                  <a:pt x="6206820" y="167857"/>
                </a:lnTo>
                <a:lnTo>
                  <a:pt x="6262238" y="157896"/>
                </a:lnTo>
                <a:lnTo>
                  <a:pt x="6317656" y="147880"/>
                </a:lnTo>
                <a:lnTo>
                  <a:pt x="6373074" y="137856"/>
                </a:lnTo>
                <a:lnTo>
                  <a:pt x="6428493" y="127872"/>
                </a:lnTo>
                <a:lnTo>
                  <a:pt x="6483911" y="117975"/>
                </a:lnTo>
                <a:lnTo>
                  <a:pt x="6539329" y="108211"/>
                </a:lnTo>
                <a:lnTo>
                  <a:pt x="6594747" y="98625"/>
                </a:lnTo>
                <a:lnTo>
                  <a:pt x="6650165" y="89264"/>
                </a:lnTo>
                <a:lnTo>
                  <a:pt x="6705583" y="80170"/>
                </a:lnTo>
                <a:lnTo>
                  <a:pt x="6761001" y="71387"/>
                </a:lnTo>
                <a:lnTo>
                  <a:pt x="6816419" y="62956"/>
                </a:lnTo>
                <a:lnTo>
                  <a:pt x="6871837" y="54917"/>
                </a:lnTo>
                <a:lnTo>
                  <a:pt x="6927255" y="47306"/>
                </a:lnTo>
                <a:lnTo>
                  <a:pt x="6982673" y="40160"/>
                </a:lnTo>
                <a:lnTo>
                  <a:pt x="7038091" y="33513"/>
                </a:lnTo>
                <a:lnTo>
                  <a:pt x="7093509" y="27396"/>
                </a:lnTo>
                <a:lnTo>
                  <a:pt x="7148927" y="21837"/>
                </a:lnTo>
                <a:lnTo>
                  <a:pt x="7204345" y="16862"/>
                </a:lnTo>
                <a:lnTo>
                  <a:pt x="7259763" y="12496"/>
                </a:lnTo>
                <a:lnTo>
                  <a:pt x="7315181" y="8758"/>
                </a:lnTo>
                <a:lnTo>
                  <a:pt x="7370599" y="5666"/>
                </a:lnTo>
                <a:lnTo>
                  <a:pt x="7426017" y="3234"/>
                </a:lnTo>
                <a:lnTo>
                  <a:pt x="7481435" y="1474"/>
                </a:lnTo>
                <a:lnTo>
                  <a:pt x="7536853" y="395"/>
                </a:lnTo>
                <a:lnTo>
                  <a:pt x="7592271" y="0"/>
                </a:lnTo>
                <a:lnTo>
                  <a:pt x="7647689" y="293"/>
                </a:lnTo>
                <a:lnTo>
                  <a:pt x="7703108" y="1272"/>
                </a:lnTo>
                <a:lnTo>
                  <a:pt x="7758526" y="2931"/>
                </a:lnTo>
                <a:lnTo>
                  <a:pt x="7813944" y="5264"/>
                </a:lnTo>
                <a:lnTo>
                  <a:pt x="7869362" y="8259"/>
                </a:lnTo>
                <a:lnTo>
                  <a:pt x="7924780" y="11903"/>
                </a:lnTo>
                <a:lnTo>
                  <a:pt x="7980198" y="16178"/>
                </a:lnTo>
                <a:lnTo>
                  <a:pt x="8035616" y="21064"/>
                </a:lnTo>
                <a:lnTo>
                  <a:pt x="8091034" y="26538"/>
                </a:lnTo>
                <a:lnTo>
                  <a:pt x="8146452" y="32575"/>
                </a:lnTo>
                <a:lnTo>
                  <a:pt x="8201870" y="39145"/>
                </a:lnTo>
                <a:lnTo>
                  <a:pt x="8257288" y="46219"/>
                </a:lnTo>
                <a:lnTo>
                  <a:pt x="8312706" y="53763"/>
                </a:lnTo>
                <a:lnTo>
                  <a:pt x="8368124" y="61742"/>
                </a:lnTo>
                <a:lnTo>
                  <a:pt x="8423542" y="70117"/>
                </a:lnTo>
                <a:lnTo>
                  <a:pt x="8478960" y="78851"/>
                </a:lnTo>
                <a:lnTo>
                  <a:pt x="8534378" y="87901"/>
                </a:lnTo>
                <a:lnTo>
                  <a:pt x="8589796" y="97226"/>
                </a:lnTo>
                <a:lnTo>
                  <a:pt x="8645214" y="106781"/>
                </a:lnTo>
                <a:lnTo>
                  <a:pt x="8700632" y="116522"/>
                </a:lnTo>
                <a:lnTo>
                  <a:pt x="8756050" y="126402"/>
                </a:lnTo>
                <a:lnTo>
                  <a:pt x="8811468" y="136376"/>
                </a:lnTo>
                <a:lnTo>
                  <a:pt x="8866886" y="146397"/>
                </a:lnTo>
                <a:lnTo>
                  <a:pt x="8922304" y="156417"/>
                </a:lnTo>
                <a:lnTo>
                  <a:pt x="8977723" y="166390"/>
                </a:lnTo>
                <a:lnTo>
                  <a:pt x="9033141" y="176268"/>
                </a:lnTo>
                <a:lnTo>
                  <a:pt x="9088559" y="186005"/>
                </a:lnTo>
                <a:lnTo>
                  <a:pt x="9143977" y="195557"/>
                </a:lnTo>
                <a:lnTo>
                  <a:pt x="9199395" y="204876"/>
                </a:lnTo>
                <a:lnTo>
                  <a:pt x="9254813" y="213921"/>
                </a:lnTo>
                <a:lnTo>
                  <a:pt x="9310231" y="222648"/>
                </a:lnTo>
                <a:lnTo>
                  <a:pt x="9365649" y="231017"/>
                </a:lnTo>
                <a:lnTo>
                  <a:pt x="9421067" y="238988"/>
                </a:lnTo>
                <a:lnTo>
                  <a:pt x="9476485" y="246523"/>
                </a:lnTo>
                <a:lnTo>
                  <a:pt x="9531903" y="253588"/>
                </a:lnTo>
                <a:lnTo>
                  <a:pt x="9587321" y="260149"/>
                </a:lnTo>
                <a:lnTo>
                  <a:pt x="9642739" y="266175"/>
                </a:lnTo>
                <a:lnTo>
                  <a:pt x="9698157" y="271638"/>
                </a:lnTo>
                <a:lnTo>
                  <a:pt x="9753575" y="276513"/>
                </a:lnTo>
                <a:lnTo>
                  <a:pt x="9808993" y="280776"/>
                </a:lnTo>
                <a:lnTo>
                  <a:pt x="9864411" y="284408"/>
                </a:lnTo>
                <a:lnTo>
                  <a:pt x="9919829" y="287391"/>
                </a:lnTo>
                <a:lnTo>
                  <a:pt x="9975247" y="289711"/>
                </a:lnTo>
                <a:lnTo>
                  <a:pt x="10030665" y="291358"/>
                </a:lnTo>
                <a:lnTo>
                  <a:pt x="10086083" y="292324"/>
                </a:lnTo>
                <a:lnTo>
                  <a:pt x="10141501" y="292604"/>
                </a:lnTo>
                <a:lnTo>
                  <a:pt x="10196919" y="292196"/>
                </a:lnTo>
                <a:lnTo>
                  <a:pt x="10252338" y="291104"/>
                </a:lnTo>
                <a:lnTo>
                  <a:pt x="10307756" y="289331"/>
                </a:lnTo>
                <a:lnTo>
                  <a:pt x="10363174" y="286887"/>
                </a:lnTo>
                <a:lnTo>
                  <a:pt x="10418592" y="283783"/>
                </a:lnTo>
                <a:lnTo>
                  <a:pt x="10474010" y="280033"/>
                </a:lnTo>
                <a:lnTo>
                  <a:pt x="10529428" y="275655"/>
                </a:lnTo>
                <a:lnTo>
                  <a:pt x="10584846" y="270669"/>
                </a:lnTo>
                <a:lnTo>
                  <a:pt x="10640264" y="265099"/>
                </a:lnTo>
                <a:lnTo>
                  <a:pt x="10695682" y="258972"/>
                </a:lnTo>
                <a:lnTo>
                  <a:pt x="10751100" y="252315"/>
                </a:lnTo>
                <a:lnTo>
                  <a:pt x="10806518" y="245160"/>
                </a:lnTo>
                <a:lnTo>
                  <a:pt x="10861936" y="237541"/>
                </a:lnTo>
                <a:lnTo>
                  <a:pt x="10917354" y="229494"/>
                </a:lnTo>
                <a:lnTo>
                  <a:pt x="10972772" y="221056"/>
                </a:lnTo>
                <a:lnTo>
                  <a:pt x="11028190" y="212267"/>
                </a:lnTo>
                <a:lnTo>
                  <a:pt x="11083608" y="203168"/>
                </a:lnTo>
                <a:lnTo>
                  <a:pt x="11139026" y="193801"/>
                </a:lnTo>
                <a:lnTo>
                  <a:pt x="11194444" y="184212"/>
                </a:lnTo>
                <a:lnTo>
                  <a:pt x="11249862" y="174445"/>
                </a:lnTo>
                <a:lnTo>
                  <a:pt x="11305280" y="164546"/>
                </a:lnTo>
                <a:lnTo>
                  <a:pt x="11360698" y="154561"/>
                </a:lnTo>
                <a:lnTo>
                  <a:pt x="11416116" y="144537"/>
                </a:lnTo>
                <a:lnTo>
                  <a:pt x="11471534" y="134521"/>
                </a:lnTo>
                <a:lnTo>
                  <a:pt x="11526953" y="124561"/>
                </a:lnTo>
                <a:lnTo>
                  <a:pt x="11582371" y="114703"/>
                </a:lnTo>
                <a:lnTo>
                  <a:pt x="11637789" y="104994"/>
                </a:lnTo>
                <a:lnTo>
                  <a:pt x="11693207" y="95478"/>
                </a:lnTo>
                <a:lnTo>
                  <a:pt x="11748625" y="86201"/>
                </a:lnTo>
                <a:lnTo>
                  <a:pt x="11804043" y="77206"/>
                </a:lnTo>
                <a:lnTo>
                  <a:pt x="11859461" y="68536"/>
                </a:lnTo>
                <a:lnTo>
                  <a:pt x="11914879" y="60231"/>
                </a:lnTo>
                <a:lnTo>
                  <a:pt x="11970297" y="52330"/>
                </a:lnTo>
                <a:lnTo>
                  <a:pt x="12025715" y="44871"/>
                </a:lnTo>
                <a:lnTo>
                  <a:pt x="12081133" y="37888"/>
                </a:lnTo>
                <a:lnTo>
                  <a:pt x="12136551" y="31414"/>
                </a:lnTo>
                <a:lnTo>
                  <a:pt x="12191969" y="2548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2615184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3685032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 H A P T 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957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工程实现 · 后处理 · 排查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4670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Engineering, Post-processing &amp; Debugging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77056"/>
            <a:ext cx="7680960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078224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算得动、看得清、修得对：</a:t>
            </a:r>
            <a:r>
              <a:rPr sz="13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计算量与内存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、多峰与极线后处理、以及出问题时的排查顺序。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工程实现 · 后处理 · 排查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42 / 67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复杂度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计算量与内存峰值从哪里来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整条链路的开销集中在 FFT 与峰值搜索两步；分块的意义是控制内存，不是减少计算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43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23910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8883" y="1883664"/>
            <a:ext cx="25542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2555" y="1883664"/>
            <a:ext cx="549104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说明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65176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2249424"/>
            <a:ext cx="23910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load_images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883" y="2249424"/>
            <a:ext cx="2554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O(M·4·Hc·Wc)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2555" y="2249424"/>
            <a:ext cx="549104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读盘 + 解码 PNG，首次运行的主要耗时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8640" y="305409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2651760"/>
            <a:ext cx="23910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构造 I0–I3 与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8883" y="2651760"/>
            <a:ext cx="2554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O(M·Hc·Wc)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2555" y="2651760"/>
            <a:ext cx="549104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切片与复数加法，内存中多一份复数体 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45643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054096"/>
            <a:ext cx="23910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沿频率轴 FFT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8883" y="3054096"/>
            <a:ext cx="2554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O(Hc·Wc·L·log 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555" y="3054096"/>
            <a:ext cx="549104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★ 主导项；L = 2N 时约为 L = N 的 2 倍多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56432"/>
            <a:ext cx="11094689" cy="402336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48640" y="385876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456432"/>
            <a:ext cx="23910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argmax / max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8883" y="3456432"/>
            <a:ext cx="2554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O(Hc·Wc·L)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2555" y="3456432"/>
            <a:ext cx="549104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扫描有效频谱，与 FFT 同阶但常数小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26110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3858768"/>
            <a:ext cx="23910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save_results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8883" y="3858768"/>
            <a:ext cx="2554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O(Hc·Wc)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42555" y="3858768"/>
            <a:ext cx="549104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两张 float32 图写盘，可忽略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729124"/>
            <a:ext cx="11094689" cy="13242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取舍建议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内存峰值 ≈ D 的复数体 + 一个块的 C 与 |C|（三份同数量级数组）。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block_size = 100 时单块频谱规模约 L × 100 × 100，L = 3840 时约 1.5 亿个复数 —— 这是峰值的主要来源。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step 从 1.0 改到 0.5 会让 L 翻倍，因而计算量与内存都随之上升（代码注释也提示约 2 倍）。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多峰问题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为什么频谱上会出现第二个峰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一个相机像素同时接收到多条光路时，频率轴信号变成多分量叠加，频谱就出现多峰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44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410184" cy="978407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83664"/>
            <a:ext cx="50292" cy="978407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高反光 / 镜面反射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14016"/>
            <a:ext cx="49895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同一像素同时看到直接反射与邻近面的二次反射，混合出两个不同投影仪坐标。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1883664"/>
            <a:ext cx="5410184" cy="978407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144" y="1883664"/>
            <a:ext cx="50292" cy="978407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遮挡边界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888" y="2414016"/>
            <a:ext cx="49895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像素落在前景与背景交界处，两次投影的条纹在同一像素上叠加。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44952"/>
            <a:ext cx="5410184" cy="978407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44952"/>
            <a:ext cx="50292" cy="97840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209544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多路径干扰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575304"/>
            <a:ext cx="49895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光线经多个面折返后进入同一像素，等价于多个 uₚ 的叠加。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144" y="3044952"/>
            <a:ext cx="5410184" cy="978407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144" y="3044952"/>
            <a:ext cx="50292" cy="978407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0888" y="3209544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噪声削弱主峰优势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888" y="3575304"/>
            <a:ext cx="49895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信噪比下降时主峰相对旁瓣的优势减小，次峰更容易被判为主峰。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81041"/>
            <a:ext cx="11094689" cy="1072286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为什么会出错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后果：argmax 一旦选错峰，该像素的对应关系就整体偏移，三角化得到远离表面的飞点。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处理思路不是「提高分辨率」，而是「把候选都找出来，再用几何约束挑选」—— 这就是多峰检测 + 极线校正的组合。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多峰检测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MultiPeakDetector.find_peaks 的三步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阈值过滤 → 局部极大判定 → 近峰按幅值加权合并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45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83664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FSM_decode_core.py:455-494 摘录（merge_distance 默认 5）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5358384" cy="2984296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find_peaks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spectrum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merge_distance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peaks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[]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enumerate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spectrum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&lt;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                      </a:t>
            </a:r>
            <a:r>
              <a:rPr sz="9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① 阈值去弱峰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continue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l_ok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== 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spectrum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&gt;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spectrum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r_ok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==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spectrum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)-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spectrum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&gt;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spectrum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l_ok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r_ok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                </a:t>
            </a:r>
            <a:r>
              <a:rPr sz="9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② 局部极大值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continue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peaks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peaks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[-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][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&lt;=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merge_distance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pos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peaks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[-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         </a:t>
            </a:r>
            <a:r>
              <a:rPr sz="9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③ 近峰合并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/ 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peaks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[-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(</a:t>
            </a:r>
            <a:r>
              <a:rPr sz="9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)*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pos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peaks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((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883664"/>
            <a:ext cx="5349240" cy="7140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956816"/>
            <a:ext cx="50292" cy="56776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00253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输出是一组候选坐标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267712"/>
            <a:ext cx="4928616" cy="25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不再只给一个 argmax 结果，而是若干 (位置, 幅值) 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744038"/>
            <a:ext cx="5349240" cy="7140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2817190"/>
            <a:ext cx="50292" cy="56776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86291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合并公式是幅值加权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128086"/>
            <a:ext cx="4928616" cy="25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ki = value/(value+val)；new_pos = ki·i + (1−ki)·pos。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604412"/>
            <a:ext cx="5349240" cy="7140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3677564"/>
            <a:ext cx="50292" cy="56776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7232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merge_distance =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988460"/>
            <a:ext cx="4928616" cy="25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相邻 5 个 bin 内的峰视为同一个峰，避免把肩部当独立峰。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464786"/>
            <a:ext cx="5349240" cy="7140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537938"/>
            <a:ext cx="50292" cy="56776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58365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随后还有一层几何筛选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848834"/>
            <a:ext cx="4928616" cy="25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候选组合交给极线校正，用标定几何挑出物理自洽的一对。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多峰扫描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全图多峰扫描：先把可疑像素找出来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scan_image_for_multi_peaks 在整幅图上找「主峰之外还有明显次峰」的像素并排序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46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8366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FSM_decode_core.py:622-662 摘录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11094689" cy="1700784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primary_idx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argmax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C_row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           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主峰位置      :622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abs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freq_indices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primary_idx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:])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minimum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      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圆周距离      :627-628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C_masked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C_row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copy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C_masked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&lt;=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suppress_radius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       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抑制主峰邻域  :632（默认 ±30 bins）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之后的局部极大若仍超过阈值，就记为「多峰」，输出字段：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  x / y / primary_pos / primary_val / secondary_pos / secondary_val / ratio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按 secondary_val 降序，最多输出 max_report = 200 条                       :658-662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86784"/>
            <a:ext cx="5410184" cy="941831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86784"/>
            <a:ext cx="50292" cy="94183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5137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先抑制主峰邻域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517136"/>
            <a:ext cx="4989560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在主峰 ±30 个 bin 内清零，避免把同一个峰的裙边当作次峰。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44" y="3986784"/>
            <a:ext cx="5410184" cy="941831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44" y="3986784"/>
            <a:ext cx="50292" cy="94183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0888" y="415137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再找超过阈值的局部极大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0888" y="4517136"/>
            <a:ext cx="4989560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阈值由 MULTI_PEAK_SCAN_LIMIT 控制（默认 0.5）。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11496"/>
            <a:ext cx="5410184" cy="941831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11496"/>
            <a:ext cx="50292" cy="941831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276088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ratio 是判据的核心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641848"/>
            <a:ext cx="4989560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次峰 / 主峰的幅值比越大，该像素越可能是真正的多路径混合。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144" y="5111496"/>
            <a:ext cx="5410184" cy="941831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144" y="5111496"/>
            <a:ext cx="50292" cy="941831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0888" y="5276088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输出上限 200 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888" y="5641848"/>
            <a:ext cx="4989560" cy="374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按次峰幅值降序，用作核查清单或极线校正的输入。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极线约束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极线约束：用标定几何给候选配对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一个相机像素在投影仪图像上对应一条直线；正确的那对 (行, 列) 必然落在它附近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47 / 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EpipolarCorrector 的三段计算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58384" cy="2267712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① 投影矩阵（FSM_decode_core.py:757-763）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[:, :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;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[:, -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;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@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Pc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[:, :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;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[:, -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; 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@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Pp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② 相机光心与极点                     :765-767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camera_center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-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@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tc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@ 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@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camera_center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epipole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[-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③ 给定相机像素 xc，求投影仪图像上的极线   :779-782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xp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@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linalg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pinv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Pc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@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xc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cross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epipole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xp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lp = [a, b, c]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83664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956816"/>
            <a:ext cx="50292" cy="61158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00253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为什么它能救多峰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67712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多峰给出若干行候选与若干列候选；极线只留下几何上一致的那一组。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787853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2861005"/>
            <a:ext cx="50292" cy="61158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906725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依赖标定精度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71901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Pc / Pp 来自标定文件，标定误差会直接反映为极线偏置。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692042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3765194"/>
            <a:ext cx="50292" cy="61158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81091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是可选后处理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076090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默认 ENABLE_EPIPOLAR_CORRECTION = False，不替代 argmax 主解码。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4596231"/>
            <a:ext cx="5349240" cy="7578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4669383"/>
            <a:ext cx="50292" cy="61158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715103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要求两方向都解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980279"/>
            <a:ext cx="4928616" cy="300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候选来自 hor 的行与 ver 的列，因此 DIRECTION 必须是 both。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极线校正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候选配对与距离判据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在 (hor 候选 × ver 候选) 的笛卡尔积里，选到极线距离最小的那一对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48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8366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FSM_decode_core.py:805-815 摘录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11094689" cy="1389888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pys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repeat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pk_hor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pk_ver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       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hor 候选行坐标   :805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pxs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tile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pk_ver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pk_hor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        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ver 候选列坐标   :806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proj_points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column_stack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([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pxs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pys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]).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astype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float64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undis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cv2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undistortPoints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proj_points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distances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abs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]*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undis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[:,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+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]*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undis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[:,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+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]) /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sqrt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]**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]**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argmin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distances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            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点到直线的距离最小者   :815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30752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730752"/>
            <a:ext cx="240292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情况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0749" y="3730752"/>
            <a:ext cx="5832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2397" y="3730752"/>
            <a:ext cx="220120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输出标记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48056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4096512"/>
            <a:ext cx="24029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两方向都有候选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0749" y="4096512"/>
            <a:ext cx="58321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取点到极线距离最小的组合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2397" y="4096512"/>
            <a:ext cx="220120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corrected = True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80560"/>
            <a:ext cx="11094689" cy="38404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48640" y="486460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4480560"/>
            <a:ext cx="24029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某一方向没有候选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0749" y="4480560"/>
            <a:ext cx="58321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回退到原始视差，不做修改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2397" y="4480560"/>
            <a:ext cx="220120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corrected = False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81041"/>
            <a:ext cx="11094689" cy="1072286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写出什么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结果写出 disp_hor_corrected.npy / disp_ver_corrected.npy，原始 disp_*.npy 仍然保留。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校正只对 PIXELS_TO_CORRECT 指定的像素生效（解码侧默认 [(900, 495)]），是逐点复核工具而不是全图替换。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亚像素细化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质心法：把整数 bin 细化成小数坐标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用峰值左右两个相邻点做加权质心，把定位精度从 1 像素推进到亚像素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49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5358384" cy="859536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" y="1965960"/>
            <a:ext cx="50292" cy="694944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883664"/>
            <a:ext cx="4992624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peak_coord = peak_idx + 0.5 · (v_r − v_l) / (v_l + v_c + v_r)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883664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FSM_decode_core.py:1001-1006 摘录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194560"/>
            <a:ext cx="5349240" cy="1389888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peak_value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&gt; 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0.1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                    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太弱的峰不细化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vl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%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vc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%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peak_coord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peak_idx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0.5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* 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vl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/ (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vl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vc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5410184" cy="106070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50292" cy="106070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913631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★ 只在低内存路径生效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279392"/>
            <a:ext cx="49895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分块向量化模式直接输出整数 bin，没有调用任何细化函数。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144" y="3749039"/>
            <a:ext cx="5410184" cy="106070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144" y="3749039"/>
            <a:ext cx="50292" cy="10607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0888" y="3913631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阈值 0.1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888" y="4279392"/>
            <a:ext cx="49895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峰值归一化强度低于 0.1 的像素不做细化。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92624"/>
            <a:ext cx="5410184" cy="106070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992624"/>
            <a:ext cx="50292" cy="10607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15721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环绕索引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522976"/>
            <a:ext cx="49895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邻域用 % fft_length 取，峰值搜索用 valid_length；step=1.0 时两者相等。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144" y="4992624"/>
            <a:ext cx="5410184" cy="106070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3144" y="4992624"/>
            <a:ext cx="50292" cy="10607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0888" y="515721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PeakDetector 同名函数未被调用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0888" y="5522976"/>
            <a:ext cx="49895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refine_peak_subpixel 是参考实现，主路径另有内联版本。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质量与排查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峰值质量分级与排查顺序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peak = max|C| / fft_length 是归一化置信度；出现异常时按固定顺序逐层排查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50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3372"/>
            <a:ext cx="11094689" cy="2079955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推荐排查顺序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① 核对图像数量是否为 M×4，命名是否为「频率优先」顺序。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② 开启 VERIFY_SEQUENCE，校验四步相移序列是否完整、未错位。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③ 查看 peak_*.npy 定位低质量像素，必要时过滤后再重建。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④ 对异常像素设 SPECTRUM_POINTS，直接看频谱是否多峰。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⑤ 启用多峰扫描 + 极线校正，处理反光、遮挡、多路径。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⑥ 点云若呈台阶状，回查 fft_length 与 frequency_step 是否匹配。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83664"/>
            <a:ext cx="5410184" cy="86197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83664"/>
            <a:ext cx="50292" cy="86197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peak &gt;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14016"/>
            <a:ext cx="4989560" cy="295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主峰明显，优先保留。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44" y="1883664"/>
            <a:ext cx="5410184" cy="86197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144" y="1883664"/>
            <a:ext cx="50292" cy="86197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0.5 &lt; peak ≤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888" y="2414016"/>
            <a:ext cx="4989560" cy="295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中等可用，需结合邻域与几何检查。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28518"/>
            <a:ext cx="5410184" cy="86197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28518"/>
            <a:ext cx="50292" cy="86197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093110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peak ≤ 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458870"/>
            <a:ext cx="4989560" cy="295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较弱、易误匹配，建议过滤。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144" y="2928518"/>
            <a:ext cx="5410184" cy="86197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144" y="2928518"/>
            <a:ext cx="50292" cy="861974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0888" y="3093110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阈值不可机械套用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0888" y="3458870"/>
            <a:ext cx="4989560" cy="295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与亮度、曝光、反射率、归一化方式都有关。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误区澄清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四条常见误解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这四条几乎覆盖了所有「改了参数但结果没变好」的情况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51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318052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误解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8353" y="1883664"/>
            <a:ext cx="74752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事实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81635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2249424"/>
            <a:ext cx="31805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补零能提高采集精度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8353" y="2249424"/>
            <a:ext cx="74752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补零只在更密的网格上重采样同一条频谱，信息量仍由 M 决定，不提高信噪比。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16352"/>
            <a:ext cx="11094689" cy="56692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48640" y="338328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2816352"/>
            <a:ext cx="31805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改了 frequency_step 但 fft_length 不动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8353" y="2816352"/>
            <a:ext cx="74752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步长改变相位旋转速率，L 必须同步改为 round(N/s)，否则坐标系统性偏移。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95020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3383280"/>
            <a:ext cx="31805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fft_length 越大重建越准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8353" y="3383280"/>
            <a:ext cx="74752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超过 N/s 只是对同一频谱做更细插值，精度不再提升，计算量与内存却线性上涨。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50208"/>
            <a:ext cx="11094689" cy="56692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48640" y="451713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3950208"/>
            <a:ext cx="318052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负频率 bin 也可以当坐标用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8353" y="3950208"/>
            <a:ext cx="74752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bin ≥ N 属于负频率/周期重复区，物理上无效，必须在 argmax 前裁掉。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32958"/>
            <a:ext cx="11094689" cy="820369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还有一条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再补一条：阈值 0.5 / 0.8 这类数字是经验值，与亮度、曝光、反射率和归一化方式都有关，不应机械套用。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10915"/>
            <a:ext cx="12191969" cy="438905"/>
          </a:xfrm>
          <a:custGeom>
            <a:avLst/>
            <a:gdLst/>
            <a:ahLst/>
            <a:cxnLst/>
            <a:rect l="l" t="t" r="r" b="b"/>
            <a:pathLst>
              <a:path w="12191969" h="438905">
                <a:moveTo>
                  <a:pt x="0" y="304913"/>
                </a:moveTo>
                <a:lnTo>
                  <a:pt x="55418" y="318556"/>
                </a:lnTo>
                <a:lnTo>
                  <a:pt x="110836" y="331734"/>
                </a:lnTo>
                <a:lnTo>
                  <a:pt x="166254" y="344385"/>
                </a:lnTo>
                <a:lnTo>
                  <a:pt x="221672" y="356449"/>
                </a:lnTo>
                <a:lnTo>
                  <a:pt x="277090" y="367869"/>
                </a:lnTo>
                <a:lnTo>
                  <a:pt x="332508" y="378593"/>
                </a:lnTo>
                <a:lnTo>
                  <a:pt x="387926" y="388569"/>
                </a:lnTo>
                <a:lnTo>
                  <a:pt x="443344" y="397751"/>
                </a:lnTo>
                <a:lnTo>
                  <a:pt x="498762" y="406095"/>
                </a:lnTo>
                <a:lnTo>
                  <a:pt x="554180" y="413563"/>
                </a:lnTo>
                <a:lnTo>
                  <a:pt x="609598" y="420119"/>
                </a:lnTo>
                <a:lnTo>
                  <a:pt x="665016" y="425733"/>
                </a:lnTo>
                <a:lnTo>
                  <a:pt x="720434" y="430378"/>
                </a:lnTo>
                <a:lnTo>
                  <a:pt x="775852" y="434033"/>
                </a:lnTo>
                <a:lnTo>
                  <a:pt x="831270" y="436680"/>
                </a:lnTo>
                <a:lnTo>
                  <a:pt x="886688" y="438306"/>
                </a:lnTo>
                <a:lnTo>
                  <a:pt x="942106" y="438905"/>
                </a:lnTo>
                <a:lnTo>
                  <a:pt x="997524" y="438473"/>
                </a:lnTo>
                <a:lnTo>
                  <a:pt x="1052942" y="437013"/>
                </a:lnTo>
                <a:lnTo>
                  <a:pt x="1108360" y="434530"/>
                </a:lnTo>
                <a:lnTo>
                  <a:pt x="1163778" y="431038"/>
                </a:lnTo>
                <a:lnTo>
                  <a:pt x="1219196" y="426552"/>
                </a:lnTo>
                <a:lnTo>
                  <a:pt x="1274614" y="421093"/>
                </a:lnTo>
                <a:lnTo>
                  <a:pt x="1330033" y="414688"/>
                </a:lnTo>
                <a:lnTo>
                  <a:pt x="1385451" y="407365"/>
                </a:lnTo>
                <a:lnTo>
                  <a:pt x="1440869" y="399160"/>
                </a:lnTo>
                <a:lnTo>
                  <a:pt x="1496287" y="390111"/>
                </a:lnTo>
                <a:lnTo>
                  <a:pt x="1551705" y="380260"/>
                </a:lnTo>
                <a:lnTo>
                  <a:pt x="1607123" y="369655"/>
                </a:lnTo>
                <a:lnTo>
                  <a:pt x="1662541" y="358344"/>
                </a:lnTo>
                <a:lnTo>
                  <a:pt x="1717959" y="346380"/>
                </a:lnTo>
                <a:lnTo>
                  <a:pt x="1773377" y="333820"/>
                </a:lnTo>
                <a:lnTo>
                  <a:pt x="1828795" y="320724"/>
                </a:lnTo>
                <a:lnTo>
                  <a:pt x="1884213" y="307151"/>
                </a:lnTo>
                <a:lnTo>
                  <a:pt x="1939631" y="293167"/>
                </a:lnTo>
                <a:lnTo>
                  <a:pt x="1995049" y="278837"/>
                </a:lnTo>
                <a:lnTo>
                  <a:pt x="2050467" y="264228"/>
                </a:lnTo>
                <a:lnTo>
                  <a:pt x="2105885" y="249408"/>
                </a:lnTo>
                <a:lnTo>
                  <a:pt x="2161303" y="234448"/>
                </a:lnTo>
                <a:lnTo>
                  <a:pt x="2216721" y="219417"/>
                </a:lnTo>
                <a:lnTo>
                  <a:pt x="2272139" y="204387"/>
                </a:lnTo>
                <a:lnTo>
                  <a:pt x="2327557" y="189427"/>
                </a:lnTo>
                <a:lnTo>
                  <a:pt x="2382975" y="174608"/>
                </a:lnTo>
                <a:lnTo>
                  <a:pt x="2438393" y="160000"/>
                </a:lnTo>
                <a:lnTo>
                  <a:pt x="2493811" y="145671"/>
                </a:lnTo>
                <a:lnTo>
                  <a:pt x="2549229" y="131689"/>
                </a:lnTo>
                <a:lnTo>
                  <a:pt x="2604648" y="118119"/>
                </a:lnTo>
                <a:lnTo>
                  <a:pt x="2660066" y="105024"/>
                </a:lnTo>
                <a:lnTo>
                  <a:pt x="2715484" y="92467"/>
                </a:lnTo>
                <a:lnTo>
                  <a:pt x="2770902" y="80507"/>
                </a:lnTo>
                <a:lnTo>
                  <a:pt x="2826320" y="69199"/>
                </a:lnTo>
                <a:lnTo>
                  <a:pt x="2881738" y="58596"/>
                </a:lnTo>
                <a:lnTo>
                  <a:pt x="2937156" y="48750"/>
                </a:lnTo>
                <a:lnTo>
                  <a:pt x="2992574" y="39704"/>
                </a:lnTo>
                <a:lnTo>
                  <a:pt x="3047992" y="31503"/>
                </a:lnTo>
                <a:lnTo>
                  <a:pt x="3103410" y="24185"/>
                </a:lnTo>
                <a:lnTo>
                  <a:pt x="3158828" y="17784"/>
                </a:lnTo>
                <a:lnTo>
                  <a:pt x="3214246" y="12330"/>
                </a:lnTo>
                <a:lnTo>
                  <a:pt x="3269664" y="7848"/>
                </a:lnTo>
                <a:lnTo>
                  <a:pt x="3325082" y="4360"/>
                </a:lnTo>
                <a:lnTo>
                  <a:pt x="3380500" y="1883"/>
                </a:lnTo>
                <a:lnTo>
                  <a:pt x="3435918" y="427"/>
                </a:lnTo>
                <a:lnTo>
                  <a:pt x="3491336" y="0"/>
                </a:lnTo>
                <a:lnTo>
                  <a:pt x="3546754" y="604"/>
                </a:lnTo>
                <a:lnTo>
                  <a:pt x="3602172" y="2235"/>
                </a:lnTo>
                <a:lnTo>
                  <a:pt x="3657590" y="4887"/>
                </a:lnTo>
                <a:lnTo>
                  <a:pt x="3713008" y="8546"/>
                </a:lnTo>
                <a:lnTo>
                  <a:pt x="3768426" y="13196"/>
                </a:lnTo>
                <a:lnTo>
                  <a:pt x="3823844" y="18814"/>
                </a:lnTo>
                <a:lnTo>
                  <a:pt x="3879263" y="25375"/>
                </a:lnTo>
                <a:lnTo>
                  <a:pt x="3934681" y="32847"/>
                </a:lnTo>
                <a:lnTo>
                  <a:pt x="3990099" y="41196"/>
                </a:lnTo>
                <a:lnTo>
                  <a:pt x="4045517" y="50381"/>
                </a:lnTo>
                <a:lnTo>
                  <a:pt x="4100935" y="60361"/>
                </a:lnTo>
                <a:lnTo>
                  <a:pt x="4156353" y="71088"/>
                </a:lnTo>
                <a:lnTo>
                  <a:pt x="4211771" y="82512"/>
                </a:lnTo>
                <a:lnTo>
                  <a:pt x="4267189" y="94578"/>
                </a:lnTo>
                <a:lnTo>
                  <a:pt x="4322607" y="107232"/>
                </a:lnTo>
                <a:lnTo>
                  <a:pt x="4378025" y="120412"/>
                </a:lnTo>
                <a:lnTo>
                  <a:pt x="4433443" y="134057"/>
                </a:lnTo>
                <a:lnTo>
                  <a:pt x="4488861" y="148104"/>
                </a:lnTo>
                <a:lnTo>
                  <a:pt x="4544279" y="162485"/>
                </a:lnTo>
                <a:lnTo>
                  <a:pt x="4599697" y="177135"/>
                </a:lnTo>
                <a:lnTo>
                  <a:pt x="4655115" y="191982"/>
                </a:lnTo>
                <a:lnTo>
                  <a:pt x="4710533" y="206959"/>
                </a:lnTo>
                <a:lnTo>
                  <a:pt x="4765951" y="221995"/>
                </a:lnTo>
                <a:lnTo>
                  <a:pt x="4821369" y="237018"/>
                </a:lnTo>
                <a:lnTo>
                  <a:pt x="4876787" y="251960"/>
                </a:lnTo>
                <a:lnTo>
                  <a:pt x="4932205" y="266748"/>
                </a:lnTo>
                <a:lnTo>
                  <a:pt x="4987623" y="281314"/>
                </a:lnTo>
                <a:lnTo>
                  <a:pt x="5043041" y="295590"/>
                </a:lnTo>
                <a:lnTo>
                  <a:pt x="5098459" y="309508"/>
                </a:lnTo>
                <a:lnTo>
                  <a:pt x="5153878" y="323004"/>
                </a:lnTo>
                <a:lnTo>
                  <a:pt x="5209296" y="336013"/>
                </a:lnTo>
                <a:lnTo>
                  <a:pt x="5264714" y="348474"/>
                </a:lnTo>
                <a:lnTo>
                  <a:pt x="5320132" y="360330"/>
                </a:lnTo>
                <a:lnTo>
                  <a:pt x="5375550" y="371524"/>
                </a:lnTo>
                <a:lnTo>
                  <a:pt x="5430968" y="382003"/>
                </a:lnTo>
                <a:lnTo>
                  <a:pt x="5486386" y="391720"/>
                </a:lnTo>
                <a:lnTo>
                  <a:pt x="5541804" y="400627"/>
                </a:lnTo>
                <a:lnTo>
                  <a:pt x="5597222" y="408684"/>
                </a:lnTo>
                <a:lnTo>
                  <a:pt x="5652640" y="415851"/>
                </a:lnTo>
                <a:lnTo>
                  <a:pt x="5708058" y="422097"/>
                </a:lnTo>
                <a:lnTo>
                  <a:pt x="5763476" y="427391"/>
                </a:lnTo>
                <a:lnTo>
                  <a:pt x="5818894" y="431708"/>
                </a:lnTo>
                <a:lnTo>
                  <a:pt x="5874312" y="435028"/>
                </a:lnTo>
                <a:lnTo>
                  <a:pt x="5929730" y="437336"/>
                </a:lnTo>
                <a:lnTo>
                  <a:pt x="5985148" y="438620"/>
                </a:lnTo>
                <a:lnTo>
                  <a:pt x="6040566" y="438876"/>
                </a:lnTo>
                <a:lnTo>
                  <a:pt x="6095984" y="438100"/>
                </a:lnTo>
                <a:lnTo>
                  <a:pt x="6151402" y="436298"/>
                </a:lnTo>
                <a:lnTo>
                  <a:pt x="6206820" y="433478"/>
                </a:lnTo>
                <a:lnTo>
                  <a:pt x="6262238" y="429652"/>
                </a:lnTo>
                <a:lnTo>
                  <a:pt x="6317656" y="424839"/>
                </a:lnTo>
                <a:lnTo>
                  <a:pt x="6373074" y="419062"/>
                </a:lnTo>
                <a:lnTo>
                  <a:pt x="6428493" y="412347"/>
                </a:lnTo>
                <a:lnTo>
                  <a:pt x="6483911" y="404726"/>
                </a:lnTo>
                <a:lnTo>
                  <a:pt x="6539329" y="396236"/>
                </a:lnTo>
                <a:lnTo>
                  <a:pt x="6594747" y="386914"/>
                </a:lnTo>
                <a:lnTo>
                  <a:pt x="6650165" y="376807"/>
                </a:lnTo>
                <a:lnTo>
                  <a:pt x="6705583" y="365960"/>
                </a:lnTo>
                <a:lnTo>
                  <a:pt x="6761001" y="354425"/>
                </a:lnTo>
                <a:lnTo>
                  <a:pt x="6816419" y="342257"/>
                </a:lnTo>
                <a:lnTo>
                  <a:pt x="6871837" y="329512"/>
                </a:lnTo>
                <a:lnTo>
                  <a:pt x="6927255" y="316249"/>
                </a:lnTo>
                <a:lnTo>
                  <a:pt x="6982673" y="302533"/>
                </a:lnTo>
                <a:lnTo>
                  <a:pt x="7038091" y="288426"/>
                </a:lnTo>
                <a:lnTo>
                  <a:pt x="7093509" y="273995"/>
                </a:lnTo>
                <a:lnTo>
                  <a:pt x="7148927" y="259308"/>
                </a:lnTo>
                <a:lnTo>
                  <a:pt x="7204345" y="244434"/>
                </a:lnTo>
                <a:lnTo>
                  <a:pt x="7259763" y="229442"/>
                </a:lnTo>
                <a:lnTo>
                  <a:pt x="7315181" y="214404"/>
                </a:lnTo>
                <a:lnTo>
                  <a:pt x="7370599" y="199389"/>
                </a:lnTo>
                <a:lnTo>
                  <a:pt x="7426017" y="184468"/>
                </a:lnTo>
                <a:lnTo>
                  <a:pt x="7481435" y="169712"/>
                </a:lnTo>
                <a:lnTo>
                  <a:pt x="7536853" y="155189"/>
                </a:lnTo>
                <a:lnTo>
                  <a:pt x="7592271" y="140969"/>
                </a:lnTo>
                <a:lnTo>
                  <a:pt x="7647689" y="127116"/>
                </a:lnTo>
                <a:lnTo>
                  <a:pt x="7703108" y="113698"/>
                </a:lnTo>
                <a:lnTo>
                  <a:pt x="7758526" y="100776"/>
                </a:lnTo>
                <a:lnTo>
                  <a:pt x="7813944" y="88411"/>
                </a:lnTo>
                <a:lnTo>
                  <a:pt x="7869362" y="76662"/>
                </a:lnTo>
                <a:lnTo>
                  <a:pt x="7924780" y="65584"/>
                </a:lnTo>
                <a:lnTo>
                  <a:pt x="7980198" y="55228"/>
                </a:lnTo>
                <a:lnTo>
                  <a:pt x="8035616" y="45643"/>
                </a:lnTo>
                <a:lnTo>
                  <a:pt x="8091034" y="36875"/>
                </a:lnTo>
                <a:lnTo>
                  <a:pt x="8146452" y="28964"/>
                </a:lnTo>
                <a:lnTo>
                  <a:pt x="8201870" y="21948"/>
                </a:lnTo>
                <a:lnTo>
                  <a:pt x="8257288" y="15859"/>
                </a:lnTo>
                <a:lnTo>
                  <a:pt x="8312706" y="10727"/>
                </a:lnTo>
                <a:lnTo>
                  <a:pt x="8368124" y="6574"/>
                </a:lnTo>
                <a:lnTo>
                  <a:pt x="8423542" y="3422"/>
                </a:lnTo>
                <a:lnTo>
                  <a:pt x="8478960" y="1284"/>
                </a:lnTo>
                <a:lnTo>
                  <a:pt x="8534378" y="170"/>
                </a:lnTo>
                <a:lnTo>
                  <a:pt x="8589796" y="87"/>
                </a:lnTo>
                <a:lnTo>
                  <a:pt x="8645214" y="1034"/>
                </a:lnTo>
                <a:lnTo>
                  <a:pt x="8700632" y="3006"/>
                </a:lnTo>
                <a:lnTo>
                  <a:pt x="8756050" y="5995"/>
                </a:lnTo>
                <a:lnTo>
                  <a:pt x="8811468" y="9987"/>
                </a:lnTo>
                <a:lnTo>
                  <a:pt x="8866886" y="14962"/>
                </a:lnTo>
                <a:lnTo>
                  <a:pt x="8922304" y="20898"/>
                </a:lnTo>
                <a:lnTo>
                  <a:pt x="8977723" y="27766"/>
                </a:lnTo>
                <a:lnTo>
                  <a:pt x="9033141" y="35534"/>
                </a:lnTo>
                <a:lnTo>
                  <a:pt x="9088559" y="44166"/>
                </a:lnTo>
                <a:lnTo>
                  <a:pt x="9143977" y="53622"/>
                </a:lnTo>
                <a:lnTo>
                  <a:pt x="9199395" y="63856"/>
                </a:lnTo>
                <a:lnTo>
                  <a:pt x="9254813" y="74821"/>
                </a:lnTo>
                <a:lnTo>
                  <a:pt x="9310231" y="86465"/>
                </a:lnTo>
                <a:lnTo>
                  <a:pt x="9365649" y="98734"/>
                </a:lnTo>
                <a:lnTo>
                  <a:pt x="9421067" y="111570"/>
                </a:lnTo>
                <a:lnTo>
                  <a:pt x="9476485" y="124912"/>
                </a:lnTo>
                <a:lnTo>
                  <a:pt x="9531903" y="138698"/>
                </a:lnTo>
                <a:lnTo>
                  <a:pt x="9587321" y="152864"/>
                </a:lnTo>
                <a:lnTo>
                  <a:pt x="9642739" y="167342"/>
                </a:lnTo>
                <a:lnTo>
                  <a:pt x="9698157" y="182065"/>
                </a:lnTo>
                <a:lnTo>
                  <a:pt x="9753575" y="196964"/>
                </a:lnTo>
                <a:lnTo>
                  <a:pt x="9808993" y="211968"/>
                </a:lnTo>
                <a:lnTo>
                  <a:pt x="9864411" y="227008"/>
                </a:lnTo>
                <a:lnTo>
                  <a:pt x="9919829" y="242011"/>
                </a:lnTo>
                <a:lnTo>
                  <a:pt x="9975247" y="256909"/>
                </a:lnTo>
                <a:lnTo>
                  <a:pt x="10030665" y="271631"/>
                </a:lnTo>
                <a:lnTo>
                  <a:pt x="10086083" y="286109"/>
                </a:lnTo>
                <a:lnTo>
                  <a:pt x="10141501" y="300272"/>
                </a:lnTo>
                <a:lnTo>
                  <a:pt x="10196919" y="314057"/>
                </a:lnTo>
                <a:lnTo>
                  <a:pt x="10252338" y="327397"/>
                </a:lnTo>
                <a:lnTo>
                  <a:pt x="10307756" y="340230"/>
                </a:lnTo>
                <a:lnTo>
                  <a:pt x="10363174" y="352496"/>
                </a:lnTo>
                <a:lnTo>
                  <a:pt x="10418592" y="364137"/>
                </a:lnTo>
                <a:lnTo>
                  <a:pt x="10474010" y="375099"/>
                </a:lnTo>
                <a:lnTo>
                  <a:pt x="10529428" y="385329"/>
                </a:lnTo>
                <a:lnTo>
                  <a:pt x="10584846" y="394781"/>
                </a:lnTo>
                <a:lnTo>
                  <a:pt x="10640264" y="403409"/>
                </a:lnTo>
                <a:lnTo>
                  <a:pt x="10695682" y="411173"/>
                </a:lnTo>
                <a:lnTo>
                  <a:pt x="10751100" y="418037"/>
                </a:lnTo>
                <a:lnTo>
                  <a:pt x="10806518" y="423968"/>
                </a:lnTo>
                <a:lnTo>
                  <a:pt x="10861936" y="428939"/>
                </a:lnTo>
                <a:lnTo>
                  <a:pt x="10917354" y="432926"/>
                </a:lnTo>
                <a:lnTo>
                  <a:pt x="10972772" y="435910"/>
                </a:lnTo>
                <a:lnTo>
                  <a:pt x="11028190" y="437878"/>
                </a:lnTo>
                <a:lnTo>
                  <a:pt x="11083608" y="438820"/>
                </a:lnTo>
                <a:lnTo>
                  <a:pt x="11139026" y="438732"/>
                </a:lnTo>
                <a:lnTo>
                  <a:pt x="11194444" y="437614"/>
                </a:lnTo>
                <a:lnTo>
                  <a:pt x="11249862" y="435471"/>
                </a:lnTo>
                <a:lnTo>
                  <a:pt x="11305280" y="432314"/>
                </a:lnTo>
                <a:lnTo>
                  <a:pt x="11360698" y="428157"/>
                </a:lnTo>
                <a:lnTo>
                  <a:pt x="11416116" y="423020"/>
                </a:lnTo>
                <a:lnTo>
                  <a:pt x="11471534" y="416926"/>
                </a:lnTo>
                <a:lnTo>
                  <a:pt x="11526953" y="409906"/>
                </a:lnTo>
                <a:lnTo>
                  <a:pt x="11582371" y="401991"/>
                </a:lnTo>
                <a:lnTo>
                  <a:pt x="11637789" y="393219"/>
                </a:lnTo>
                <a:lnTo>
                  <a:pt x="11693207" y="383630"/>
                </a:lnTo>
                <a:lnTo>
                  <a:pt x="11748625" y="373271"/>
                </a:lnTo>
                <a:lnTo>
                  <a:pt x="11804043" y="362189"/>
                </a:lnTo>
                <a:lnTo>
                  <a:pt x="11859461" y="350437"/>
                </a:lnTo>
                <a:lnTo>
                  <a:pt x="11914879" y="338070"/>
                </a:lnTo>
                <a:lnTo>
                  <a:pt x="11970297" y="325145"/>
                </a:lnTo>
                <a:lnTo>
                  <a:pt x="12025715" y="311725"/>
                </a:lnTo>
                <a:lnTo>
                  <a:pt x="12081133" y="297870"/>
                </a:lnTo>
                <a:lnTo>
                  <a:pt x="12136551" y="283648"/>
                </a:lnTo>
                <a:lnTo>
                  <a:pt x="12191969" y="269124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559553"/>
            <a:ext cx="12191969" cy="292604"/>
          </a:xfrm>
          <a:custGeom>
            <a:avLst/>
            <a:gdLst/>
            <a:ahLst/>
            <a:cxnLst/>
            <a:rect l="l" t="t" r="r" b="b"/>
            <a:pathLst>
              <a:path w="12191969" h="292604">
                <a:moveTo>
                  <a:pt x="0" y="292544"/>
                </a:moveTo>
                <a:lnTo>
                  <a:pt x="55418" y="291908"/>
                </a:lnTo>
                <a:lnTo>
                  <a:pt x="110836" y="290588"/>
                </a:lnTo>
                <a:lnTo>
                  <a:pt x="166254" y="288591"/>
                </a:lnTo>
                <a:lnTo>
                  <a:pt x="221672" y="285925"/>
                </a:lnTo>
                <a:lnTo>
                  <a:pt x="277090" y="282604"/>
                </a:lnTo>
                <a:lnTo>
                  <a:pt x="332508" y="278642"/>
                </a:lnTo>
                <a:lnTo>
                  <a:pt x="387926" y="274059"/>
                </a:lnTo>
                <a:lnTo>
                  <a:pt x="443344" y="268876"/>
                </a:lnTo>
                <a:lnTo>
                  <a:pt x="498762" y="263117"/>
                </a:lnTo>
                <a:lnTo>
                  <a:pt x="554180" y="256810"/>
                </a:lnTo>
                <a:lnTo>
                  <a:pt x="609598" y="249984"/>
                </a:lnTo>
                <a:lnTo>
                  <a:pt x="665016" y="242670"/>
                </a:lnTo>
                <a:lnTo>
                  <a:pt x="720434" y="234905"/>
                </a:lnTo>
                <a:lnTo>
                  <a:pt x="775852" y="226723"/>
                </a:lnTo>
                <a:lnTo>
                  <a:pt x="831270" y="218163"/>
                </a:lnTo>
                <a:lnTo>
                  <a:pt x="886688" y="209266"/>
                </a:lnTo>
                <a:lnTo>
                  <a:pt x="942106" y="200073"/>
                </a:lnTo>
                <a:lnTo>
                  <a:pt x="997524" y="190628"/>
                </a:lnTo>
                <a:lnTo>
                  <a:pt x="1052942" y="180974"/>
                </a:lnTo>
                <a:lnTo>
                  <a:pt x="1108360" y="171158"/>
                </a:lnTo>
                <a:lnTo>
                  <a:pt x="1163778" y="161225"/>
                </a:lnTo>
                <a:lnTo>
                  <a:pt x="1219196" y="151222"/>
                </a:lnTo>
                <a:lnTo>
                  <a:pt x="1274614" y="141195"/>
                </a:lnTo>
                <a:lnTo>
                  <a:pt x="1330033" y="131193"/>
                </a:lnTo>
                <a:lnTo>
                  <a:pt x="1385451" y="121262"/>
                </a:lnTo>
                <a:lnTo>
                  <a:pt x="1440869" y="111448"/>
                </a:lnTo>
                <a:lnTo>
                  <a:pt x="1496287" y="101798"/>
                </a:lnTo>
                <a:lnTo>
                  <a:pt x="1551705" y="92357"/>
                </a:lnTo>
                <a:lnTo>
                  <a:pt x="1607123" y="83169"/>
                </a:lnTo>
                <a:lnTo>
                  <a:pt x="1662541" y="74278"/>
                </a:lnTo>
                <a:lnTo>
                  <a:pt x="1717959" y="65725"/>
                </a:lnTo>
                <a:lnTo>
                  <a:pt x="1773377" y="57551"/>
                </a:lnTo>
                <a:lnTo>
                  <a:pt x="1828795" y="49793"/>
                </a:lnTo>
                <a:lnTo>
                  <a:pt x="1884213" y="42489"/>
                </a:lnTo>
                <a:lnTo>
                  <a:pt x="1939631" y="35672"/>
                </a:lnTo>
                <a:lnTo>
                  <a:pt x="1995049" y="29374"/>
                </a:lnTo>
                <a:lnTo>
                  <a:pt x="2050467" y="23626"/>
                </a:lnTo>
                <a:lnTo>
                  <a:pt x="2105885" y="18454"/>
                </a:lnTo>
                <a:lnTo>
                  <a:pt x="2161303" y="13883"/>
                </a:lnTo>
                <a:lnTo>
                  <a:pt x="2216721" y="9933"/>
                </a:lnTo>
                <a:lnTo>
                  <a:pt x="2272139" y="6624"/>
                </a:lnTo>
                <a:lnTo>
                  <a:pt x="2327557" y="3970"/>
                </a:lnTo>
                <a:lnTo>
                  <a:pt x="2382975" y="1986"/>
                </a:lnTo>
                <a:lnTo>
                  <a:pt x="2438393" y="679"/>
                </a:lnTo>
                <a:lnTo>
                  <a:pt x="2493811" y="56"/>
                </a:lnTo>
                <a:lnTo>
                  <a:pt x="2549229" y="119"/>
                </a:lnTo>
                <a:lnTo>
                  <a:pt x="2604648" y="869"/>
                </a:lnTo>
                <a:lnTo>
                  <a:pt x="2660066" y="2303"/>
                </a:lnTo>
                <a:lnTo>
                  <a:pt x="2715484" y="4412"/>
                </a:lnTo>
                <a:lnTo>
                  <a:pt x="2770902" y="7188"/>
                </a:lnTo>
                <a:lnTo>
                  <a:pt x="2826320" y="10618"/>
                </a:lnTo>
                <a:lnTo>
                  <a:pt x="2881738" y="14684"/>
                </a:lnTo>
                <a:lnTo>
                  <a:pt x="2937156" y="19369"/>
                </a:lnTo>
                <a:lnTo>
                  <a:pt x="2992574" y="24649"/>
                </a:lnTo>
                <a:lnTo>
                  <a:pt x="3047992" y="30502"/>
                </a:lnTo>
                <a:lnTo>
                  <a:pt x="3103410" y="36898"/>
                </a:lnTo>
                <a:lnTo>
                  <a:pt x="3158828" y="43807"/>
                </a:lnTo>
                <a:lnTo>
                  <a:pt x="3214246" y="51198"/>
                </a:lnTo>
                <a:lnTo>
                  <a:pt x="3269664" y="59036"/>
                </a:lnTo>
                <a:lnTo>
                  <a:pt x="3325082" y="67284"/>
                </a:lnTo>
                <a:lnTo>
                  <a:pt x="3380500" y="75903"/>
                </a:lnTo>
                <a:lnTo>
                  <a:pt x="3435918" y="84852"/>
                </a:lnTo>
                <a:lnTo>
                  <a:pt x="3491336" y="94090"/>
                </a:lnTo>
                <a:lnTo>
                  <a:pt x="3546754" y="103573"/>
                </a:lnTo>
                <a:lnTo>
                  <a:pt x="3602172" y="113257"/>
                </a:lnTo>
                <a:lnTo>
                  <a:pt x="3657590" y="123096"/>
                </a:lnTo>
                <a:lnTo>
                  <a:pt x="3713008" y="133044"/>
                </a:lnTo>
                <a:lnTo>
                  <a:pt x="3768426" y="143054"/>
                </a:lnTo>
                <a:lnTo>
                  <a:pt x="3823844" y="153080"/>
                </a:lnTo>
                <a:lnTo>
                  <a:pt x="3879263" y="163073"/>
                </a:lnTo>
                <a:lnTo>
                  <a:pt x="3934681" y="172988"/>
                </a:lnTo>
                <a:lnTo>
                  <a:pt x="3990099" y="182778"/>
                </a:lnTo>
                <a:lnTo>
                  <a:pt x="4045517" y="192396"/>
                </a:lnTo>
                <a:lnTo>
                  <a:pt x="4100935" y="201798"/>
                </a:lnTo>
                <a:lnTo>
                  <a:pt x="4156353" y="210939"/>
                </a:lnTo>
                <a:lnTo>
                  <a:pt x="4211771" y="219777"/>
                </a:lnTo>
                <a:lnTo>
                  <a:pt x="4267189" y="228270"/>
                </a:lnTo>
                <a:lnTo>
                  <a:pt x="4322607" y="236377"/>
                </a:lnTo>
                <a:lnTo>
                  <a:pt x="4378025" y="244062"/>
                </a:lnTo>
                <a:lnTo>
                  <a:pt x="4433443" y="251287"/>
                </a:lnTo>
                <a:lnTo>
                  <a:pt x="4488861" y="258020"/>
                </a:lnTo>
                <a:lnTo>
                  <a:pt x="4544279" y="264228"/>
                </a:lnTo>
                <a:lnTo>
                  <a:pt x="4599697" y="269881"/>
                </a:lnTo>
                <a:lnTo>
                  <a:pt x="4655115" y="274955"/>
                </a:lnTo>
                <a:lnTo>
                  <a:pt x="4710533" y="279424"/>
                </a:lnTo>
                <a:lnTo>
                  <a:pt x="4765951" y="283269"/>
                </a:lnTo>
                <a:lnTo>
                  <a:pt x="4821369" y="286469"/>
                </a:lnTo>
                <a:lnTo>
                  <a:pt x="4876787" y="289012"/>
                </a:lnTo>
                <a:lnTo>
                  <a:pt x="4932205" y="290884"/>
                </a:lnTo>
                <a:lnTo>
                  <a:pt x="4987623" y="292078"/>
                </a:lnTo>
                <a:lnTo>
                  <a:pt x="5043041" y="292587"/>
                </a:lnTo>
                <a:lnTo>
                  <a:pt x="5098459" y="292408"/>
                </a:lnTo>
                <a:lnTo>
                  <a:pt x="5153878" y="291544"/>
                </a:lnTo>
                <a:lnTo>
                  <a:pt x="5209296" y="289997"/>
                </a:lnTo>
                <a:lnTo>
                  <a:pt x="5264714" y="287776"/>
                </a:lnTo>
                <a:lnTo>
                  <a:pt x="5320132" y="284890"/>
                </a:lnTo>
                <a:lnTo>
                  <a:pt x="5375550" y="281353"/>
                </a:lnTo>
                <a:lnTo>
                  <a:pt x="5430968" y="277183"/>
                </a:lnTo>
                <a:lnTo>
                  <a:pt x="5486386" y="272397"/>
                </a:lnTo>
                <a:lnTo>
                  <a:pt x="5541804" y="267019"/>
                </a:lnTo>
                <a:lnTo>
                  <a:pt x="5597222" y="261074"/>
                </a:lnTo>
                <a:lnTo>
                  <a:pt x="5652640" y="254591"/>
                </a:lnTo>
                <a:lnTo>
                  <a:pt x="5708058" y="247598"/>
                </a:lnTo>
                <a:lnTo>
                  <a:pt x="5763476" y="240130"/>
                </a:lnTo>
                <a:lnTo>
                  <a:pt x="5818894" y="232222"/>
                </a:lnTo>
                <a:lnTo>
                  <a:pt x="5874312" y="223909"/>
                </a:lnTo>
                <a:lnTo>
                  <a:pt x="5929730" y="215233"/>
                </a:lnTo>
                <a:lnTo>
                  <a:pt x="5985148" y="206232"/>
                </a:lnTo>
                <a:lnTo>
                  <a:pt x="6040566" y="196950"/>
                </a:lnTo>
                <a:lnTo>
                  <a:pt x="6095984" y="187431"/>
                </a:lnTo>
                <a:lnTo>
                  <a:pt x="6151402" y="177718"/>
                </a:lnTo>
                <a:lnTo>
                  <a:pt x="6206820" y="167857"/>
                </a:lnTo>
                <a:lnTo>
                  <a:pt x="6262238" y="157896"/>
                </a:lnTo>
                <a:lnTo>
                  <a:pt x="6317656" y="147880"/>
                </a:lnTo>
                <a:lnTo>
                  <a:pt x="6373074" y="137856"/>
                </a:lnTo>
                <a:lnTo>
                  <a:pt x="6428493" y="127872"/>
                </a:lnTo>
                <a:lnTo>
                  <a:pt x="6483911" y="117975"/>
                </a:lnTo>
                <a:lnTo>
                  <a:pt x="6539329" y="108211"/>
                </a:lnTo>
                <a:lnTo>
                  <a:pt x="6594747" y="98625"/>
                </a:lnTo>
                <a:lnTo>
                  <a:pt x="6650165" y="89264"/>
                </a:lnTo>
                <a:lnTo>
                  <a:pt x="6705583" y="80170"/>
                </a:lnTo>
                <a:lnTo>
                  <a:pt x="6761001" y="71387"/>
                </a:lnTo>
                <a:lnTo>
                  <a:pt x="6816419" y="62956"/>
                </a:lnTo>
                <a:lnTo>
                  <a:pt x="6871837" y="54917"/>
                </a:lnTo>
                <a:lnTo>
                  <a:pt x="6927255" y="47306"/>
                </a:lnTo>
                <a:lnTo>
                  <a:pt x="6982673" y="40160"/>
                </a:lnTo>
                <a:lnTo>
                  <a:pt x="7038091" y="33513"/>
                </a:lnTo>
                <a:lnTo>
                  <a:pt x="7093509" y="27396"/>
                </a:lnTo>
                <a:lnTo>
                  <a:pt x="7148927" y="21837"/>
                </a:lnTo>
                <a:lnTo>
                  <a:pt x="7204345" y="16862"/>
                </a:lnTo>
                <a:lnTo>
                  <a:pt x="7259763" y="12496"/>
                </a:lnTo>
                <a:lnTo>
                  <a:pt x="7315181" y="8758"/>
                </a:lnTo>
                <a:lnTo>
                  <a:pt x="7370599" y="5666"/>
                </a:lnTo>
                <a:lnTo>
                  <a:pt x="7426017" y="3234"/>
                </a:lnTo>
                <a:lnTo>
                  <a:pt x="7481435" y="1474"/>
                </a:lnTo>
                <a:lnTo>
                  <a:pt x="7536853" y="395"/>
                </a:lnTo>
                <a:lnTo>
                  <a:pt x="7592271" y="0"/>
                </a:lnTo>
                <a:lnTo>
                  <a:pt x="7647689" y="293"/>
                </a:lnTo>
                <a:lnTo>
                  <a:pt x="7703108" y="1272"/>
                </a:lnTo>
                <a:lnTo>
                  <a:pt x="7758526" y="2931"/>
                </a:lnTo>
                <a:lnTo>
                  <a:pt x="7813944" y="5264"/>
                </a:lnTo>
                <a:lnTo>
                  <a:pt x="7869362" y="8259"/>
                </a:lnTo>
                <a:lnTo>
                  <a:pt x="7924780" y="11903"/>
                </a:lnTo>
                <a:lnTo>
                  <a:pt x="7980198" y="16178"/>
                </a:lnTo>
                <a:lnTo>
                  <a:pt x="8035616" y="21064"/>
                </a:lnTo>
                <a:lnTo>
                  <a:pt x="8091034" y="26538"/>
                </a:lnTo>
                <a:lnTo>
                  <a:pt x="8146452" y="32575"/>
                </a:lnTo>
                <a:lnTo>
                  <a:pt x="8201870" y="39145"/>
                </a:lnTo>
                <a:lnTo>
                  <a:pt x="8257288" y="46219"/>
                </a:lnTo>
                <a:lnTo>
                  <a:pt x="8312706" y="53763"/>
                </a:lnTo>
                <a:lnTo>
                  <a:pt x="8368124" y="61742"/>
                </a:lnTo>
                <a:lnTo>
                  <a:pt x="8423542" y="70117"/>
                </a:lnTo>
                <a:lnTo>
                  <a:pt x="8478960" y="78851"/>
                </a:lnTo>
                <a:lnTo>
                  <a:pt x="8534378" y="87901"/>
                </a:lnTo>
                <a:lnTo>
                  <a:pt x="8589796" y="97226"/>
                </a:lnTo>
                <a:lnTo>
                  <a:pt x="8645214" y="106781"/>
                </a:lnTo>
                <a:lnTo>
                  <a:pt x="8700632" y="116522"/>
                </a:lnTo>
                <a:lnTo>
                  <a:pt x="8756050" y="126402"/>
                </a:lnTo>
                <a:lnTo>
                  <a:pt x="8811468" y="136376"/>
                </a:lnTo>
                <a:lnTo>
                  <a:pt x="8866886" y="146397"/>
                </a:lnTo>
                <a:lnTo>
                  <a:pt x="8922304" y="156417"/>
                </a:lnTo>
                <a:lnTo>
                  <a:pt x="8977723" y="166390"/>
                </a:lnTo>
                <a:lnTo>
                  <a:pt x="9033141" y="176268"/>
                </a:lnTo>
                <a:lnTo>
                  <a:pt x="9088559" y="186005"/>
                </a:lnTo>
                <a:lnTo>
                  <a:pt x="9143977" y="195557"/>
                </a:lnTo>
                <a:lnTo>
                  <a:pt x="9199395" y="204876"/>
                </a:lnTo>
                <a:lnTo>
                  <a:pt x="9254813" y="213921"/>
                </a:lnTo>
                <a:lnTo>
                  <a:pt x="9310231" y="222648"/>
                </a:lnTo>
                <a:lnTo>
                  <a:pt x="9365649" y="231017"/>
                </a:lnTo>
                <a:lnTo>
                  <a:pt x="9421067" y="238988"/>
                </a:lnTo>
                <a:lnTo>
                  <a:pt x="9476485" y="246523"/>
                </a:lnTo>
                <a:lnTo>
                  <a:pt x="9531903" y="253588"/>
                </a:lnTo>
                <a:lnTo>
                  <a:pt x="9587321" y="260149"/>
                </a:lnTo>
                <a:lnTo>
                  <a:pt x="9642739" y="266175"/>
                </a:lnTo>
                <a:lnTo>
                  <a:pt x="9698157" y="271638"/>
                </a:lnTo>
                <a:lnTo>
                  <a:pt x="9753575" y="276513"/>
                </a:lnTo>
                <a:lnTo>
                  <a:pt x="9808993" y="280776"/>
                </a:lnTo>
                <a:lnTo>
                  <a:pt x="9864411" y="284408"/>
                </a:lnTo>
                <a:lnTo>
                  <a:pt x="9919829" y="287391"/>
                </a:lnTo>
                <a:lnTo>
                  <a:pt x="9975247" y="289711"/>
                </a:lnTo>
                <a:lnTo>
                  <a:pt x="10030665" y="291358"/>
                </a:lnTo>
                <a:lnTo>
                  <a:pt x="10086083" y="292324"/>
                </a:lnTo>
                <a:lnTo>
                  <a:pt x="10141501" y="292604"/>
                </a:lnTo>
                <a:lnTo>
                  <a:pt x="10196919" y="292196"/>
                </a:lnTo>
                <a:lnTo>
                  <a:pt x="10252338" y="291104"/>
                </a:lnTo>
                <a:lnTo>
                  <a:pt x="10307756" y="289331"/>
                </a:lnTo>
                <a:lnTo>
                  <a:pt x="10363174" y="286887"/>
                </a:lnTo>
                <a:lnTo>
                  <a:pt x="10418592" y="283783"/>
                </a:lnTo>
                <a:lnTo>
                  <a:pt x="10474010" y="280033"/>
                </a:lnTo>
                <a:lnTo>
                  <a:pt x="10529428" y="275655"/>
                </a:lnTo>
                <a:lnTo>
                  <a:pt x="10584846" y="270669"/>
                </a:lnTo>
                <a:lnTo>
                  <a:pt x="10640264" y="265099"/>
                </a:lnTo>
                <a:lnTo>
                  <a:pt x="10695682" y="258972"/>
                </a:lnTo>
                <a:lnTo>
                  <a:pt x="10751100" y="252315"/>
                </a:lnTo>
                <a:lnTo>
                  <a:pt x="10806518" y="245160"/>
                </a:lnTo>
                <a:lnTo>
                  <a:pt x="10861936" y="237541"/>
                </a:lnTo>
                <a:lnTo>
                  <a:pt x="10917354" y="229494"/>
                </a:lnTo>
                <a:lnTo>
                  <a:pt x="10972772" y="221056"/>
                </a:lnTo>
                <a:lnTo>
                  <a:pt x="11028190" y="212267"/>
                </a:lnTo>
                <a:lnTo>
                  <a:pt x="11083608" y="203168"/>
                </a:lnTo>
                <a:lnTo>
                  <a:pt x="11139026" y="193801"/>
                </a:lnTo>
                <a:lnTo>
                  <a:pt x="11194444" y="184212"/>
                </a:lnTo>
                <a:lnTo>
                  <a:pt x="11249862" y="174445"/>
                </a:lnTo>
                <a:lnTo>
                  <a:pt x="11305280" y="164546"/>
                </a:lnTo>
                <a:lnTo>
                  <a:pt x="11360698" y="154561"/>
                </a:lnTo>
                <a:lnTo>
                  <a:pt x="11416116" y="144537"/>
                </a:lnTo>
                <a:lnTo>
                  <a:pt x="11471534" y="134521"/>
                </a:lnTo>
                <a:lnTo>
                  <a:pt x="11526953" y="124561"/>
                </a:lnTo>
                <a:lnTo>
                  <a:pt x="11582371" y="114703"/>
                </a:lnTo>
                <a:lnTo>
                  <a:pt x="11637789" y="104994"/>
                </a:lnTo>
                <a:lnTo>
                  <a:pt x="11693207" y="95478"/>
                </a:lnTo>
                <a:lnTo>
                  <a:pt x="11748625" y="86201"/>
                </a:lnTo>
                <a:lnTo>
                  <a:pt x="11804043" y="77206"/>
                </a:lnTo>
                <a:lnTo>
                  <a:pt x="11859461" y="68536"/>
                </a:lnTo>
                <a:lnTo>
                  <a:pt x="11914879" y="60231"/>
                </a:lnTo>
                <a:lnTo>
                  <a:pt x="11970297" y="52330"/>
                </a:lnTo>
                <a:lnTo>
                  <a:pt x="12025715" y="44871"/>
                </a:lnTo>
                <a:lnTo>
                  <a:pt x="12081133" y="37888"/>
                </a:lnTo>
                <a:lnTo>
                  <a:pt x="12136551" y="31414"/>
                </a:lnTo>
                <a:lnTo>
                  <a:pt x="12191969" y="2548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2615184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3685032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 H A P T 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957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与三维重建的关系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4670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From Correspondence to Point Cloud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77056"/>
            <a:ext cx="7680960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078224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解码只交出</a:t>
            </a:r>
            <a:r>
              <a:rPr sz="13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相机像素 → 投影仪像素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的对应关系；放进标定好的三角化框架，它才变成三维点云。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与三维重建的关系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52 / 67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七 · 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从对应关系到三维点云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FSM 解码的输出是两幅「坐标图」，它们与标定参数一起构成三角化的全部输入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七 · 与三维重建的关系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53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358384" cy="457200"/>
          </a:xfrm>
          <a:prstGeom prst="roundRect">
            <a:avLst>
              <a:gd name="adj" fmla="val 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8366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投影 + 采集：M×4 张条纹图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26664" y="2359152"/>
            <a:ext cx="0" cy="402336"/>
          </a:xfrm>
          <a:prstGeom prst="line">
            <a:avLst/>
          </a:prstGeom>
          <a:ln w="16510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487168"/>
            <a:ext cx="5358384" cy="457200"/>
          </a:xfrm>
          <a:prstGeom prst="roundRect">
            <a:avLst>
              <a:gd name="adj" fmla="val 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48716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解码：disp_ver / disp_hor 两幅坐标图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26664" y="2962656"/>
            <a:ext cx="0" cy="402336"/>
          </a:xfrm>
          <a:prstGeom prst="line">
            <a:avLst/>
          </a:prstGeom>
          <a:ln w="16510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090672"/>
            <a:ext cx="5358384" cy="457200"/>
          </a:xfrm>
          <a:prstGeom prst="roundRect">
            <a:avLst>
              <a:gd name="adj" fmla="val 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09067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过滤：peak ≥ PEAK_LIMIT 的像素才保留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26664" y="3566160"/>
            <a:ext cx="0" cy="402336"/>
          </a:xfrm>
          <a:prstGeom prst="line">
            <a:avLst/>
          </a:prstGeom>
          <a:ln w="16510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3694176"/>
            <a:ext cx="5358384" cy="457200"/>
          </a:xfrm>
          <a:prstGeom prst="roundRect">
            <a:avLst>
              <a:gd name="adj" fmla="val 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69417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配对：xp = disp_ver[yc,xc]，yp = disp_hor[yc,xc]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26664" y="4169663"/>
            <a:ext cx="0" cy="402337"/>
          </a:xfrm>
          <a:prstGeom prst="line">
            <a:avLst/>
          </a:prstGeom>
          <a:ln w="16510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297680"/>
            <a:ext cx="5358384" cy="457200"/>
          </a:xfrm>
          <a:prstGeom prst="roundRect">
            <a:avLst>
              <a:gd name="adj" fmla="val 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297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三角化：相机射线 × 投影仪射线求交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26664" y="4773168"/>
            <a:ext cx="0" cy="402336"/>
          </a:xfrm>
          <a:prstGeom prst="line">
            <a:avLst/>
          </a:prstGeom>
          <a:ln w="16510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4901184"/>
            <a:ext cx="5358384" cy="457200"/>
          </a:xfrm>
          <a:prstGeom prst="roundRect">
            <a:avLst>
              <a:gd name="adj" fmla="val 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90118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点云：pointcloud_fsa.ply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1883664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交接契约（代码现状）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2194560"/>
            <a:ext cx="5349240" cy="2066544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解码输出（results/fsa_decode/）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disp_ver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npy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(Hc, Wc) float32 —— 投影仪列坐标 xp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disp_hor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npy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(Hc, Wc) float32 —— 投影仪行坐标 yp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peak_hor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npy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peak_ver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npy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置信度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重建入口读取（FSM_reconstruct_example.py）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CALIBRATION_FILE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F5C46B"/>
                </a:solidFill>
                <a:latin typeface="Consolas"/>
                <a:ea typeface="Consolas"/>
                <a:cs typeface="Consolas"/>
              </a:rPr>
              <a:t>"标定结果2.txt"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FREQUENCY_STEP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= 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0.5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NUM_FREQUENCIES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301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PEAK_LIMIT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= 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0.8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OVERSAMPLE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= </a:t>
            </a:r>
            <a:r>
              <a:rPr sz="100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OUTPUT_PLY</a:t>
            </a:r>
            <a:r>
              <a:rPr sz="100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= </a:t>
            </a:r>
            <a:r>
              <a:rPr sz="1000">
                <a:solidFill>
                  <a:srgbClr val="F5C46B"/>
                </a:solidFill>
                <a:latin typeface="Consolas"/>
                <a:ea typeface="Consolas"/>
                <a:cs typeface="Consolas"/>
              </a:rPr>
              <a:t>"pointcloud_fsa.ply"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2" y="4389120"/>
            <a:ext cx="5349240" cy="1218590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两个工程事实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解码与重建之间只有 .npy 文件这一层接口，两侧可独立替换或重跑。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peak 阈值越松，点云越密但飞点越多 —— 它是最重要的一个闸门。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七 · 三角化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三角化：两条射线求交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同一物点既被相机看到、也被投影仪「照亮」，两条射线在三维空间中交于该点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七 · 与三维重建的关系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54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83664"/>
            <a:ext cx="50292" cy="960119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① 相机射线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14016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从相机光心出发、穿过像素 (xc, yc) 的空间直线，由相机内参 Kc 与位姿 [Rc|tc] 确定。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1883664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144" y="1883664"/>
            <a:ext cx="50292" cy="960119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② 投影仪射线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888" y="2414016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从投影仪光心出发、穿过像素 (xp, yp) 的空间直线，由 Kp 与 [Rp|tp] 确定。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26663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26663"/>
            <a:ext cx="50292" cy="9601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91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③ 交汇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557015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两条射线在理想情况下交于物体表面一点，即该像素的三维坐标。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144" y="3026663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144" y="3026663"/>
            <a:ext cx="50292" cy="960119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0888" y="3191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④ 实际求解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888" y="3557015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因为有噪声与量化误差，射线通常不相交，用线性三角化求最小二乘意义下的最优解。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69663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FSM_reconstruct_core.py 三角化实现（代码现状）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80559"/>
            <a:ext cx="11094689" cy="1572768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cam_und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cv2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undistortPoints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cam_pix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reshape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(-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去畸变并回投原内参 :992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proj_und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cv2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undistortPoints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proj_pix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reshape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(-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投影仪侧同构      :999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P_cam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@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hstack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eye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zeros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((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))])    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3×4 投影矩阵      :1008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P_proj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Kp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@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hstack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([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])                           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投影仪投影矩阵    :1014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pts4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cv2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triangulatePoints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P_cam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P_proj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cam_und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proj_und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齐次最小二乘      :1018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pts3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pts4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/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pts4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]).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(N, 3) 相机坐标系                :1024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pts3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@ 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pts3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-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flatten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()).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→ 投影仪坐标系（内联，未调用同名方法）:1050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七 · 重建侧代码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重建侧的模块结构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FSM_reconstruct_core.py 用五个类把「读标定 → 读对应 → 三角化 → 存点云」串起来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七 · 与三维重建的关系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55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83664"/>
            <a:ext cx="27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类 / 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8023" y="1883664"/>
            <a:ext cx="5453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职责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495" y="1883664"/>
            <a:ext cx="228310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输入 → 输出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7004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2249424"/>
            <a:ext cx="270019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CalibrationReader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8023" y="2249424"/>
            <a:ext cx="54530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解析标定文件，得到相机与投影仪的内参、旋转、平移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0495" y="2249424"/>
            <a:ext cx="228310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标定结果*.txt → K / R / 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70048"/>
            <a:ext cx="11094689" cy="420624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9067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2670048"/>
            <a:ext cx="270019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CorrespondenceReader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8023" y="2670048"/>
            <a:ext cx="54530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把四个 .npy 装载成 dict（只读文件，不做配对）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0495" y="2670048"/>
            <a:ext cx="228310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.npy → {disp_*, peak_*}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511296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3090672"/>
            <a:ext cx="270019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TriangulationEngine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8023" y="3090672"/>
            <a:ext cx="54530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去畸变 + 三角化 + 变换到投影仪坐标系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0495" y="3090672"/>
            <a:ext cx="228310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对应关系 + 标定 → 三维点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11296"/>
            <a:ext cx="11094689" cy="420624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3192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511296"/>
            <a:ext cx="270019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PointCloudProcessor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8023" y="3511296"/>
            <a:ext cx="54530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保存为 PLY 并可视化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0495" y="3511296"/>
            <a:ext cx="228310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三维点 → pointcloud_fsa.ply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5254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3931920"/>
            <a:ext cx="270019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FSAReconstructor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8023" y="3931920"/>
            <a:ext cx="54530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真正的协调器，串起过滤、配对与三角化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0495" y="3931920"/>
            <a:ext cx="228310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配置 → 完整点云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515307"/>
            <a:ext cx="11094689" cy="1538020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入口与两个已知落差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★ 代码现状：CorrespondenceReader 与 TriangulationEngine 的四个方法在主线上从未被调用，真实逻辑被内联复制在 FSAReconstructor._reconstruct_pointcloud 内（:990-1050）。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配对 (xp, yp) 实际发生在 :946-949 —— xp ← disp_ver、yp ← disp_hor；CorrespondenceReader 只负责读文件。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FSM_reconstruct_example.py（305 行）无函数定义，全部逻辑在 __main__ 块内，配置常量是局部变量。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七 · 补偿因子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一个容易被忽略的补偿因子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重建侧对峰值有一步与解码侧不同的归一化处理，用来把不同频率步长下的峰值拉到同一尺度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七 · 与三维重建的关系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56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11094689" cy="676656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" y="1965960"/>
            <a:ext cx="50292" cy="512064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883664"/>
            <a:ext cx="1072892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补偿因子 = fft_length / M = proj_dim / (M · frequency_step)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88336"/>
            <a:ext cx="11094689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61488"/>
            <a:ext cx="50292" cy="58521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807208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为什么需要它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072384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解码侧写出的是 peak = max|C| / fft_length，而 fft_length = round(proj_dim/step)；step 由 1.0 改为 0.5 时 fft_length 翻倍，同一物理幅值的 peak 数值直接掉一半。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66160"/>
            <a:ext cx="11094689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50292" cy="58521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685032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它修正的是什么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950208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重建侧再乘 fft_length / M，把「按 fft_length 归一化」换回「按频率数 M 归一化」，使 PEAK_LIMIT = 0.8 的绝对语义在任意步长下保持一致。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43984"/>
            <a:ext cx="11094689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17136"/>
            <a:ext cx="50292" cy="58521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562856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本仓库实配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828032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proj_height = 1080、step = 0.5、M = 301 ⇒ 水平补偿因子 = 2160 / 301 ≈ 7.176（执行代码 FSM_reconstruct_core.py:852-864）。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21808"/>
            <a:ext cx="11094689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50292" cy="58521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440680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残留风险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5705856"/>
            <a:ext cx="10674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未显式传入 num_frequencies 时，L882 的回退分支把绝对阈值改成 peak_limit × raw_peak_max 的相对阈值，与入口注释「阈值含义与旧版一致」相矛盾。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七 · 点云后处理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两套点云的坐标系不是同一个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FSM 输出的点云在投影仪坐标系，另一路方法输出的在相机坐标系；直接比较会整体错位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七 · 与三维重建的关系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57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5358384" cy="713232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" y="1965960"/>
            <a:ext cx="50292" cy="5486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883664"/>
            <a:ext cx="499262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P_cam = R @ P_proj + 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883664"/>
            <a:ext cx="5349240" cy="713232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8504" y="1965960"/>
            <a:ext cx="50292" cy="5486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883664"/>
            <a:ext cx="4983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P_proj = Rᵀ @ (P_cam − 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98064"/>
            <a:ext cx="5410184" cy="969263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98064"/>
            <a:ext cx="50292" cy="969263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29626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问题现象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328416"/>
            <a:ext cx="498956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两份点云各自看起来正常，叠在一起却有近似等于 |T| 的固定整体偏移，而不是局部噪声。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144" y="2798064"/>
            <a:ext cx="5410184" cy="969263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144" y="2798064"/>
            <a:ext cx="50292" cy="969263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0888" y="29626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根因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888" y="3328416"/>
            <a:ext cx="498956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FSM 在三角化之后多做了一次刚体变换到投影仪坐标系（:1047-1050）；另一路方法直接输出三角化结果，即相机坐标系。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50208"/>
            <a:ext cx="5410184" cy="969263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950208"/>
            <a:ext cx="50292" cy="96926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114800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解决方式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480560"/>
            <a:ext cx="498956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用点云对齐工具.py 按标定文件里的 R 与 T 做互逆变换，把一侧统一到另一侧坐标系后再比较。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144" y="3950208"/>
            <a:ext cx="5410184" cy="969263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3144" y="3950208"/>
            <a:ext cx="50292" cy="969263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0888" y="4114800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为什么必须做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0888" y="4480560"/>
            <a:ext cx="498956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不做这一步，KD-Tree 最近邻误差会把「整体位姿差」误算成「形状误差」，结论完全失真。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029200"/>
            <a:ext cx="11094689" cy="1200302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坐标系与一句话提醒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变换式：P_cam = R @ P_proj + T（点云对齐工具.py:217） ⇄ P_proj = Rᵀ @ (P_cam − T)（:236）。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★ 代码现状：TriangulationEngine 的 docstring（:401-402）写「相机坐标系」，实际返回投影仪坐标系（:1061）。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七 · 点云后处理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误差怎么算、看哪些指标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以一份点云为参考，对另一份的每个点找 KD-Tree 最近邻，统计偏差分布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七 · 与三维重建的关系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58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83664"/>
            <a:ext cx="5358384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83664"/>
            <a:ext cx="128089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环节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8715" y="1883664"/>
            <a:ext cx="36385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做法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706624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2249424"/>
            <a:ext cx="12808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最近邻检索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8715" y="2249424"/>
            <a:ext cx="36385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cKDTree(ref) + tree.query(cmp, k=1, workers=-1)  :91-93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06624"/>
            <a:ext cx="5358384" cy="5181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8640" y="3224783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2706624"/>
            <a:ext cx="1280891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单点误差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8715" y="2706624"/>
            <a:ext cx="363858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两点欧氏距离 ‖pᵢ − qᵢ*‖₂，单位与点云一致（本仓库为 mm）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681983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3224783"/>
            <a:ext cx="12808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统计汇总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8715" y="3224783"/>
            <a:ext cx="36385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对全部单点误差算 9 项指标（见右表）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81983"/>
            <a:ext cx="5358384" cy="5181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48640" y="4200144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3681983"/>
            <a:ext cx="1280891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阈值标红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8715" y="3681983"/>
            <a:ext cx="363858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distances &gt; THRESHOLD（默认 1.5）的点染成红色 (255,0,0)  :168-169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657344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4200144"/>
            <a:ext cx="12808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输出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58715" y="4200144"/>
            <a:ext cx="36385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output_colored.ply（ASCII 格式）+ 终端统计表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1883664"/>
            <a:ext cx="5349240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883664"/>
            <a:ext cx="159928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9 项指标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9541" y="1883664"/>
            <a:ext cx="33110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含义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91072" y="2706624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0" y="2249424"/>
            <a:ext cx="159928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mean / median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9541" y="2249424"/>
            <a:ext cx="331104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平均误差与中位数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2706624"/>
            <a:ext cx="5349240" cy="45720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291072" y="3163824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0" y="2706624"/>
            <a:ext cx="159928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rmse / std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9541" y="2706624"/>
            <a:ext cx="331104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均方根误差与标准差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91072" y="3621024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0" y="3163824"/>
            <a:ext cx="159928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min / max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9541" y="3163824"/>
            <a:ext cx="331104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最小与最大偏差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3621024"/>
            <a:ext cx="5349240" cy="45720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291072" y="4078224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00800" y="3621024"/>
            <a:ext cx="159928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p95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9541" y="3621024"/>
            <a:ext cx="331104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95 百分位，反映尾部（飞点）程度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291072" y="4535424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400800" y="4078224"/>
            <a:ext cx="159928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n_diff / ratio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9541" y="4078224"/>
            <a:ext cx="331104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超阈值点数与占比（%）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767224"/>
            <a:ext cx="11094689" cy="128610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读指标的顺序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看误差不能只看 mean：mean 小但 p95 大，说明整体贴合但存在少量飞点，往往是多峰误匹配的残留。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文档落差：点云误差计算原理说明.md 提到的「统计块 2（Diff Mean / RMSE_D / Std_D / P95_D）」与 point_cloud_compare.py / .m 在本仓库中均不存在，点云后续处理/ 实际只有 3 个文件。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七 · 标定与瓶颈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标定文件的解析与其中的风险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标定文件是纯文本、按固定行号读取；格式一旦变动，解析会静默出错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七 · 与三维重建的关系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59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49833" y="420624"/>
            <a:ext cx="793496" cy="256032"/>
          </a:xfrm>
          <a:prstGeom prst="roundRect">
            <a:avLst>
              <a:gd name="adj" fmla="val 14000"/>
            </a:avLst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9833" y="457200"/>
            <a:ext cx="793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代码现状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83664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标定文件的两处解析（硬编码行号）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5358384" cy="179222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解析实现重复两份：FSM_reconstruct_core.py:107-145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                  FSM_decode_core.py:243-270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lines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12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相机 Kc / dc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lines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17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25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投影仪 Kp / dp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lines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27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30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旋转矩阵 R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lines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32</a:t>
            </a:r>
            <a:r>
              <a:rPr sz="9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]      </a:t>
            </a: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平移向量 T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全文共 38 行；第 35-38 行的基础矩阵 F 从未被读取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96512"/>
            <a:ext cx="5358384" cy="96667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瓶颈在哪里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瓶颈排序：标定精度 &gt; 极线 / 对应关系质量 &gt; FFT bin 量化。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883664"/>
            <a:ext cx="53492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1956816"/>
            <a:ext cx="50292" cy="78638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00253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两份文件结构一致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67712"/>
            <a:ext cx="49286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标定结果.txt 与 标定结果2.txt 都是 38 行、逐行同构；代码却只认行号，不认字段名。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2962656"/>
            <a:ext cx="53492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3035808"/>
            <a:ext cx="50292" cy="78638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08152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基础矩阵未被使用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346704"/>
            <a:ext cx="49286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L35-38 的 F 已标定但主线从不解析。历史版本曾用 range(35, 38) 读取它，用于单方向重建（过程文件/initial/解码后的三维重建过程_单方向/）。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4041648"/>
            <a:ext cx="53492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4114800"/>
            <a:ext cx="50292" cy="7863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16052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缺少行数校验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425696"/>
            <a:ext cx="49286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未检查 len(lines)；若格式变动导致空行错位，解析会静默取到错误数字而不报错。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5120640"/>
            <a:ext cx="53492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91072" y="5193792"/>
            <a:ext cx="50292" cy="78638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5239512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换文件要改三处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04688"/>
            <a:ext cx="49286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解码侧默认 标定结果.txt、重建侧默认 标定结果2.txt；点云对齐工具.py:78-84 用关键字匹配，较健壮。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10915"/>
            <a:ext cx="12191969" cy="438905"/>
          </a:xfrm>
          <a:custGeom>
            <a:avLst/>
            <a:gdLst/>
            <a:ahLst/>
            <a:cxnLst/>
            <a:rect l="l" t="t" r="r" b="b"/>
            <a:pathLst>
              <a:path w="12191969" h="438905">
                <a:moveTo>
                  <a:pt x="0" y="304913"/>
                </a:moveTo>
                <a:lnTo>
                  <a:pt x="55418" y="318556"/>
                </a:lnTo>
                <a:lnTo>
                  <a:pt x="110836" y="331734"/>
                </a:lnTo>
                <a:lnTo>
                  <a:pt x="166254" y="344385"/>
                </a:lnTo>
                <a:lnTo>
                  <a:pt x="221672" y="356449"/>
                </a:lnTo>
                <a:lnTo>
                  <a:pt x="277090" y="367869"/>
                </a:lnTo>
                <a:lnTo>
                  <a:pt x="332508" y="378593"/>
                </a:lnTo>
                <a:lnTo>
                  <a:pt x="387926" y="388569"/>
                </a:lnTo>
                <a:lnTo>
                  <a:pt x="443344" y="397751"/>
                </a:lnTo>
                <a:lnTo>
                  <a:pt x="498762" y="406095"/>
                </a:lnTo>
                <a:lnTo>
                  <a:pt x="554180" y="413563"/>
                </a:lnTo>
                <a:lnTo>
                  <a:pt x="609598" y="420119"/>
                </a:lnTo>
                <a:lnTo>
                  <a:pt x="665016" y="425733"/>
                </a:lnTo>
                <a:lnTo>
                  <a:pt x="720434" y="430378"/>
                </a:lnTo>
                <a:lnTo>
                  <a:pt x="775852" y="434033"/>
                </a:lnTo>
                <a:lnTo>
                  <a:pt x="831270" y="436680"/>
                </a:lnTo>
                <a:lnTo>
                  <a:pt x="886688" y="438306"/>
                </a:lnTo>
                <a:lnTo>
                  <a:pt x="942106" y="438905"/>
                </a:lnTo>
                <a:lnTo>
                  <a:pt x="997524" y="438473"/>
                </a:lnTo>
                <a:lnTo>
                  <a:pt x="1052942" y="437013"/>
                </a:lnTo>
                <a:lnTo>
                  <a:pt x="1108360" y="434530"/>
                </a:lnTo>
                <a:lnTo>
                  <a:pt x="1163778" y="431038"/>
                </a:lnTo>
                <a:lnTo>
                  <a:pt x="1219196" y="426552"/>
                </a:lnTo>
                <a:lnTo>
                  <a:pt x="1274614" y="421093"/>
                </a:lnTo>
                <a:lnTo>
                  <a:pt x="1330033" y="414688"/>
                </a:lnTo>
                <a:lnTo>
                  <a:pt x="1385451" y="407365"/>
                </a:lnTo>
                <a:lnTo>
                  <a:pt x="1440869" y="399160"/>
                </a:lnTo>
                <a:lnTo>
                  <a:pt x="1496287" y="390111"/>
                </a:lnTo>
                <a:lnTo>
                  <a:pt x="1551705" y="380260"/>
                </a:lnTo>
                <a:lnTo>
                  <a:pt x="1607123" y="369655"/>
                </a:lnTo>
                <a:lnTo>
                  <a:pt x="1662541" y="358344"/>
                </a:lnTo>
                <a:lnTo>
                  <a:pt x="1717959" y="346380"/>
                </a:lnTo>
                <a:lnTo>
                  <a:pt x="1773377" y="333820"/>
                </a:lnTo>
                <a:lnTo>
                  <a:pt x="1828795" y="320724"/>
                </a:lnTo>
                <a:lnTo>
                  <a:pt x="1884213" y="307151"/>
                </a:lnTo>
                <a:lnTo>
                  <a:pt x="1939631" y="293167"/>
                </a:lnTo>
                <a:lnTo>
                  <a:pt x="1995049" y="278837"/>
                </a:lnTo>
                <a:lnTo>
                  <a:pt x="2050467" y="264228"/>
                </a:lnTo>
                <a:lnTo>
                  <a:pt x="2105885" y="249408"/>
                </a:lnTo>
                <a:lnTo>
                  <a:pt x="2161303" y="234448"/>
                </a:lnTo>
                <a:lnTo>
                  <a:pt x="2216721" y="219417"/>
                </a:lnTo>
                <a:lnTo>
                  <a:pt x="2272139" y="204387"/>
                </a:lnTo>
                <a:lnTo>
                  <a:pt x="2327557" y="189427"/>
                </a:lnTo>
                <a:lnTo>
                  <a:pt x="2382975" y="174608"/>
                </a:lnTo>
                <a:lnTo>
                  <a:pt x="2438393" y="160000"/>
                </a:lnTo>
                <a:lnTo>
                  <a:pt x="2493811" y="145671"/>
                </a:lnTo>
                <a:lnTo>
                  <a:pt x="2549229" y="131689"/>
                </a:lnTo>
                <a:lnTo>
                  <a:pt x="2604648" y="118119"/>
                </a:lnTo>
                <a:lnTo>
                  <a:pt x="2660066" y="105024"/>
                </a:lnTo>
                <a:lnTo>
                  <a:pt x="2715484" y="92467"/>
                </a:lnTo>
                <a:lnTo>
                  <a:pt x="2770902" y="80507"/>
                </a:lnTo>
                <a:lnTo>
                  <a:pt x="2826320" y="69199"/>
                </a:lnTo>
                <a:lnTo>
                  <a:pt x="2881738" y="58596"/>
                </a:lnTo>
                <a:lnTo>
                  <a:pt x="2937156" y="48750"/>
                </a:lnTo>
                <a:lnTo>
                  <a:pt x="2992574" y="39704"/>
                </a:lnTo>
                <a:lnTo>
                  <a:pt x="3047992" y="31503"/>
                </a:lnTo>
                <a:lnTo>
                  <a:pt x="3103410" y="24185"/>
                </a:lnTo>
                <a:lnTo>
                  <a:pt x="3158828" y="17784"/>
                </a:lnTo>
                <a:lnTo>
                  <a:pt x="3214246" y="12330"/>
                </a:lnTo>
                <a:lnTo>
                  <a:pt x="3269664" y="7848"/>
                </a:lnTo>
                <a:lnTo>
                  <a:pt x="3325082" y="4360"/>
                </a:lnTo>
                <a:lnTo>
                  <a:pt x="3380500" y="1883"/>
                </a:lnTo>
                <a:lnTo>
                  <a:pt x="3435918" y="427"/>
                </a:lnTo>
                <a:lnTo>
                  <a:pt x="3491336" y="0"/>
                </a:lnTo>
                <a:lnTo>
                  <a:pt x="3546754" y="604"/>
                </a:lnTo>
                <a:lnTo>
                  <a:pt x="3602172" y="2235"/>
                </a:lnTo>
                <a:lnTo>
                  <a:pt x="3657590" y="4887"/>
                </a:lnTo>
                <a:lnTo>
                  <a:pt x="3713008" y="8546"/>
                </a:lnTo>
                <a:lnTo>
                  <a:pt x="3768426" y="13196"/>
                </a:lnTo>
                <a:lnTo>
                  <a:pt x="3823844" y="18814"/>
                </a:lnTo>
                <a:lnTo>
                  <a:pt x="3879263" y="25375"/>
                </a:lnTo>
                <a:lnTo>
                  <a:pt x="3934681" y="32847"/>
                </a:lnTo>
                <a:lnTo>
                  <a:pt x="3990099" y="41196"/>
                </a:lnTo>
                <a:lnTo>
                  <a:pt x="4045517" y="50381"/>
                </a:lnTo>
                <a:lnTo>
                  <a:pt x="4100935" y="60361"/>
                </a:lnTo>
                <a:lnTo>
                  <a:pt x="4156353" y="71088"/>
                </a:lnTo>
                <a:lnTo>
                  <a:pt x="4211771" y="82512"/>
                </a:lnTo>
                <a:lnTo>
                  <a:pt x="4267189" y="94578"/>
                </a:lnTo>
                <a:lnTo>
                  <a:pt x="4322607" y="107232"/>
                </a:lnTo>
                <a:lnTo>
                  <a:pt x="4378025" y="120412"/>
                </a:lnTo>
                <a:lnTo>
                  <a:pt x="4433443" y="134057"/>
                </a:lnTo>
                <a:lnTo>
                  <a:pt x="4488861" y="148104"/>
                </a:lnTo>
                <a:lnTo>
                  <a:pt x="4544279" y="162485"/>
                </a:lnTo>
                <a:lnTo>
                  <a:pt x="4599697" y="177135"/>
                </a:lnTo>
                <a:lnTo>
                  <a:pt x="4655115" y="191982"/>
                </a:lnTo>
                <a:lnTo>
                  <a:pt x="4710533" y="206959"/>
                </a:lnTo>
                <a:lnTo>
                  <a:pt x="4765951" y="221995"/>
                </a:lnTo>
                <a:lnTo>
                  <a:pt x="4821369" y="237018"/>
                </a:lnTo>
                <a:lnTo>
                  <a:pt x="4876787" y="251960"/>
                </a:lnTo>
                <a:lnTo>
                  <a:pt x="4932205" y="266748"/>
                </a:lnTo>
                <a:lnTo>
                  <a:pt x="4987623" y="281314"/>
                </a:lnTo>
                <a:lnTo>
                  <a:pt x="5043041" y="295590"/>
                </a:lnTo>
                <a:lnTo>
                  <a:pt x="5098459" y="309508"/>
                </a:lnTo>
                <a:lnTo>
                  <a:pt x="5153878" y="323004"/>
                </a:lnTo>
                <a:lnTo>
                  <a:pt x="5209296" y="336013"/>
                </a:lnTo>
                <a:lnTo>
                  <a:pt x="5264714" y="348474"/>
                </a:lnTo>
                <a:lnTo>
                  <a:pt x="5320132" y="360330"/>
                </a:lnTo>
                <a:lnTo>
                  <a:pt x="5375550" y="371524"/>
                </a:lnTo>
                <a:lnTo>
                  <a:pt x="5430968" y="382003"/>
                </a:lnTo>
                <a:lnTo>
                  <a:pt x="5486386" y="391720"/>
                </a:lnTo>
                <a:lnTo>
                  <a:pt x="5541804" y="400627"/>
                </a:lnTo>
                <a:lnTo>
                  <a:pt x="5597222" y="408684"/>
                </a:lnTo>
                <a:lnTo>
                  <a:pt x="5652640" y="415851"/>
                </a:lnTo>
                <a:lnTo>
                  <a:pt x="5708058" y="422097"/>
                </a:lnTo>
                <a:lnTo>
                  <a:pt x="5763476" y="427391"/>
                </a:lnTo>
                <a:lnTo>
                  <a:pt x="5818894" y="431708"/>
                </a:lnTo>
                <a:lnTo>
                  <a:pt x="5874312" y="435028"/>
                </a:lnTo>
                <a:lnTo>
                  <a:pt x="5929730" y="437336"/>
                </a:lnTo>
                <a:lnTo>
                  <a:pt x="5985148" y="438620"/>
                </a:lnTo>
                <a:lnTo>
                  <a:pt x="6040566" y="438876"/>
                </a:lnTo>
                <a:lnTo>
                  <a:pt x="6095984" y="438100"/>
                </a:lnTo>
                <a:lnTo>
                  <a:pt x="6151402" y="436298"/>
                </a:lnTo>
                <a:lnTo>
                  <a:pt x="6206820" y="433478"/>
                </a:lnTo>
                <a:lnTo>
                  <a:pt x="6262238" y="429652"/>
                </a:lnTo>
                <a:lnTo>
                  <a:pt x="6317656" y="424839"/>
                </a:lnTo>
                <a:lnTo>
                  <a:pt x="6373074" y="419062"/>
                </a:lnTo>
                <a:lnTo>
                  <a:pt x="6428493" y="412347"/>
                </a:lnTo>
                <a:lnTo>
                  <a:pt x="6483911" y="404726"/>
                </a:lnTo>
                <a:lnTo>
                  <a:pt x="6539329" y="396236"/>
                </a:lnTo>
                <a:lnTo>
                  <a:pt x="6594747" y="386914"/>
                </a:lnTo>
                <a:lnTo>
                  <a:pt x="6650165" y="376807"/>
                </a:lnTo>
                <a:lnTo>
                  <a:pt x="6705583" y="365960"/>
                </a:lnTo>
                <a:lnTo>
                  <a:pt x="6761001" y="354425"/>
                </a:lnTo>
                <a:lnTo>
                  <a:pt x="6816419" y="342257"/>
                </a:lnTo>
                <a:lnTo>
                  <a:pt x="6871837" y="329512"/>
                </a:lnTo>
                <a:lnTo>
                  <a:pt x="6927255" y="316249"/>
                </a:lnTo>
                <a:lnTo>
                  <a:pt x="6982673" y="302533"/>
                </a:lnTo>
                <a:lnTo>
                  <a:pt x="7038091" y="288426"/>
                </a:lnTo>
                <a:lnTo>
                  <a:pt x="7093509" y="273995"/>
                </a:lnTo>
                <a:lnTo>
                  <a:pt x="7148927" y="259308"/>
                </a:lnTo>
                <a:lnTo>
                  <a:pt x="7204345" y="244434"/>
                </a:lnTo>
                <a:lnTo>
                  <a:pt x="7259763" y="229442"/>
                </a:lnTo>
                <a:lnTo>
                  <a:pt x="7315181" y="214404"/>
                </a:lnTo>
                <a:lnTo>
                  <a:pt x="7370599" y="199389"/>
                </a:lnTo>
                <a:lnTo>
                  <a:pt x="7426017" y="184468"/>
                </a:lnTo>
                <a:lnTo>
                  <a:pt x="7481435" y="169712"/>
                </a:lnTo>
                <a:lnTo>
                  <a:pt x="7536853" y="155189"/>
                </a:lnTo>
                <a:lnTo>
                  <a:pt x="7592271" y="140969"/>
                </a:lnTo>
                <a:lnTo>
                  <a:pt x="7647689" y="127116"/>
                </a:lnTo>
                <a:lnTo>
                  <a:pt x="7703108" y="113698"/>
                </a:lnTo>
                <a:lnTo>
                  <a:pt x="7758526" y="100776"/>
                </a:lnTo>
                <a:lnTo>
                  <a:pt x="7813944" y="88411"/>
                </a:lnTo>
                <a:lnTo>
                  <a:pt x="7869362" y="76662"/>
                </a:lnTo>
                <a:lnTo>
                  <a:pt x="7924780" y="65584"/>
                </a:lnTo>
                <a:lnTo>
                  <a:pt x="7980198" y="55228"/>
                </a:lnTo>
                <a:lnTo>
                  <a:pt x="8035616" y="45643"/>
                </a:lnTo>
                <a:lnTo>
                  <a:pt x="8091034" y="36875"/>
                </a:lnTo>
                <a:lnTo>
                  <a:pt x="8146452" y="28964"/>
                </a:lnTo>
                <a:lnTo>
                  <a:pt x="8201870" y="21948"/>
                </a:lnTo>
                <a:lnTo>
                  <a:pt x="8257288" y="15859"/>
                </a:lnTo>
                <a:lnTo>
                  <a:pt x="8312706" y="10727"/>
                </a:lnTo>
                <a:lnTo>
                  <a:pt x="8368124" y="6574"/>
                </a:lnTo>
                <a:lnTo>
                  <a:pt x="8423542" y="3422"/>
                </a:lnTo>
                <a:lnTo>
                  <a:pt x="8478960" y="1284"/>
                </a:lnTo>
                <a:lnTo>
                  <a:pt x="8534378" y="170"/>
                </a:lnTo>
                <a:lnTo>
                  <a:pt x="8589796" y="87"/>
                </a:lnTo>
                <a:lnTo>
                  <a:pt x="8645214" y="1034"/>
                </a:lnTo>
                <a:lnTo>
                  <a:pt x="8700632" y="3006"/>
                </a:lnTo>
                <a:lnTo>
                  <a:pt x="8756050" y="5995"/>
                </a:lnTo>
                <a:lnTo>
                  <a:pt x="8811468" y="9987"/>
                </a:lnTo>
                <a:lnTo>
                  <a:pt x="8866886" y="14962"/>
                </a:lnTo>
                <a:lnTo>
                  <a:pt x="8922304" y="20898"/>
                </a:lnTo>
                <a:lnTo>
                  <a:pt x="8977723" y="27766"/>
                </a:lnTo>
                <a:lnTo>
                  <a:pt x="9033141" y="35534"/>
                </a:lnTo>
                <a:lnTo>
                  <a:pt x="9088559" y="44166"/>
                </a:lnTo>
                <a:lnTo>
                  <a:pt x="9143977" y="53622"/>
                </a:lnTo>
                <a:lnTo>
                  <a:pt x="9199395" y="63856"/>
                </a:lnTo>
                <a:lnTo>
                  <a:pt x="9254813" y="74821"/>
                </a:lnTo>
                <a:lnTo>
                  <a:pt x="9310231" y="86465"/>
                </a:lnTo>
                <a:lnTo>
                  <a:pt x="9365649" y="98734"/>
                </a:lnTo>
                <a:lnTo>
                  <a:pt x="9421067" y="111570"/>
                </a:lnTo>
                <a:lnTo>
                  <a:pt x="9476485" y="124912"/>
                </a:lnTo>
                <a:lnTo>
                  <a:pt x="9531903" y="138698"/>
                </a:lnTo>
                <a:lnTo>
                  <a:pt x="9587321" y="152864"/>
                </a:lnTo>
                <a:lnTo>
                  <a:pt x="9642739" y="167342"/>
                </a:lnTo>
                <a:lnTo>
                  <a:pt x="9698157" y="182065"/>
                </a:lnTo>
                <a:lnTo>
                  <a:pt x="9753575" y="196964"/>
                </a:lnTo>
                <a:lnTo>
                  <a:pt x="9808993" y="211968"/>
                </a:lnTo>
                <a:lnTo>
                  <a:pt x="9864411" y="227008"/>
                </a:lnTo>
                <a:lnTo>
                  <a:pt x="9919829" y="242011"/>
                </a:lnTo>
                <a:lnTo>
                  <a:pt x="9975247" y="256909"/>
                </a:lnTo>
                <a:lnTo>
                  <a:pt x="10030665" y="271631"/>
                </a:lnTo>
                <a:lnTo>
                  <a:pt x="10086083" y="286109"/>
                </a:lnTo>
                <a:lnTo>
                  <a:pt x="10141501" y="300272"/>
                </a:lnTo>
                <a:lnTo>
                  <a:pt x="10196919" y="314057"/>
                </a:lnTo>
                <a:lnTo>
                  <a:pt x="10252338" y="327397"/>
                </a:lnTo>
                <a:lnTo>
                  <a:pt x="10307756" y="340230"/>
                </a:lnTo>
                <a:lnTo>
                  <a:pt x="10363174" y="352496"/>
                </a:lnTo>
                <a:lnTo>
                  <a:pt x="10418592" y="364137"/>
                </a:lnTo>
                <a:lnTo>
                  <a:pt x="10474010" y="375099"/>
                </a:lnTo>
                <a:lnTo>
                  <a:pt x="10529428" y="385329"/>
                </a:lnTo>
                <a:lnTo>
                  <a:pt x="10584846" y="394781"/>
                </a:lnTo>
                <a:lnTo>
                  <a:pt x="10640264" y="403409"/>
                </a:lnTo>
                <a:lnTo>
                  <a:pt x="10695682" y="411173"/>
                </a:lnTo>
                <a:lnTo>
                  <a:pt x="10751100" y="418037"/>
                </a:lnTo>
                <a:lnTo>
                  <a:pt x="10806518" y="423968"/>
                </a:lnTo>
                <a:lnTo>
                  <a:pt x="10861936" y="428939"/>
                </a:lnTo>
                <a:lnTo>
                  <a:pt x="10917354" y="432926"/>
                </a:lnTo>
                <a:lnTo>
                  <a:pt x="10972772" y="435910"/>
                </a:lnTo>
                <a:lnTo>
                  <a:pt x="11028190" y="437878"/>
                </a:lnTo>
                <a:lnTo>
                  <a:pt x="11083608" y="438820"/>
                </a:lnTo>
                <a:lnTo>
                  <a:pt x="11139026" y="438732"/>
                </a:lnTo>
                <a:lnTo>
                  <a:pt x="11194444" y="437614"/>
                </a:lnTo>
                <a:lnTo>
                  <a:pt x="11249862" y="435471"/>
                </a:lnTo>
                <a:lnTo>
                  <a:pt x="11305280" y="432314"/>
                </a:lnTo>
                <a:lnTo>
                  <a:pt x="11360698" y="428157"/>
                </a:lnTo>
                <a:lnTo>
                  <a:pt x="11416116" y="423020"/>
                </a:lnTo>
                <a:lnTo>
                  <a:pt x="11471534" y="416926"/>
                </a:lnTo>
                <a:lnTo>
                  <a:pt x="11526953" y="409906"/>
                </a:lnTo>
                <a:lnTo>
                  <a:pt x="11582371" y="401991"/>
                </a:lnTo>
                <a:lnTo>
                  <a:pt x="11637789" y="393219"/>
                </a:lnTo>
                <a:lnTo>
                  <a:pt x="11693207" y="383630"/>
                </a:lnTo>
                <a:lnTo>
                  <a:pt x="11748625" y="373271"/>
                </a:lnTo>
                <a:lnTo>
                  <a:pt x="11804043" y="362189"/>
                </a:lnTo>
                <a:lnTo>
                  <a:pt x="11859461" y="350437"/>
                </a:lnTo>
                <a:lnTo>
                  <a:pt x="11914879" y="338070"/>
                </a:lnTo>
                <a:lnTo>
                  <a:pt x="11970297" y="325145"/>
                </a:lnTo>
                <a:lnTo>
                  <a:pt x="12025715" y="311725"/>
                </a:lnTo>
                <a:lnTo>
                  <a:pt x="12081133" y="297870"/>
                </a:lnTo>
                <a:lnTo>
                  <a:pt x="12136551" y="283648"/>
                </a:lnTo>
                <a:lnTo>
                  <a:pt x="12191969" y="269124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559553"/>
            <a:ext cx="12191969" cy="292604"/>
          </a:xfrm>
          <a:custGeom>
            <a:avLst/>
            <a:gdLst/>
            <a:ahLst/>
            <a:cxnLst/>
            <a:rect l="l" t="t" r="r" b="b"/>
            <a:pathLst>
              <a:path w="12191969" h="292604">
                <a:moveTo>
                  <a:pt x="0" y="292544"/>
                </a:moveTo>
                <a:lnTo>
                  <a:pt x="55418" y="291908"/>
                </a:lnTo>
                <a:lnTo>
                  <a:pt x="110836" y="290588"/>
                </a:lnTo>
                <a:lnTo>
                  <a:pt x="166254" y="288591"/>
                </a:lnTo>
                <a:lnTo>
                  <a:pt x="221672" y="285925"/>
                </a:lnTo>
                <a:lnTo>
                  <a:pt x="277090" y="282604"/>
                </a:lnTo>
                <a:lnTo>
                  <a:pt x="332508" y="278642"/>
                </a:lnTo>
                <a:lnTo>
                  <a:pt x="387926" y="274059"/>
                </a:lnTo>
                <a:lnTo>
                  <a:pt x="443344" y="268876"/>
                </a:lnTo>
                <a:lnTo>
                  <a:pt x="498762" y="263117"/>
                </a:lnTo>
                <a:lnTo>
                  <a:pt x="554180" y="256810"/>
                </a:lnTo>
                <a:lnTo>
                  <a:pt x="609598" y="249984"/>
                </a:lnTo>
                <a:lnTo>
                  <a:pt x="665016" y="242670"/>
                </a:lnTo>
                <a:lnTo>
                  <a:pt x="720434" y="234905"/>
                </a:lnTo>
                <a:lnTo>
                  <a:pt x="775852" y="226723"/>
                </a:lnTo>
                <a:lnTo>
                  <a:pt x="831270" y="218163"/>
                </a:lnTo>
                <a:lnTo>
                  <a:pt x="886688" y="209266"/>
                </a:lnTo>
                <a:lnTo>
                  <a:pt x="942106" y="200073"/>
                </a:lnTo>
                <a:lnTo>
                  <a:pt x="997524" y="190628"/>
                </a:lnTo>
                <a:lnTo>
                  <a:pt x="1052942" y="180974"/>
                </a:lnTo>
                <a:lnTo>
                  <a:pt x="1108360" y="171158"/>
                </a:lnTo>
                <a:lnTo>
                  <a:pt x="1163778" y="161225"/>
                </a:lnTo>
                <a:lnTo>
                  <a:pt x="1219196" y="151222"/>
                </a:lnTo>
                <a:lnTo>
                  <a:pt x="1274614" y="141195"/>
                </a:lnTo>
                <a:lnTo>
                  <a:pt x="1330033" y="131193"/>
                </a:lnTo>
                <a:lnTo>
                  <a:pt x="1385451" y="121262"/>
                </a:lnTo>
                <a:lnTo>
                  <a:pt x="1440869" y="111448"/>
                </a:lnTo>
                <a:lnTo>
                  <a:pt x="1496287" y="101798"/>
                </a:lnTo>
                <a:lnTo>
                  <a:pt x="1551705" y="92357"/>
                </a:lnTo>
                <a:lnTo>
                  <a:pt x="1607123" y="83169"/>
                </a:lnTo>
                <a:lnTo>
                  <a:pt x="1662541" y="74278"/>
                </a:lnTo>
                <a:lnTo>
                  <a:pt x="1717959" y="65725"/>
                </a:lnTo>
                <a:lnTo>
                  <a:pt x="1773377" y="57551"/>
                </a:lnTo>
                <a:lnTo>
                  <a:pt x="1828795" y="49793"/>
                </a:lnTo>
                <a:lnTo>
                  <a:pt x="1884213" y="42489"/>
                </a:lnTo>
                <a:lnTo>
                  <a:pt x="1939631" y="35672"/>
                </a:lnTo>
                <a:lnTo>
                  <a:pt x="1995049" y="29374"/>
                </a:lnTo>
                <a:lnTo>
                  <a:pt x="2050467" y="23626"/>
                </a:lnTo>
                <a:lnTo>
                  <a:pt x="2105885" y="18454"/>
                </a:lnTo>
                <a:lnTo>
                  <a:pt x="2161303" y="13883"/>
                </a:lnTo>
                <a:lnTo>
                  <a:pt x="2216721" y="9933"/>
                </a:lnTo>
                <a:lnTo>
                  <a:pt x="2272139" y="6624"/>
                </a:lnTo>
                <a:lnTo>
                  <a:pt x="2327557" y="3970"/>
                </a:lnTo>
                <a:lnTo>
                  <a:pt x="2382975" y="1986"/>
                </a:lnTo>
                <a:lnTo>
                  <a:pt x="2438393" y="679"/>
                </a:lnTo>
                <a:lnTo>
                  <a:pt x="2493811" y="56"/>
                </a:lnTo>
                <a:lnTo>
                  <a:pt x="2549229" y="119"/>
                </a:lnTo>
                <a:lnTo>
                  <a:pt x="2604648" y="869"/>
                </a:lnTo>
                <a:lnTo>
                  <a:pt x="2660066" y="2303"/>
                </a:lnTo>
                <a:lnTo>
                  <a:pt x="2715484" y="4412"/>
                </a:lnTo>
                <a:lnTo>
                  <a:pt x="2770902" y="7188"/>
                </a:lnTo>
                <a:lnTo>
                  <a:pt x="2826320" y="10618"/>
                </a:lnTo>
                <a:lnTo>
                  <a:pt x="2881738" y="14684"/>
                </a:lnTo>
                <a:lnTo>
                  <a:pt x="2937156" y="19369"/>
                </a:lnTo>
                <a:lnTo>
                  <a:pt x="2992574" y="24649"/>
                </a:lnTo>
                <a:lnTo>
                  <a:pt x="3047992" y="30502"/>
                </a:lnTo>
                <a:lnTo>
                  <a:pt x="3103410" y="36898"/>
                </a:lnTo>
                <a:lnTo>
                  <a:pt x="3158828" y="43807"/>
                </a:lnTo>
                <a:lnTo>
                  <a:pt x="3214246" y="51198"/>
                </a:lnTo>
                <a:lnTo>
                  <a:pt x="3269664" y="59036"/>
                </a:lnTo>
                <a:lnTo>
                  <a:pt x="3325082" y="67284"/>
                </a:lnTo>
                <a:lnTo>
                  <a:pt x="3380500" y="75903"/>
                </a:lnTo>
                <a:lnTo>
                  <a:pt x="3435918" y="84852"/>
                </a:lnTo>
                <a:lnTo>
                  <a:pt x="3491336" y="94090"/>
                </a:lnTo>
                <a:lnTo>
                  <a:pt x="3546754" y="103573"/>
                </a:lnTo>
                <a:lnTo>
                  <a:pt x="3602172" y="113257"/>
                </a:lnTo>
                <a:lnTo>
                  <a:pt x="3657590" y="123096"/>
                </a:lnTo>
                <a:lnTo>
                  <a:pt x="3713008" y="133044"/>
                </a:lnTo>
                <a:lnTo>
                  <a:pt x="3768426" y="143054"/>
                </a:lnTo>
                <a:lnTo>
                  <a:pt x="3823844" y="153080"/>
                </a:lnTo>
                <a:lnTo>
                  <a:pt x="3879263" y="163073"/>
                </a:lnTo>
                <a:lnTo>
                  <a:pt x="3934681" y="172988"/>
                </a:lnTo>
                <a:lnTo>
                  <a:pt x="3990099" y="182778"/>
                </a:lnTo>
                <a:lnTo>
                  <a:pt x="4045517" y="192396"/>
                </a:lnTo>
                <a:lnTo>
                  <a:pt x="4100935" y="201798"/>
                </a:lnTo>
                <a:lnTo>
                  <a:pt x="4156353" y="210939"/>
                </a:lnTo>
                <a:lnTo>
                  <a:pt x="4211771" y="219777"/>
                </a:lnTo>
                <a:lnTo>
                  <a:pt x="4267189" y="228270"/>
                </a:lnTo>
                <a:lnTo>
                  <a:pt x="4322607" y="236377"/>
                </a:lnTo>
                <a:lnTo>
                  <a:pt x="4378025" y="244062"/>
                </a:lnTo>
                <a:lnTo>
                  <a:pt x="4433443" y="251287"/>
                </a:lnTo>
                <a:lnTo>
                  <a:pt x="4488861" y="258020"/>
                </a:lnTo>
                <a:lnTo>
                  <a:pt x="4544279" y="264228"/>
                </a:lnTo>
                <a:lnTo>
                  <a:pt x="4599697" y="269881"/>
                </a:lnTo>
                <a:lnTo>
                  <a:pt x="4655115" y="274955"/>
                </a:lnTo>
                <a:lnTo>
                  <a:pt x="4710533" y="279424"/>
                </a:lnTo>
                <a:lnTo>
                  <a:pt x="4765951" y="283269"/>
                </a:lnTo>
                <a:lnTo>
                  <a:pt x="4821369" y="286469"/>
                </a:lnTo>
                <a:lnTo>
                  <a:pt x="4876787" y="289012"/>
                </a:lnTo>
                <a:lnTo>
                  <a:pt x="4932205" y="290884"/>
                </a:lnTo>
                <a:lnTo>
                  <a:pt x="4987623" y="292078"/>
                </a:lnTo>
                <a:lnTo>
                  <a:pt x="5043041" y="292587"/>
                </a:lnTo>
                <a:lnTo>
                  <a:pt x="5098459" y="292408"/>
                </a:lnTo>
                <a:lnTo>
                  <a:pt x="5153878" y="291544"/>
                </a:lnTo>
                <a:lnTo>
                  <a:pt x="5209296" y="289997"/>
                </a:lnTo>
                <a:lnTo>
                  <a:pt x="5264714" y="287776"/>
                </a:lnTo>
                <a:lnTo>
                  <a:pt x="5320132" y="284890"/>
                </a:lnTo>
                <a:lnTo>
                  <a:pt x="5375550" y="281353"/>
                </a:lnTo>
                <a:lnTo>
                  <a:pt x="5430968" y="277183"/>
                </a:lnTo>
                <a:lnTo>
                  <a:pt x="5486386" y="272397"/>
                </a:lnTo>
                <a:lnTo>
                  <a:pt x="5541804" y="267019"/>
                </a:lnTo>
                <a:lnTo>
                  <a:pt x="5597222" y="261074"/>
                </a:lnTo>
                <a:lnTo>
                  <a:pt x="5652640" y="254591"/>
                </a:lnTo>
                <a:lnTo>
                  <a:pt x="5708058" y="247598"/>
                </a:lnTo>
                <a:lnTo>
                  <a:pt x="5763476" y="240130"/>
                </a:lnTo>
                <a:lnTo>
                  <a:pt x="5818894" y="232222"/>
                </a:lnTo>
                <a:lnTo>
                  <a:pt x="5874312" y="223909"/>
                </a:lnTo>
                <a:lnTo>
                  <a:pt x="5929730" y="215233"/>
                </a:lnTo>
                <a:lnTo>
                  <a:pt x="5985148" y="206232"/>
                </a:lnTo>
                <a:lnTo>
                  <a:pt x="6040566" y="196950"/>
                </a:lnTo>
                <a:lnTo>
                  <a:pt x="6095984" y="187431"/>
                </a:lnTo>
                <a:lnTo>
                  <a:pt x="6151402" y="177718"/>
                </a:lnTo>
                <a:lnTo>
                  <a:pt x="6206820" y="167857"/>
                </a:lnTo>
                <a:lnTo>
                  <a:pt x="6262238" y="157896"/>
                </a:lnTo>
                <a:lnTo>
                  <a:pt x="6317656" y="147880"/>
                </a:lnTo>
                <a:lnTo>
                  <a:pt x="6373074" y="137856"/>
                </a:lnTo>
                <a:lnTo>
                  <a:pt x="6428493" y="127872"/>
                </a:lnTo>
                <a:lnTo>
                  <a:pt x="6483911" y="117975"/>
                </a:lnTo>
                <a:lnTo>
                  <a:pt x="6539329" y="108211"/>
                </a:lnTo>
                <a:lnTo>
                  <a:pt x="6594747" y="98625"/>
                </a:lnTo>
                <a:lnTo>
                  <a:pt x="6650165" y="89264"/>
                </a:lnTo>
                <a:lnTo>
                  <a:pt x="6705583" y="80170"/>
                </a:lnTo>
                <a:lnTo>
                  <a:pt x="6761001" y="71387"/>
                </a:lnTo>
                <a:lnTo>
                  <a:pt x="6816419" y="62956"/>
                </a:lnTo>
                <a:lnTo>
                  <a:pt x="6871837" y="54917"/>
                </a:lnTo>
                <a:lnTo>
                  <a:pt x="6927255" y="47306"/>
                </a:lnTo>
                <a:lnTo>
                  <a:pt x="6982673" y="40160"/>
                </a:lnTo>
                <a:lnTo>
                  <a:pt x="7038091" y="33513"/>
                </a:lnTo>
                <a:lnTo>
                  <a:pt x="7093509" y="27396"/>
                </a:lnTo>
                <a:lnTo>
                  <a:pt x="7148927" y="21837"/>
                </a:lnTo>
                <a:lnTo>
                  <a:pt x="7204345" y="16862"/>
                </a:lnTo>
                <a:lnTo>
                  <a:pt x="7259763" y="12496"/>
                </a:lnTo>
                <a:lnTo>
                  <a:pt x="7315181" y="8758"/>
                </a:lnTo>
                <a:lnTo>
                  <a:pt x="7370599" y="5666"/>
                </a:lnTo>
                <a:lnTo>
                  <a:pt x="7426017" y="3234"/>
                </a:lnTo>
                <a:lnTo>
                  <a:pt x="7481435" y="1474"/>
                </a:lnTo>
                <a:lnTo>
                  <a:pt x="7536853" y="395"/>
                </a:lnTo>
                <a:lnTo>
                  <a:pt x="7592271" y="0"/>
                </a:lnTo>
                <a:lnTo>
                  <a:pt x="7647689" y="293"/>
                </a:lnTo>
                <a:lnTo>
                  <a:pt x="7703108" y="1272"/>
                </a:lnTo>
                <a:lnTo>
                  <a:pt x="7758526" y="2931"/>
                </a:lnTo>
                <a:lnTo>
                  <a:pt x="7813944" y="5264"/>
                </a:lnTo>
                <a:lnTo>
                  <a:pt x="7869362" y="8259"/>
                </a:lnTo>
                <a:lnTo>
                  <a:pt x="7924780" y="11903"/>
                </a:lnTo>
                <a:lnTo>
                  <a:pt x="7980198" y="16178"/>
                </a:lnTo>
                <a:lnTo>
                  <a:pt x="8035616" y="21064"/>
                </a:lnTo>
                <a:lnTo>
                  <a:pt x="8091034" y="26538"/>
                </a:lnTo>
                <a:lnTo>
                  <a:pt x="8146452" y="32575"/>
                </a:lnTo>
                <a:lnTo>
                  <a:pt x="8201870" y="39145"/>
                </a:lnTo>
                <a:lnTo>
                  <a:pt x="8257288" y="46219"/>
                </a:lnTo>
                <a:lnTo>
                  <a:pt x="8312706" y="53763"/>
                </a:lnTo>
                <a:lnTo>
                  <a:pt x="8368124" y="61742"/>
                </a:lnTo>
                <a:lnTo>
                  <a:pt x="8423542" y="70117"/>
                </a:lnTo>
                <a:lnTo>
                  <a:pt x="8478960" y="78851"/>
                </a:lnTo>
                <a:lnTo>
                  <a:pt x="8534378" y="87901"/>
                </a:lnTo>
                <a:lnTo>
                  <a:pt x="8589796" y="97226"/>
                </a:lnTo>
                <a:lnTo>
                  <a:pt x="8645214" y="106781"/>
                </a:lnTo>
                <a:lnTo>
                  <a:pt x="8700632" y="116522"/>
                </a:lnTo>
                <a:lnTo>
                  <a:pt x="8756050" y="126402"/>
                </a:lnTo>
                <a:lnTo>
                  <a:pt x="8811468" y="136376"/>
                </a:lnTo>
                <a:lnTo>
                  <a:pt x="8866886" y="146397"/>
                </a:lnTo>
                <a:lnTo>
                  <a:pt x="8922304" y="156417"/>
                </a:lnTo>
                <a:lnTo>
                  <a:pt x="8977723" y="166390"/>
                </a:lnTo>
                <a:lnTo>
                  <a:pt x="9033141" y="176268"/>
                </a:lnTo>
                <a:lnTo>
                  <a:pt x="9088559" y="186005"/>
                </a:lnTo>
                <a:lnTo>
                  <a:pt x="9143977" y="195557"/>
                </a:lnTo>
                <a:lnTo>
                  <a:pt x="9199395" y="204876"/>
                </a:lnTo>
                <a:lnTo>
                  <a:pt x="9254813" y="213921"/>
                </a:lnTo>
                <a:lnTo>
                  <a:pt x="9310231" y="222648"/>
                </a:lnTo>
                <a:lnTo>
                  <a:pt x="9365649" y="231017"/>
                </a:lnTo>
                <a:lnTo>
                  <a:pt x="9421067" y="238988"/>
                </a:lnTo>
                <a:lnTo>
                  <a:pt x="9476485" y="246523"/>
                </a:lnTo>
                <a:lnTo>
                  <a:pt x="9531903" y="253588"/>
                </a:lnTo>
                <a:lnTo>
                  <a:pt x="9587321" y="260149"/>
                </a:lnTo>
                <a:lnTo>
                  <a:pt x="9642739" y="266175"/>
                </a:lnTo>
                <a:lnTo>
                  <a:pt x="9698157" y="271638"/>
                </a:lnTo>
                <a:lnTo>
                  <a:pt x="9753575" y="276513"/>
                </a:lnTo>
                <a:lnTo>
                  <a:pt x="9808993" y="280776"/>
                </a:lnTo>
                <a:lnTo>
                  <a:pt x="9864411" y="284408"/>
                </a:lnTo>
                <a:lnTo>
                  <a:pt x="9919829" y="287391"/>
                </a:lnTo>
                <a:lnTo>
                  <a:pt x="9975247" y="289711"/>
                </a:lnTo>
                <a:lnTo>
                  <a:pt x="10030665" y="291358"/>
                </a:lnTo>
                <a:lnTo>
                  <a:pt x="10086083" y="292324"/>
                </a:lnTo>
                <a:lnTo>
                  <a:pt x="10141501" y="292604"/>
                </a:lnTo>
                <a:lnTo>
                  <a:pt x="10196919" y="292196"/>
                </a:lnTo>
                <a:lnTo>
                  <a:pt x="10252338" y="291104"/>
                </a:lnTo>
                <a:lnTo>
                  <a:pt x="10307756" y="289331"/>
                </a:lnTo>
                <a:lnTo>
                  <a:pt x="10363174" y="286887"/>
                </a:lnTo>
                <a:lnTo>
                  <a:pt x="10418592" y="283783"/>
                </a:lnTo>
                <a:lnTo>
                  <a:pt x="10474010" y="280033"/>
                </a:lnTo>
                <a:lnTo>
                  <a:pt x="10529428" y="275655"/>
                </a:lnTo>
                <a:lnTo>
                  <a:pt x="10584846" y="270669"/>
                </a:lnTo>
                <a:lnTo>
                  <a:pt x="10640264" y="265099"/>
                </a:lnTo>
                <a:lnTo>
                  <a:pt x="10695682" y="258972"/>
                </a:lnTo>
                <a:lnTo>
                  <a:pt x="10751100" y="252315"/>
                </a:lnTo>
                <a:lnTo>
                  <a:pt x="10806518" y="245160"/>
                </a:lnTo>
                <a:lnTo>
                  <a:pt x="10861936" y="237541"/>
                </a:lnTo>
                <a:lnTo>
                  <a:pt x="10917354" y="229494"/>
                </a:lnTo>
                <a:lnTo>
                  <a:pt x="10972772" y="221056"/>
                </a:lnTo>
                <a:lnTo>
                  <a:pt x="11028190" y="212267"/>
                </a:lnTo>
                <a:lnTo>
                  <a:pt x="11083608" y="203168"/>
                </a:lnTo>
                <a:lnTo>
                  <a:pt x="11139026" y="193801"/>
                </a:lnTo>
                <a:lnTo>
                  <a:pt x="11194444" y="184212"/>
                </a:lnTo>
                <a:lnTo>
                  <a:pt x="11249862" y="174445"/>
                </a:lnTo>
                <a:lnTo>
                  <a:pt x="11305280" y="164546"/>
                </a:lnTo>
                <a:lnTo>
                  <a:pt x="11360698" y="154561"/>
                </a:lnTo>
                <a:lnTo>
                  <a:pt x="11416116" y="144537"/>
                </a:lnTo>
                <a:lnTo>
                  <a:pt x="11471534" y="134521"/>
                </a:lnTo>
                <a:lnTo>
                  <a:pt x="11526953" y="124561"/>
                </a:lnTo>
                <a:lnTo>
                  <a:pt x="11582371" y="114703"/>
                </a:lnTo>
                <a:lnTo>
                  <a:pt x="11637789" y="104994"/>
                </a:lnTo>
                <a:lnTo>
                  <a:pt x="11693207" y="95478"/>
                </a:lnTo>
                <a:lnTo>
                  <a:pt x="11748625" y="86201"/>
                </a:lnTo>
                <a:lnTo>
                  <a:pt x="11804043" y="77206"/>
                </a:lnTo>
                <a:lnTo>
                  <a:pt x="11859461" y="68536"/>
                </a:lnTo>
                <a:lnTo>
                  <a:pt x="11914879" y="60231"/>
                </a:lnTo>
                <a:lnTo>
                  <a:pt x="11970297" y="52330"/>
                </a:lnTo>
                <a:lnTo>
                  <a:pt x="12025715" y="44871"/>
                </a:lnTo>
                <a:lnTo>
                  <a:pt x="12081133" y="37888"/>
                </a:lnTo>
                <a:lnTo>
                  <a:pt x="12136551" y="31414"/>
                </a:lnTo>
                <a:lnTo>
                  <a:pt x="12191969" y="2548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2615184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3685032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 H A P T 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957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总结与常见误区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4670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Summary &amp; Pitfalls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77056"/>
            <a:ext cx="7680960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078224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把三个符号、一条公式、两种步长、四条误区收在一处，</a:t>
            </a:r>
            <a:r>
              <a:rPr sz="13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方便随时回查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总结与常见误区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60 / 67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八 · 全篇公式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三式串联：全篇只需要记住这三行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信号怎么来、峰值意味着什么、坐标怎么算 —— 三行覆盖整条链路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八 · 总结与常见误区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61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83664"/>
            <a:ext cx="50292" cy="960119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① 信号构造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14016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D[k] = (I0 − I2) + j·(I3 − I1)，差分消掉直流背景，只留携带相位的复信号。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1883664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144" y="1883664"/>
            <a:ext cx="50292" cy="960119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② 物理模型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888" y="2414016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D[k] ≈ A · exp( j·2π·s·k·uₚ / N )，相位随频率线性增长，斜率正比于 uₚ / N。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26663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26663"/>
            <a:ext cx="50292" cy="9601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91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③ 统一公式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557015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uₚ = q · N / (L · s)，其中 q = argmax|FFT(D)|；取 L = N/s 则 uₚ = q。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144" y="3026663"/>
            <a:ext cx="5410184" cy="960119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144" y="3026663"/>
            <a:ext cx="50292" cy="960119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0888" y="3191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④ 质量指标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888" y="3557015"/>
            <a:ext cx="498956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peak = max|C| / fft_length，作为后续过滤与后处理的置信度。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69663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169663"/>
            <a:ext cx="65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符号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0984" y="4169663"/>
            <a:ext cx="17750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角色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5534" y="4169663"/>
            <a:ext cx="80080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一句话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90118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4535424"/>
            <a:ext cx="65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0984" y="4535424"/>
            <a:ext cx="17750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决定信息量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5534" y="4535424"/>
            <a:ext cx="80080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真实观测数，越大峰越尖、抗噪越强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01184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48640" y="526694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4901184"/>
            <a:ext cx="65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0984" y="4901184"/>
            <a:ext cx="17750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决定坐标尺度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5534" y="4901184"/>
            <a:ext cx="80080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投影仪分辨率，是相位归一化的分母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63270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5266944"/>
            <a:ext cx="65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30984" y="5266944"/>
            <a:ext cx="17750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决定评价网格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5534" y="5266944"/>
            <a:ext cx="800806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FFT 点数；取 N/s 时 bin 编号等于坐标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八 · 参数速查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两种步长的参数对照表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改 frequency_step 时，只需要记住两个量会跟着变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八 · 总结与常见误区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62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148218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0007" y="1883664"/>
            <a:ext cx="21628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 =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2302" y="1883664"/>
            <a:ext cx="21628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 = 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4598" y="1883664"/>
            <a:ext cx="440900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说明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63347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2249424"/>
            <a:ext cx="14821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频率覆盖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0007" y="2249424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0 … 150 Hz（步长 1）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2302" y="2249424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0 … 150 Hz（步长 0.5）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4598" y="2249424"/>
            <a:ext cx="440900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两者覆盖同样的频率范围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33472"/>
            <a:ext cx="11094689" cy="38404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17520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2633472"/>
            <a:ext cx="14821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频率个数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0007" y="2633472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2302" y="2633472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301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4598" y="2633472"/>
            <a:ext cx="440900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半步长需要双倍的频率数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3401568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3017520"/>
            <a:ext cx="14821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每方向图像数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60007" y="3017520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151 × 4 = 604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2302" y="3017520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301 × 4 = 1204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4598" y="3017520"/>
            <a:ext cx="440900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每频率 4 张相移图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01568"/>
            <a:ext cx="11094689" cy="38404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48640" y="3785615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3401568"/>
            <a:ext cx="14821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fft_length 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60007" y="3401568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N（= proj_dim）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2302" y="3401568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2N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24598" y="3401568"/>
            <a:ext cx="440900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L = round(N / s)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4169663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3785615"/>
            <a:ext cx="14821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valid_length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60007" y="3785615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42302" y="3785615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4598" y="3785615"/>
            <a:ext cx="440900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★ 恒为 proj_dim，负频率区必须裁掉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69663"/>
            <a:ext cx="11094689" cy="384048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548640" y="4553712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8" y="4169663"/>
            <a:ext cx="14821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coord_scale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60007" y="4169663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42302" y="4169663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24598" y="4169663"/>
            <a:ext cx="440900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 / (L·s)，两种步长都等于 1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8640" y="4937759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4553712"/>
            <a:ext cx="14821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坐标最小单位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60007" y="4553712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≈ 1 投影仪像素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42302" y="4553712"/>
            <a:ext cx="2162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≈ 1 投影仪像素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4598" y="4553712"/>
            <a:ext cx="440900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量化误差约 ±0.5 像素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981041"/>
            <a:ext cx="11094689" cy="1072286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半步长真正换来了什么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半步长的收益：相位旋转速率减半，在同样的 M 下能表示的坐标范围翻倍，因此可以在不牺牲坐标范围的前提下增加频率数、提升抗噪能力。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代价：图像数、FFT 长度、内存与时间全部翻倍 —— 这是它默认关闭的原因。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八 · 常见误区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八条最容易犯的错误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每一条都对应过真实的调试弯路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八 · 总结与常见误区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63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4689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3969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4739" y="1883664"/>
            <a:ext cx="4557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错误做法 / 想法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1619" y="1883664"/>
            <a:ext cx="54819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正确认识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61518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2249424"/>
            <a:ext cx="3969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4739" y="2249424"/>
            <a:ext cx="4557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D[k] ≈ A·exp(j·2π·k·uₚ / 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1619" y="2249424"/>
            <a:ext cx="54819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分母是投影仪分辨率 N，不是频率个数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15184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8640" y="298094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2615184"/>
            <a:ext cx="3969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4739" y="2615184"/>
            <a:ext cx="4557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fft_length 设成频率数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1619" y="2615184"/>
            <a:ext cx="54819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应设为 round(N / s)，否则 bin 不对应坐标，出现量化阶梯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346703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2980944"/>
            <a:ext cx="3969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4739" y="2980944"/>
            <a:ext cx="4557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改了 frequency_step 但不动 fft_length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1619" y="2980944"/>
            <a:ext cx="54819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两者必须同步改，否则坐标系统性偏移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46703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48640" y="3712463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346703"/>
            <a:ext cx="3969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4739" y="3346703"/>
            <a:ext cx="4557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把负频率 bin 也当作坐标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1619" y="3346703"/>
            <a:ext cx="54819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只在前 proj_dim 个 bin 内 argmax，超出范围的一律无效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07822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3712463"/>
            <a:ext cx="3969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4739" y="3712463"/>
            <a:ext cx="4557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以为补零能提高采集精度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1619" y="3712463"/>
            <a:ext cx="54819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补零只加密评价网格，不增加信息量、不提高信噪比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78224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48640" y="444398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4078224"/>
            <a:ext cx="3969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4739" y="4078224"/>
            <a:ext cx="4557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以为 fft_length 越大越准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1619" y="4078224"/>
            <a:ext cx="54819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超过 N/s 只是更细地插值同一条频谱，徒增计算量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480974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4443984"/>
            <a:ext cx="3969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4739" y="4443984"/>
            <a:ext cx="4557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点云误差大时先怀疑算法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1619" y="4443984"/>
            <a:ext cx="54819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先确认两份点云是否在同一坐标系（投影仪 vs 相机）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809744"/>
            <a:ext cx="11094689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548640" y="5175504"/>
            <a:ext cx="11094689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8368" y="4809744"/>
            <a:ext cx="3969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74739" y="4809744"/>
            <a:ext cx="4557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机械套用 peak 阈值 0.5 / 0.8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1619" y="4809744"/>
            <a:ext cx="54819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阈值与亮度、曝光、反射率、归一化方式都有关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八 · 术语表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关键术语速查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全篇出现的符号与工程术语，一处对照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八 · 总结与常见误区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64 / 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5358384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83664"/>
            <a:ext cx="13880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术语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5883" y="1883664"/>
            <a:ext cx="35314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含义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784348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2249424"/>
            <a:ext cx="1388059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FSM / FSA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5883" y="2249424"/>
            <a:ext cx="3531412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频移法（Frequency Shift Method / Analysis），本项目主线方法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84348"/>
            <a:ext cx="5358384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48640" y="3150108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2784348"/>
            <a:ext cx="13880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四步相移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5883" y="2784348"/>
            <a:ext cx="35314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每个频率采集 0°/90°/180°/270° 四张图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515868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3150108"/>
            <a:ext cx="13880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复信号 D[k]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5883" y="3150108"/>
            <a:ext cx="35314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(I0−I2) + j·(I3−I1)，消去直流后的频率轴信号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15868"/>
            <a:ext cx="5358384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48640" y="3881628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3515868"/>
            <a:ext cx="13880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频率轴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65883" y="3515868"/>
            <a:ext cx="35314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复数数组的 axis=0，下标 k 对应频率 f_k = s·k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247388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3881628"/>
            <a:ext cx="13880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零填充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5883" y="3881628"/>
            <a:ext cx="35314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np.fft.fft(D, n=L) 在 L &gt; M 时内部补零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47388"/>
            <a:ext cx="5358384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48640" y="4613148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4247388"/>
            <a:ext cx="13880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量化阶梯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65883" y="4247388"/>
            <a:ext cx="35314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bin 太疏导致相邻像素解出同一坐标，点云出现层状结构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978908"/>
            <a:ext cx="5358384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4613148"/>
            <a:ext cx="13880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多峰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5883" y="4613148"/>
            <a:ext cx="35314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同一像素收到多条光路，频谱出现多个明显峰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91072" y="1883664"/>
            <a:ext cx="5349240" cy="365760"/>
          </a:xfrm>
          <a:prstGeom prst="roundRect">
            <a:avLst>
              <a:gd name="adj" fmla="val 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883664"/>
            <a:ext cx="14923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术语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2556" y="1883664"/>
            <a:ext cx="34180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含义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91072" y="2784348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00800" y="2249424"/>
            <a:ext cx="1492300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极线约束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2556" y="2249424"/>
            <a:ext cx="3418027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相机像素在投影仪图像上对应一条直线，用于筛选候选配对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2784348"/>
            <a:ext cx="5349240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291072" y="3150108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00800" y="2784348"/>
            <a:ext cx="14923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亚像素细化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2556" y="2784348"/>
            <a:ext cx="34180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用峰值邻域做质心/抛物线插值，得到小数坐标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291072" y="3515868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0" y="3150108"/>
            <a:ext cx="14923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peak 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2556" y="3150108"/>
            <a:ext cx="34180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max|C| / fft_length，逐像素置信度图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3515868"/>
            <a:ext cx="5349240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6291072" y="3881628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00800" y="3515868"/>
            <a:ext cx="14923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disp_hor / disp_ver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2556" y="3515868"/>
            <a:ext cx="34180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解出的投影仪行坐标 / 列坐标图，形状 (Hc, Wc)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291072" y="4247388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00800" y="3881628"/>
            <a:ext cx="14923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proj_dim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2556" y="3881628"/>
            <a:ext cx="34180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该方向的投影仪分辨率（hor → 1080，ver → 1920）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91072" y="4247388"/>
            <a:ext cx="5349240" cy="36576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291072" y="4613148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400800" y="4247388"/>
            <a:ext cx="14923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OVERSAMPLE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12556" y="4247388"/>
            <a:ext cx="34180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重建侧采样密度参数，默认 4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91072" y="4978908"/>
            <a:ext cx="5349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00800" y="4613148"/>
            <a:ext cx="14923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PEAK_LIMIT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12556" y="4613148"/>
            <a:ext cx="34180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Noto Sans SC"/>
                <a:ea typeface="Noto Sans SC"/>
                <a:cs typeface="Noto Sans SC"/>
              </a:rPr>
              <a:t>重建前的峰值过滤阈值，默认 0.8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A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频移法 FSM / FSA 原理与实现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A4B8"/>
                </a:solidFill>
                <a:latin typeface="Noto Sans SC"/>
                <a:ea typeface="Noto Sans SC"/>
                <a:cs typeface="Noto Sans SC"/>
              </a:rPr>
              <a:t>八章一条主线：从条纹图像到三维点云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852928"/>
            <a:ext cx="10241279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3127248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0723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本质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0861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把「相机看到的反射条纹」反解为「投影仪上的像素坐标」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9584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74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核心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8843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D = (I0−I2) + j·(I3−I1)，沿频率轴 FFT，峰值位置即坐标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770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公式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89077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uₚ = q · N / (L · s)；取 L = N / s 时 coord_scale = 1，q 就是坐标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34256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2793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29310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peak = max|C| / fft_length；低质量像素靠多峰检测与极线校正兜底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681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下游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69544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disp_hor / disp_ver 与标定参数一起进入三角化，生成三维点云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38928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0840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陷阱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0977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M / N / L 混用、步长与 FFT 长度不同步、负频率未裁、坐标系未对齐</a:t>
            </a:r>
          </a:p>
        </p:txBody>
      </p:sp>
      <p:sp>
        <p:nvSpPr>
          <p:cNvPr id="25" name="Freeform 24"/>
          <p:cNvSpPr/>
          <p:nvPr/>
        </p:nvSpPr>
        <p:spPr>
          <a:xfrm>
            <a:off x="0" y="5559571"/>
            <a:ext cx="12191969" cy="402316"/>
          </a:xfrm>
          <a:custGeom>
            <a:avLst/>
            <a:gdLst/>
            <a:ahLst/>
            <a:cxnLst/>
            <a:rect l="l" t="t" r="r" b="b"/>
            <a:pathLst>
              <a:path w="12191969" h="402316">
                <a:moveTo>
                  <a:pt x="0" y="330744"/>
                </a:moveTo>
                <a:lnTo>
                  <a:pt x="55418" y="340978"/>
                </a:lnTo>
                <a:lnTo>
                  <a:pt x="110836" y="350555"/>
                </a:lnTo>
                <a:lnTo>
                  <a:pt x="166254" y="359431"/>
                </a:lnTo>
                <a:lnTo>
                  <a:pt x="221672" y="367562"/>
                </a:lnTo>
                <a:lnTo>
                  <a:pt x="277090" y="374913"/>
                </a:lnTo>
                <a:lnTo>
                  <a:pt x="332508" y="381447"/>
                </a:lnTo>
                <a:lnTo>
                  <a:pt x="387926" y="387135"/>
                </a:lnTo>
                <a:lnTo>
                  <a:pt x="443344" y="391949"/>
                </a:lnTo>
                <a:lnTo>
                  <a:pt x="498762" y="395867"/>
                </a:lnTo>
                <a:lnTo>
                  <a:pt x="554180" y="398871"/>
                </a:lnTo>
                <a:lnTo>
                  <a:pt x="609598" y="400946"/>
                </a:lnTo>
                <a:lnTo>
                  <a:pt x="665016" y="402082"/>
                </a:lnTo>
                <a:lnTo>
                  <a:pt x="720434" y="402275"/>
                </a:lnTo>
                <a:lnTo>
                  <a:pt x="775852" y="401524"/>
                </a:lnTo>
                <a:lnTo>
                  <a:pt x="831270" y="399831"/>
                </a:lnTo>
                <a:lnTo>
                  <a:pt x="886688" y="397205"/>
                </a:lnTo>
                <a:lnTo>
                  <a:pt x="942106" y="393659"/>
                </a:lnTo>
                <a:lnTo>
                  <a:pt x="997524" y="389208"/>
                </a:lnTo>
                <a:lnTo>
                  <a:pt x="1052942" y="383874"/>
                </a:lnTo>
                <a:lnTo>
                  <a:pt x="1108360" y="377682"/>
                </a:lnTo>
                <a:lnTo>
                  <a:pt x="1163778" y="370661"/>
                </a:lnTo>
                <a:lnTo>
                  <a:pt x="1219196" y="362844"/>
                </a:lnTo>
                <a:lnTo>
                  <a:pt x="1274614" y="354268"/>
                </a:lnTo>
                <a:lnTo>
                  <a:pt x="1330033" y="344972"/>
                </a:lnTo>
                <a:lnTo>
                  <a:pt x="1385451" y="335001"/>
                </a:lnTo>
                <a:lnTo>
                  <a:pt x="1440869" y="324401"/>
                </a:lnTo>
                <a:lnTo>
                  <a:pt x="1496287" y="313222"/>
                </a:lnTo>
                <a:lnTo>
                  <a:pt x="1551705" y="301518"/>
                </a:lnTo>
                <a:lnTo>
                  <a:pt x="1607123" y="289341"/>
                </a:lnTo>
                <a:lnTo>
                  <a:pt x="1662541" y="276751"/>
                </a:lnTo>
                <a:lnTo>
                  <a:pt x="1717959" y="263805"/>
                </a:lnTo>
                <a:lnTo>
                  <a:pt x="1773377" y="250565"/>
                </a:lnTo>
                <a:lnTo>
                  <a:pt x="1828795" y="237093"/>
                </a:lnTo>
                <a:lnTo>
                  <a:pt x="1884213" y="223453"/>
                </a:lnTo>
                <a:lnTo>
                  <a:pt x="1939631" y="209707"/>
                </a:lnTo>
                <a:lnTo>
                  <a:pt x="1995049" y="195922"/>
                </a:lnTo>
                <a:lnTo>
                  <a:pt x="2050467" y="182161"/>
                </a:lnTo>
                <a:lnTo>
                  <a:pt x="2105885" y="168489"/>
                </a:lnTo>
                <a:lnTo>
                  <a:pt x="2161303" y="154970"/>
                </a:lnTo>
                <a:lnTo>
                  <a:pt x="2216721" y="141668"/>
                </a:lnTo>
                <a:lnTo>
                  <a:pt x="2272139" y="128646"/>
                </a:lnTo>
                <a:lnTo>
                  <a:pt x="2327557" y="115964"/>
                </a:lnTo>
                <a:lnTo>
                  <a:pt x="2382975" y="103682"/>
                </a:lnTo>
                <a:lnTo>
                  <a:pt x="2438393" y="91858"/>
                </a:lnTo>
                <a:lnTo>
                  <a:pt x="2493811" y="80548"/>
                </a:lnTo>
                <a:lnTo>
                  <a:pt x="2549229" y="69803"/>
                </a:lnTo>
                <a:lnTo>
                  <a:pt x="2604648" y="59676"/>
                </a:lnTo>
                <a:lnTo>
                  <a:pt x="2660066" y="50213"/>
                </a:lnTo>
                <a:lnTo>
                  <a:pt x="2715484" y="41458"/>
                </a:lnTo>
                <a:lnTo>
                  <a:pt x="2770902" y="33454"/>
                </a:lnTo>
                <a:lnTo>
                  <a:pt x="2826320" y="26237"/>
                </a:lnTo>
                <a:lnTo>
                  <a:pt x="2881738" y="19842"/>
                </a:lnTo>
                <a:lnTo>
                  <a:pt x="2937156" y="14298"/>
                </a:lnTo>
                <a:lnTo>
                  <a:pt x="2992574" y="9632"/>
                </a:lnTo>
                <a:lnTo>
                  <a:pt x="3047992" y="5865"/>
                </a:lnTo>
                <a:lnTo>
                  <a:pt x="3103410" y="3016"/>
                </a:lnTo>
                <a:lnTo>
                  <a:pt x="3158828" y="1097"/>
                </a:lnTo>
                <a:lnTo>
                  <a:pt x="3214246" y="117"/>
                </a:lnTo>
                <a:lnTo>
                  <a:pt x="3269664" y="82"/>
                </a:lnTo>
                <a:lnTo>
                  <a:pt x="3325082" y="990"/>
                </a:lnTo>
                <a:lnTo>
                  <a:pt x="3380500" y="2839"/>
                </a:lnTo>
                <a:lnTo>
                  <a:pt x="3435918" y="5619"/>
                </a:lnTo>
                <a:lnTo>
                  <a:pt x="3491336" y="9318"/>
                </a:lnTo>
                <a:lnTo>
                  <a:pt x="3546754" y="13917"/>
                </a:lnTo>
                <a:lnTo>
                  <a:pt x="3602172" y="19396"/>
                </a:lnTo>
                <a:lnTo>
                  <a:pt x="3657590" y="25728"/>
                </a:lnTo>
                <a:lnTo>
                  <a:pt x="3713008" y="32884"/>
                </a:lnTo>
                <a:lnTo>
                  <a:pt x="3768426" y="40831"/>
                </a:lnTo>
                <a:lnTo>
                  <a:pt x="3823844" y="49530"/>
                </a:lnTo>
                <a:lnTo>
                  <a:pt x="3879263" y="58941"/>
                </a:lnTo>
                <a:lnTo>
                  <a:pt x="3934681" y="69021"/>
                </a:lnTo>
                <a:lnTo>
                  <a:pt x="3990099" y="79720"/>
                </a:lnTo>
                <a:lnTo>
                  <a:pt x="4045517" y="90990"/>
                </a:lnTo>
                <a:lnTo>
                  <a:pt x="4100935" y="102778"/>
                </a:lnTo>
                <a:lnTo>
                  <a:pt x="4156353" y="115027"/>
                </a:lnTo>
                <a:lnTo>
                  <a:pt x="4211771" y="127681"/>
                </a:lnTo>
                <a:lnTo>
                  <a:pt x="4267189" y="140680"/>
                </a:lnTo>
                <a:lnTo>
                  <a:pt x="4322607" y="153963"/>
                </a:lnTo>
                <a:lnTo>
                  <a:pt x="4378025" y="167467"/>
                </a:lnTo>
                <a:lnTo>
                  <a:pt x="4433443" y="181130"/>
                </a:lnTo>
                <a:lnTo>
                  <a:pt x="4488861" y="194886"/>
                </a:lnTo>
                <a:lnTo>
                  <a:pt x="4544279" y="208672"/>
                </a:lnTo>
                <a:lnTo>
                  <a:pt x="4599697" y="222423"/>
                </a:lnTo>
                <a:lnTo>
                  <a:pt x="4655115" y="236074"/>
                </a:lnTo>
                <a:lnTo>
                  <a:pt x="4710533" y="249561"/>
                </a:lnTo>
                <a:lnTo>
                  <a:pt x="4765951" y="262820"/>
                </a:lnTo>
                <a:lnTo>
                  <a:pt x="4821369" y="275790"/>
                </a:lnTo>
                <a:lnTo>
                  <a:pt x="4876787" y="288409"/>
                </a:lnTo>
                <a:lnTo>
                  <a:pt x="4932205" y="300619"/>
                </a:lnTo>
                <a:lnTo>
                  <a:pt x="4987623" y="312361"/>
                </a:lnTo>
                <a:lnTo>
                  <a:pt x="5043041" y="323581"/>
                </a:lnTo>
                <a:lnTo>
                  <a:pt x="5098459" y="334226"/>
                </a:lnTo>
                <a:lnTo>
                  <a:pt x="5153878" y="344246"/>
                </a:lnTo>
                <a:lnTo>
                  <a:pt x="5209296" y="353594"/>
                </a:lnTo>
                <a:lnTo>
                  <a:pt x="5264714" y="362226"/>
                </a:lnTo>
                <a:lnTo>
                  <a:pt x="5320132" y="370101"/>
                </a:lnTo>
                <a:lnTo>
                  <a:pt x="5375550" y="377183"/>
                </a:lnTo>
                <a:lnTo>
                  <a:pt x="5430968" y="383439"/>
                </a:lnTo>
                <a:lnTo>
                  <a:pt x="5486386" y="388838"/>
                </a:lnTo>
                <a:lnTo>
                  <a:pt x="5541804" y="393356"/>
                </a:lnTo>
                <a:lnTo>
                  <a:pt x="5597222" y="396971"/>
                </a:lnTo>
                <a:lnTo>
                  <a:pt x="5652640" y="399666"/>
                </a:lnTo>
                <a:lnTo>
                  <a:pt x="5708058" y="401429"/>
                </a:lnTo>
                <a:lnTo>
                  <a:pt x="5763476" y="402251"/>
                </a:lnTo>
                <a:lnTo>
                  <a:pt x="5818894" y="402129"/>
                </a:lnTo>
                <a:lnTo>
                  <a:pt x="5874312" y="401064"/>
                </a:lnTo>
                <a:lnTo>
                  <a:pt x="5929730" y="399059"/>
                </a:lnTo>
                <a:lnTo>
                  <a:pt x="5985148" y="396125"/>
                </a:lnTo>
                <a:lnTo>
                  <a:pt x="6040566" y="392275"/>
                </a:lnTo>
                <a:lnTo>
                  <a:pt x="6095984" y="387527"/>
                </a:lnTo>
                <a:lnTo>
                  <a:pt x="6151402" y="381904"/>
                </a:lnTo>
                <a:lnTo>
                  <a:pt x="6206820" y="375432"/>
                </a:lnTo>
                <a:lnTo>
                  <a:pt x="6262238" y="368142"/>
                </a:lnTo>
                <a:lnTo>
                  <a:pt x="6317656" y="360068"/>
                </a:lnTo>
                <a:lnTo>
                  <a:pt x="6373074" y="351247"/>
                </a:lnTo>
                <a:lnTo>
                  <a:pt x="6428493" y="341721"/>
                </a:lnTo>
                <a:lnTo>
                  <a:pt x="6483911" y="331535"/>
                </a:lnTo>
                <a:lnTo>
                  <a:pt x="6539329" y="320737"/>
                </a:lnTo>
                <a:lnTo>
                  <a:pt x="6594747" y="309377"/>
                </a:lnTo>
                <a:lnTo>
                  <a:pt x="6650165" y="297508"/>
                </a:lnTo>
                <a:lnTo>
                  <a:pt x="6705583" y="285188"/>
                </a:lnTo>
                <a:lnTo>
                  <a:pt x="6761001" y="272472"/>
                </a:lnTo>
                <a:lnTo>
                  <a:pt x="6816419" y="259422"/>
                </a:lnTo>
                <a:lnTo>
                  <a:pt x="6871837" y="246097"/>
                </a:lnTo>
                <a:lnTo>
                  <a:pt x="6927255" y="232562"/>
                </a:lnTo>
                <a:lnTo>
                  <a:pt x="6982673" y="218879"/>
                </a:lnTo>
                <a:lnTo>
                  <a:pt x="7038091" y="205113"/>
                </a:lnTo>
                <a:lnTo>
                  <a:pt x="7093509" y="191329"/>
                </a:lnTo>
                <a:lnTo>
                  <a:pt x="7148927" y="177590"/>
                </a:lnTo>
                <a:lnTo>
                  <a:pt x="7204345" y="163962"/>
                </a:lnTo>
                <a:lnTo>
                  <a:pt x="7259763" y="150509"/>
                </a:lnTo>
                <a:lnTo>
                  <a:pt x="7315181" y="137293"/>
                </a:lnTo>
                <a:lnTo>
                  <a:pt x="7370599" y="124378"/>
                </a:lnTo>
                <a:lnTo>
                  <a:pt x="7426017" y="111823"/>
                </a:lnTo>
                <a:lnTo>
                  <a:pt x="7481435" y="99687"/>
                </a:lnTo>
                <a:lnTo>
                  <a:pt x="7536853" y="88028"/>
                </a:lnTo>
                <a:lnTo>
                  <a:pt x="7592271" y="76901"/>
                </a:lnTo>
                <a:lnTo>
                  <a:pt x="7647689" y="66357"/>
                </a:lnTo>
                <a:lnTo>
                  <a:pt x="7703108" y="56445"/>
                </a:lnTo>
                <a:lnTo>
                  <a:pt x="7758526" y="47214"/>
                </a:lnTo>
                <a:lnTo>
                  <a:pt x="7813944" y="38705"/>
                </a:lnTo>
                <a:lnTo>
                  <a:pt x="7869362" y="30959"/>
                </a:lnTo>
                <a:lnTo>
                  <a:pt x="7924780" y="24013"/>
                </a:lnTo>
                <a:lnTo>
                  <a:pt x="7980198" y="17898"/>
                </a:lnTo>
                <a:lnTo>
                  <a:pt x="8035616" y="12644"/>
                </a:lnTo>
                <a:lnTo>
                  <a:pt x="8091034" y="8276"/>
                </a:lnTo>
                <a:lnTo>
                  <a:pt x="8146452" y="4813"/>
                </a:lnTo>
                <a:lnTo>
                  <a:pt x="8201870" y="2272"/>
                </a:lnTo>
                <a:lnTo>
                  <a:pt x="8257288" y="665"/>
                </a:lnTo>
                <a:lnTo>
                  <a:pt x="8312706" y="0"/>
                </a:lnTo>
                <a:lnTo>
                  <a:pt x="8368124" y="280"/>
                </a:lnTo>
                <a:lnTo>
                  <a:pt x="8423542" y="1503"/>
                </a:lnTo>
                <a:lnTo>
                  <a:pt x="8478960" y="3663"/>
                </a:lnTo>
                <a:lnTo>
                  <a:pt x="8534378" y="6751"/>
                </a:lnTo>
                <a:lnTo>
                  <a:pt x="8589796" y="10752"/>
                </a:lnTo>
                <a:lnTo>
                  <a:pt x="8645214" y="15647"/>
                </a:lnTo>
                <a:lnTo>
                  <a:pt x="8700632" y="21413"/>
                </a:lnTo>
                <a:lnTo>
                  <a:pt x="8756050" y="28024"/>
                </a:lnTo>
                <a:lnTo>
                  <a:pt x="8811468" y="35447"/>
                </a:lnTo>
                <a:lnTo>
                  <a:pt x="8866886" y="43649"/>
                </a:lnTo>
                <a:lnTo>
                  <a:pt x="8922304" y="52590"/>
                </a:lnTo>
                <a:lnTo>
                  <a:pt x="8977723" y="62229"/>
                </a:lnTo>
                <a:lnTo>
                  <a:pt x="9033141" y="72521"/>
                </a:lnTo>
                <a:lnTo>
                  <a:pt x="9088559" y="83416"/>
                </a:lnTo>
                <a:lnTo>
                  <a:pt x="9143977" y="94865"/>
                </a:lnTo>
                <a:lnTo>
                  <a:pt x="9199395" y="106812"/>
                </a:lnTo>
                <a:lnTo>
                  <a:pt x="9254813" y="119203"/>
                </a:lnTo>
                <a:lnTo>
                  <a:pt x="9310231" y="131978"/>
                </a:lnTo>
                <a:lnTo>
                  <a:pt x="9365649" y="145079"/>
                </a:lnTo>
                <a:lnTo>
                  <a:pt x="9421067" y="158443"/>
                </a:lnTo>
                <a:lnTo>
                  <a:pt x="9476485" y="172007"/>
                </a:lnTo>
                <a:lnTo>
                  <a:pt x="9531903" y="185708"/>
                </a:lnTo>
                <a:lnTo>
                  <a:pt x="9587321" y="199482"/>
                </a:lnTo>
                <a:lnTo>
                  <a:pt x="9642739" y="213263"/>
                </a:lnTo>
                <a:lnTo>
                  <a:pt x="9698157" y="226988"/>
                </a:lnTo>
                <a:lnTo>
                  <a:pt x="9753575" y="240591"/>
                </a:lnTo>
                <a:lnTo>
                  <a:pt x="9808993" y="254009"/>
                </a:lnTo>
                <a:lnTo>
                  <a:pt x="9864411" y="267179"/>
                </a:lnTo>
                <a:lnTo>
                  <a:pt x="9919829" y="280038"/>
                </a:lnTo>
                <a:lnTo>
                  <a:pt x="9975247" y="292527"/>
                </a:lnTo>
                <a:lnTo>
                  <a:pt x="10030665" y="304587"/>
                </a:lnTo>
                <a:lnTo>
                  <a:pt x="10086083" y="316162"/>
                </a:lnTo>
                <a:lnTo>
                  <a:pt x="10141501" y="327196"/>
                </a:lnTo>
                <a:lnTo>
                  <a:pt x="10196919" y="337638"/>
                </a:lnTo>
                <a:lnTo>
                  <a:pt x="10252338" y="347439"/>
                </a:lnTo>
                <a:lnTo>
                  <a:pt x="10307756" y="356553"/>
                </a:lnTo>
                <a:lnTo>
                  <a:pt x="10363174" y="364937"/>
                </a:lnTo>
                <a:lnTo>
                  <a:pt x="10418592" y="372552"/>
                </a:lnTo>
                <a:lnTo>
                  <a:pt x="10474010" y="379362"/>
                </a:lnTo>
                <a:lnTo>
                  <a:pt x="10529428" y="385335"/>
                </a:lnTo>
                <a:lnTo>
                  <a:pt x="10584846" y="390443"/>
                </a:lnTo>
                <a:lnTo>
                  <a:pt x="10640264" y="394662"/>
                </a:lnTo>
                <a:lnTo>
                  <a:pt x="10695682" y="397972"/>
                </a:lnTo>
                <a:lnTo>
                  <a:pt x="10751100" y="400358"/>
                </a:lnTo>
                <a:lnTo>
                  <a:pt x="10806518" y="401808"/>
                </a:lnTo>
                <a:lnTo>
                  <a:pt x="10861936" y="402316"/>
                </a:lnTo>
                <a:lnTo>
                  <a:pt x="10917354" y="401879"/>
                </a:lnTo>
                <a:lnTo>
                  <a:pt x="10972772" y="400499"/>
                </a:lnTo>
                <a:lnTo>
                  <a:pt x="11028190" y="398183"/>
                </a:lnTo>
                <a:lnTo>
                  <a:pt x="11083608" y="394942"/>
                </a:lnTo>
                <a:lnTo>
                  <a:pt x="11139026" y="390791"/>
                </a:lnTo>
                <a:lnTo>
                  <a:pt x="11194444" y="385749"/>
                </a:lnTo>
                <a:lnTo>
                  <a:pt x="11249862" y="379840"/>
                </a:lnTo>
                <a:lnTo>
                  <a:pt x="11305280" y="373092"/>
                </a:lnTo>
                <a:lnTo>
                  <a:pt x="11360698" y="365536"/>
                </a:lnTo>
                <a:lnTo>
                  <a:pt x="11416116" y="357208"/>
                </a:lnTo>
                <a:lnTo>
                  <a:pt x="11471534" y="348148"/>
                </a:lnTo>
                <a:lnTo>
                  <a:pt x="11526953" y="338397"/>
                </a:lnTo>
                <a:lnTo>
                  <a:pt x="11582371" y="328001"/>
                </a:lnTo>
                <a:lnTo>
                  <a:pt x="11637789" y="317010"/>
                </a:lnTo>
                <a:lnTo>
                  <a:pt x="11693207" y="305474"/>
                </a:lnTo>
                <a:lnTo>
                  <a:pt x="11748625" y="293449"/>
                </a:lnTo>
                <a:lnTo>
                  <a:pt x="11804043" y="280990"/>
                </a:lnTo>
                <a:lnTo>
                  <a:pt x="11859461" y="268156"/>
                </a:lnTo>
                <a:lnTo>
                  <a:pt x="11914879" y="255007"/>
                </a:lnTo>
                <a:lnTo>
                  <a:pt x="11970297" y="241606"/>
                </a:lnTo>
                <a:lnTo>
                  <a:pt x="12025715" y="228014"/>
                </a:lnTo>
                <a:lnTo>
                  <a:pt x="12081133" y="214297"/>
                </a:lnTo>
                <a:lnTo>
                  <a:pt x="12136551" y="200517"/>
                </a:lnTo>
                <a:lnTo>
                  <a:pt x="12191969" y="186741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0" y="6007608"/>
            <a:ext cx="12191969" cy="274314"/>
          </a:xfrm>
          <a:custGeom>
            <a:avLst/>
            <a:gdLst/>
            <a:ahLst/>
            <a:cxnLst/>
            <a:rect l="l" t="t" r="r" b="b"/>
            <a:pathLst>
              <a:path w="12191969" h="274314">
                <a:moveTo>
                  <a:pt x="0" y="266954"/>
                </a:moveTo>
                <a:lnTo>
                  <a:pt x="55418" y="263612"/>
                </a:lnTo>
                <a:lnTo>
                  <a:pt x="110836" y="259677"/>
                </a:lnTo>
                <a:lnTo>
                  <a:pt x="166254" y="255165"/>
                </a:lnTo>
                <a:lnTo>
                  <a:pt x="221672" y="250100"/>
                </a:lnTo>
                <a:lnTo>
                  <a:pt x="277090" y="244505"/>
                </a:lnTo>
                <a:lnTo>
                  <a:pt x="332508" y="238405"/>
                </a:lnTo>
                <a:lnTo>
                  <a:pt x="387926" y="231829"/>
                </a:lnTo>
                <a:lnTo>
                  <a:pt x="443344" y="224809"/>
                </a:lnTo>
                <a:lnTo>
                  <a:pt x="498762" y="217378"/>
                </a:lnTo>
                <a:lnTo>
                  <a:pt x="554180" y="209570"/>
                </a:lnTo>
                <a:lnTo>
                  <a:pt x="609598" y="201421"/>
                </a:lnTo>
                <a:lnTo>
                  <a:pt x="665016" y="192971"/>
                </a:lnTo>
                <a:lnTo>
                  <a:pt x="720434" y="184259"/>
                </a:lnTo>
                <a:lnTo>
                  <a:pt x="775852" y="175325"/>
                </a:lnTo>
                <a:lnTo>
                  <a:pt x="831270" y="166212"/>
                </a:lnTo>
                <a:lnTo>
                  <a:pt x="886688" y="156963"/>
                </a:lnTo>
                <a:lnTo>
                  <a:pt x="942106" y="147621"/>
                </a:lnTo>
                <a:lnTo>
                  <a:pt x="997524" y="138230"/>
                </a:lnTo>
                <a:lnTo>
                  <a:pt x="1052942" y="128833"/>
                </a:lnTo>
                <a:lnTo>
                  <a:pt x="1108360" y="119476"/>
                </a:lnTo>
                <a:lnTo>
                  <a:pt x="1163778" y="110202"/>
                </a:lnTo>
                <a:lnTo>
                  <a:pt x="1219196" y="101054"/>
                </a:lnTo>
                <a:lnTo>
                  <a:pt x="1274614" y="92076"/>
                </a:lnTo>
                <a:lnTo>
                  <a:pt x="1330033" y="83310"/>
                </a:lnTo>
                <a:lnTo>
                  <a:pt x="1385451" y="74797"/>
                </a:lnTo>
                <a:lnTo>
                  <a:pt x="1440869" y="66576"/>
                </a:lnTo>
                <a:lnTo>
                  <a:pt x="1496287" y="58687"/>
                </a:lnTo>
                <a:lnTo>
                  <a:pt x="1551705" y="51167"/>
                </a:lnTo>
                <a:lnTo>
                  <a:pt x="1607123" y="44050"/>
                </a:lnTo>
                <a:lnTo>
                  <a:pt x="1662541" y="37371"/>
                </a:lnTo>
                <a:lnTo>
                  <a:pt x="1717959" y="31160"/>
                </a:lnTo>
                <a:lnTo>
                  <a:pt x="1773377" y="25447"/>
                </a:lnTo>
                <a:lnTo>
                  <a:pt x="1828795" y="20259"/>
                </a:lnTo>
                <a:lnTo>
                  <a:pt x="1884213" y="15620"/>
                </a:lnTo>
                <a:lnTo>
                  <a:pt x="1939631" y="11551"/>
                </a:lnTo>
                <a:lnTo>
                  <a:pt x="1995049" y="8073"/>
                </a:lnTo>
                <a:lnTo>
                  <a:pt x="2050467" y="5201"/>
                </a:lnTo>
                <a:lnTo>
                  <a:pt x="2105885" y="2948"/>
                </a:lnTo>
                <a:lnTo>
                  <a:pt x="2161303" y="1326"/>
                </a:lnTo>
                <a:lnTo>
                  <a:pt x="2216721" y="342"/>
                </a:lnTo>
                <a:lnTo>
                  <a:pt x="2272139" y="0"/>
                </a:lnTo>
                <a:lnTo>
                  <a:pt x="2327557" y="302"/>
                </a:lnTo>
                <a:lnTo>
                  <a:pt x="2382975" y="1247"/>
                </a:lnTo>
                <a:lnTo>
                  <a:pt x="2438393" y="2831"/>
                </a:lnTo>
                <a:lnTo>
                  <a:pt x="2493811" y="5045"/>
                </a:lnTo>
                <a:lnTo>
                  <a:pt x="2549229" y="7880"/>
                </a:lnTo>
                <a:lnTo>
                  <a:pt x="2604648" y="11322"/>
                </a:lnTo>
                <a:lnTo>
                  <a:pt x="2660066" y="15355"/>
                </a:lnTo>
                <a:lnTo>
                  <a:pt x="2715484" y="19960"/>
                </a:lnTo>
                <a:lnTo>
                  <a:pt x="2770902" y="25115"/>
                </a:lnTo>
                <a:lnTo>
                  <a:pt x="2826320" y="30797"/>
                </a:lnTo>
                <a:lnTo>
                  <a:pt x="2881738" y="36978"/>
                </a:lnTo>
                <a:lnTo>
                  <a:pt x="2937156" y="43630"/>
                </a:lnTo>
                <a:lnTo>
                  <a:pt x="2992574" y="50721"/>
                </a:lnTo>
                <a:lnTo>
                  <a:pt x="3047992" y="58217"/>
                </a:lnTo>
                <a:lnTo>
                  <a:pt x="3103410" y="66085"/>
                </a:lnTo>
                <a:lnTo>
                  <a:pt x="3158828" y="74286"/>
                </a:lnTo>
                <a:lnTo>
                  <a:pt x="3214246" y="82783"/>
                </a:lnTo>
                <a:lnTo>
                  <a:pt x="3269664" y="91535"/>
                </a:lnTo>
                <a:lnTo>
                  <a:pt x="3325082" y="100501"/>
                </a:lnTo>
                <a:lnTo>
                  <a:pt x="3380500" y="109640"/>
                </a:lnTo>
                <a:lnTo>
                  <a:pt x="3435918" y="118907"/>
                </a:lnTo>
                <a:lnTo>
                  <a:pt x="3491336" y="128261"/>
                </a:lnTo>
                <a:lnTo>
                  <a:pt x="3546754" y="137656"/>
                </a:lnTo>
                <a:lnTo>
                  <a:pt x="3602172" y="147049"/>
                </a:lnTo>
                <a:lnTo>
                  <a:pt x="3657590" y="156395"/>
                </a:lnTo>
                <a:lnTo>
                  <a:pt x="3713008" y="165652"/>
                </a:lnTo>
                <a:lnTo>
                  <a:pt x="3768426" y="174774"/>
                </a:lnTo>
                <a:lnTo>
                  <a:pt x="3823844" y="183719"/>
                </a:lnTo>
                <a:lnTo>
                  <a:pt x="3879263" y="192446"/>
                </a:lnTo>
                <a:lnTo>
                  <a:pt x="3934681" y="200914"/>
                </a:lnTo>
                <a:lnTo>
                  <a:pt x="3990099" y="209082"/>
                </a:lnTo>
                <a:lnTo>
                  <a:pt x="4045517" y="216912"/>
                </a:lnTo>
                <a:lnTo>
                  <a:pt x="4100935" y="224367"/>
                </a:lnTo>
                <a:lnTo>
                  <a:pt x="4156353" y="231413"/>
                </a:lnTo>
                <a:lnTo>
                  <a:pt x="4211771" y="238017"/>
                </a:lnTo>
                <a:lnTo>
                  <a:pt x="4267189" y="244146"/>
                </a:lnTo>
                <a:lnTo>
                  <a:pt x="4322607" y="249774"/>
                </a:lnTo>
                <a:lnTo>
                  <a:pt x="4378025" y="254872"/>
                </a:lnTo>
                <a:lnTo>
                  <a:pt x="4433443" y="259418"/>
                </a:lnTo>
                <a:lnTo>
                  <a:pt x="4488861" y="263389"/>
                </a:lnTo>
                <a:lnTo>
                  <a:pt x="4544279" y="266767"/>
                </a:lnTo>
                <a:lnTo>
                  <a:pt x="4599697" y="269537"/>
                </a:lnTo>
                <a:lnTo>
                  <a:pt x="4655115" y="271685"/>
                </a:lnTo>
                <a:lnTo>
                  <a:pt x="4710533" y="273202"/>
                </a:lnTo>
                <a:lnTo>
                  <a:pt x="4765951" y="274079"/>
                </a:lnTo>
                <a:lnTo>
                  <a:pt x="4821369" y="274314"/>
                </a:lnTo>
                <a:lnTo>
                  <a:pt x="4876787" y="273904"/>
                </a:lnTo>
                <a:lnTo>
                  <a:pt x="4932205" y="272852"/>
                </a:lnTo>
                <a:lnTo>
                  <a:pt x="4987623" y="271163"/>
                </a:lnTo>
                <a:lnTo>
                  <a:pt x="5043041" y="268844"/>
                </a:lnTo>
                <a:lnTo>
                  <a:pt x="5098459" y="265907"/>
                </a:lnTo>
                <a:lnTo>
                  <a:pt x="5153878" y="262365"/>
                </a:lnTo>
                <a:lnTo>
                  <a:pt x="5209296" y="258236"/>
                </a:lnTo>
                <a:lnTo>
                  <a:pt x="5264714" y="253537"/>
                </a:lnTo>
                <a:lnTo>
                  <a:pt x="5320132" y="248293"/>
                </a:lnTo>
                <a:lnTo>
                  <a:pt x="5375550" y="242526"/>
                </a:lnTo>
                <a:lnTo>
                  <a:pt x="5430968" y="236264"/>
                </a:lnTo>
                <a:lnTo>
                  <a:pt x="5486386" y="229537"/>
                </a:lnTo>
                <a:lnTo>
                  <a:pt x="5541804" y="222376"/>
                </a:lnTo>
                <a:lnTo>
                  <a:pt x="5597222" y="214815"/>
                </a:lnTo>
                <a:lnTo>
                  <a:pt x="5652640" y="206889"/>
                </a:lnTo>
                <a:lnTo>
                  <a:pt x="5708058" y="198636"/>
                </a:lnTo>
                <a:lnTo>
                  <a:pt x="5763476" y="190094"/>
                </a:lnTo>
                <a:lnTo>
                  <a:pt x="5818894" y="181303"/>
                </a:lnTo>
                <a:lnTo>
                  <a:pt x="5874312" y="172305"/>
                </a:lnTo>
                <a:lnTo>
                  <a:pt x="5929730" y="163142"/>
                </a:lnTo>
                <a:lnTo>
                  <a:pt x="5985148" y="153857"/>
                </a:lnTo>
                <a:lnTo>
                  <a:pt x="6040566" y="144494"/>
                </a:lnTo>
                <a:lnTo>
                  <a:pt x="6095984" y="135096"/>
                </a:lnTo>
                <a:lnTo>
                  <a:pt x="6151402" y="125708"/>
                </a:lnTo>
                <a:lnTo>
                  <a:pt x="6206820" y="116373"/>
                </a:lnTo>
                <a:lnTo>
                  <a:pt x="6262238" y="107137"/>
                </a:lnTo>
                <a:lnTo>
                  <a:pt x="6317656" y="98041"/>
                </a:lnTo>
                <a:lnTo>
                  <a:pt x="6373074" y="89129"/>
                </a:lnTo>
                <a:lnTo>
                  <a:pt x="6428493" y="80442"/>
                </a:lnTo>
                <a:lnTo>
                  <a:pt x="6483911" y="72022"/>
                </a:lnTo>
                <a:lnTo>
                  <a:pt x="6539329" y="63908"/>
                </a:lnTo>
                <a:lnTo>
                  <a:pt x="6594747" y="56138"/>
                </a:lnTo>
                <a:lnTo>
                  <a:pt x="6650165" y="48748"/>
                </a:lnTo>
                <a:lnTo>
                  <a:pt x="6705583" y="41773"/>
                </a:lnTo>
                <a:lnTo>
                  <a:pt x="6761001" y="35247"/>
                </a:lnTo>
                <a:lnTo>
                  <a:pt x="6816419" y="29199"/>
                </a:lnTo>
                <a:lnTo>
                  <a:pt x="6871837" y="23658"/>
                </a:lnTo>
                <a:lnTo>
                  <a:pt x="6927255" y="18650"/>
                </a:lnTo>
                <a:lnTo>
                  <a:pt x="6982673" y="14199"/>
                </a:lnTo>
                <a:lnTo>
                  <a:pt x="7038091" y="10325"/>
                </a:lnTo>
                <a:lnTo>
                  <a:pt x="7093509" y="7047"/>
                </a:lnTo>
                <a:lnTo>
                  <a:pt x="7148927" y="4380"/>
                </a:lnTo>
                <a:lnTo>
                  <a:pt x="7204345" y="2337"/>
                </a:lnTo>
                <a:lnTo>
                  <a:pt x="7259763" y="927"/>
                </a:lnTo>
                <a:lnTo>
                  <a:pt x="7315181" y="156"/>
                </a:lnTo>
                <a:lnTo>
                  <a:pt x="7370599" y="29"/>
                </a:lnTo>
                <a:lnTo>
                  <a:pt x="7426017" y="546"/>
                </a:lnTo>
                <a:lnTo>
                  <a:pt x="7481435" y="1705"/>
                </a:lnTo>
                <a:lnTo>
                  <a:pt x="7536853" y="3499"/>
                </a:lnTo>
                <a:lnTo>
                  <a:pt x="7592271" y="5922"/>
                </a:lnTo>
                <a:lnTo>
                  <a:pt x="7647689" y="8961"/>
                </a:lnTo>
                <a:lnTo>
                  <a:pt x="7703108" y="12601"/>
                </a:lnTo>
                <a:lnTo>
                  <a:pt x="7758526" y="16827"/>
                </a:lnTo>
                <a:lnTo>
                  <a:pt x="7813944" y="21618"/>
                </a:lnTo>
                <a:lnTo>
                  <a:pt x="7869362" y="26952"/>
                </a:lnTo>
                <a:lnTo>
                  <a:pt x="7924780" y="32803"/>
                </a:lnTo>
                <a:lnTo>
                  <a:pt x="7980198" y="39144"/>
                </a:lnTo>
                <a:lnTo>
                  <a:pt x="8035616" y="45946"/>
                </a:lnTo>
                <a:lnTo>
                  <a:pt x="8091034" y="53176"/>
                </a:lnTo>
                <a:lnTo>
                  <a:pt x="8146452" y="60800"/>
                </a:lnTo>
                <a:lnTo>
                  <a:pt x="8201870" y="68783"/>
                </a:lnTo>
                <a:lnTo>
                  <a:pt x="8257288" y="77088"/>
                </a:lnTo>
                <a:lnTo>
                  <a:pt x="8312706" y="85674"/>
                </a:lnTo>
                <a:lnTo>
                  <a:pt x="8368124" y="94502"/>
                </a:lnTo>
                <a:lnTo>
                  <a:pt x="8423542" y="103530"/>
                </a:lnTo>
                <a:lnTo>
                  <a:pt x="8478960" y="112717"/>
                </a:lnTo>
                <a:lnTo>
                  <a:pt x="8534378" y="122018"/>
                </a:lnTo>
                <a:lnTo>
                  <a:pt x="8589796" y="131390"/>
                </a:lnTo>
                <a:lnTo>
                  <a:pt x="8645214" y="140789"/>
                </a:lnTo>
                <a:lnTo>
                  <a:pt x="8700632" y="150172"/>
                </a:lnTo>
                <a:lnTo>
                  <a:pt x="8756050" y="159493"/>
                </a:lnTo>
                <a:lnTo>
                  <a:pt x="8811468" y="168709"/>
                </a:lnTo>
                <a:lnTo>
                  <a:pt x="8866886" y="177777"/>
                </a:lnTo>
                <a:lnTo>
                  <a:pt x="8922304" y="186655"/>
                </a:lnTo>
                <a:lnTo>
                  <a:pt x="8977723" y="195300"/>
                </a:lnTo>
                <a:lnTo>
                  <a:pt x="9033141" y="203672"/>
                </a:lnTo>
                <a:lnTo>
                  <a:pt x="9088559" y="211731"/>
                </a:lnTo>
                <a:lnTo>
                  <a:pt x="9143977" y="219440"/>
                </a:lnTo>
                <a:lnTo>
                  <a:pt x="9199395" y="226763"/>
                </a:lnTo>
                <a:lnTo>
                  <a:pt x="9254813" y="233665"/>
                </a:lnTo>
                <a:lnTo>
                  <a:pt x="9310231" y="240114"/>
                </a:lnTo>
                <a:lnTo>
                  <a:pt x="9365649" y="246079"/>
                </a:lnTo>
                <a:lnTo>
                  <a:pt x="9421067" y="251533"/>
                </a:lnTo>
                <a:lnTo>
                  <a:pt x="9476485" y="256450"/>
                </a:lnTo>
                <a:lnTo>
                  <a:pt x="9531903" y="260806"/>
                </a:lnTo>
                <a:lnTo>
                  <a:pt x="9587321" y="264582"/>
                </a:lnTo>
                <a:lnTo>
                  <a:pt x="9642739" y="267759"/>
                </a:lnTo>
                <a:lnTo>
                  <a:pt x="9698157" y="270323"/>
                </a:lnTo>
                <a:lnTo>
                  <a:pt x="9753575" y="272261"/>
                </a:lnTo>
                <a:lnTo>
                  <a:pt x="9808993" y="273565"/>
                </a:lnTo>
                <a:lnTo>
                  <a:pt x="9864411" y="274229"/>
                </a:lnTo>
                <a:lnTo>
                  <a:pt x="9919829" y="274248"/>
                </a:lnTo>
                <a:lnTo>
                  <a:pt x="9975247" y="273624"/>
                </a:lnTo>
                <a:lnTo>
                  <a:pt x="10030665" y="272359"/>
                </a:lnTo>
                <a:lnTo>
                  <a:pt x="10086083" y="270459"/>
                </a:lnTo>
                <a:lnTo>
                  <a:pt x="10141501" y="267933"/>
                </a:lnTo>
                <a:lnTo>
                  <a:pt x="10196919" y="264793"/>
                </a:lnTo>
                <a:lnTo>
                  <a:pt x="10252338" y="261053"/>
                </a:lnTo>
                <a:lnTo>
                  <a:pt x="10307756" y="256732"/>
                </a:lnTo>
                <a:lnTo>
                  <a:pt x="10363174" y="251849"/>
                </a:lnTo>
                <a:lnTo>
                  <a:pt x="10418592" y="246427"/>
                </a:lnTo>
                <a:lnTo>
                  <a:pt x="10474010" y="240492"/>
                </a:lnTo>
                <a:lnTo>
                  <a:pt x="10529428" y="234072"/>
                </a:lnTo>
                <a:lnTo>
                  <a:pt x="10584846" y="227197"/>
                </a:lnTo>
                <a:lnTo>
                  <a:pt x="10640264" y="219899"/>
                </a:lnTo>
                <a:lnTo>
                  <a:pt x="10695682" y="212212"/>
                </a:lnTo>
                <a:lnTo>
                  <a:pt x="10751100" y="204173"/>
                </a:lnTo>
                <a:lnTo>
                  <a:pt x="10806518" y="195819"/>
                </a:lnTo>
                <a:lnTo>
                  <a:pt x="10861936" y="187189"/>
                </a:lnTo>
                <a:lnTo>
                  <a:pt x="10917354" y="178325"/>
                </a:lnTo>
                <a:lnTo>
                  <a:pt x="10972772" y="169267"/>
                </a:lnTo>
                <a:lnTo>
                  <a:pt x="11028190" y="160059"/>
                </a:lnTo>
                <a:lnTo>
                  <a:pt x="11083608" y="150743"/>
                </a:lnTo>
                <a:lnTo>
                  <a:pt x="11139026" y="141363"/>
                </a:lnTo>
                <a:lnTo>
                  <a:pt x="11194444" y="131963"/>
                </a:lnTo>
                <a:lnTo>
                  <a:pt x="11249862" y="122588"/>
                </a:lnTo>
                <a:lnTo>
                  <a:pt x="11305280" y="113282"/>
                </a:lnTo>
                <a:lnTo>
                  <a:pt x="11360698" y="104087"/>
                </a:lnTo>
                <a:lnTo>
                  <a:pt x="11416116" y="95048"/>
                </a:lnTo>
                <a:lnTo>
                  <a:pt x="11471534" y="86206"/>
                </a:lnTo>
                <a:lnTo>
                  <a:pt x="11526953" y="77604"/>
                </a:lnTo>
                <a:lnTo>
                  <a:pt x="11582371" y="69281"/>
                </a:lnTo>
                <a:lnTo>
                  <a:pt x="11637789" y="61278"/>
                </a:lnTo>
                <a:lnTo>
                  <a:pt x="11693207" y="53630"/>
                </a:lnTo>
                <a:lnTo>
                  <a:pt x="11748625" y="46375"/>
                </a:lnTo>
                <a:lnTo>
                  <a:pt x="11804043" y="39547"/>
                </a:lnTo>
                <a:lnTo>
                  <a:pt x="11859461" y="33176"/>
                </a:lnTo>
                <a:lnTo>
                  <a:pt x="11914879" y="27294"/>
                </a:lnTo>
                <a:lnTo>
                  <a:pt x="11970297" y="21929"/>
                </a:lnTo>
                <a:lnTo>
                  <a:pt x="12025715" y="17104"/>
                </a:lnTo>
                <a:lnTo>
                  <a:pt x="12081133" y="12843"/>
                </a:lnTo>
                <a:lnTo>
                  <a:pt x="12136551" y="9166"/>
                </a:lnTo>
                <a:lnTo>
                  <a:pt x="12191969" y="609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八 · 总结与常见误区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65 / 67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4946922"/>
            <a:ext cx="12191969" cy="256011"/>
          </a:xfrm>
          <a:custGeom>
            <a:avLst/>
            <a:gdLst/>
            <a:ahLst/>
            <a:cxnLst/>
            <a:rect l="l" t="t" r="r" b="b"/>
            <a:pathLst>
              <a:path w="12191969" h="256011">
                <a:moveTo>
                  <a:pt x="0" y="127998"/>
                </a:moveTo>
                <a:lnTo>
                  <a:pt x="55418" y="136765"/>
                </a:lnTo>
                <a:lnTo>
                  <a:pt x="110836" y="145492"/>
                </a:lnTo>
                <a:lnTo>
                  <a:pt x="166254" y="154137"/>
                </a:lnTo>
                <a:lnTo>
                  <a:pt x="221672" y="162658"/>
                </a:lnTo>
                <a:lnTo>
                  <a:pt x="277090" y="171017"/>
                </a:lnTo>
                <a:lnTo>
                  <a:pt x="332508" y="179174"/>
                </a:lnTo>
                <a:lnTo>
                  <a:pt x="387926" y="187091"/>
                </a:lnTo>
                <a:lnTo>
                  <a:pt x="443344" y="194730"/>
                </a:lnTo>
                <a:lnTo>
                  <a:pt x="498762" y="202055"/>
                </a:lnTo>
                <a:lnTo>
                  <a:pt x="554180" y="209033"/>
                </a:lnTo>
                <a:lnTo>
                  <a:pt x="609598" y="215630"/>
                </a:lnTo>
                <a:lnTo>
                  <a:pt x="665016" y="221816"/>
                </a:lnTo>
                <a:lnTo>
                  <a:pt x="720434" y="227561"/>
                </a:lnTo>
                <a:lnTo>
                  <a:pt x="775852" y="232839"/>
                </a:lnTo>
                <a:lnTo>
                  <a:pt x="831270" y="237624"/>
                </a:lnTo>
                <a:lnTo>
                  <a:pt x="886688" y="241894"/>
                </a:lnTo>
                <a:lnTo>
                  <a:pt x="942106" y="245629"/>
                </a:lnTo>
                <a:lnTo>
                  <a:pt x="997524" y="248812"/>
                </a:lnTo>
                <a:lnTo>
                  <a:pt x="1052942" y="251428"/>
                </a:lnTo>
                <a:lnTo>
                  <a:pt x="1108360" y="253464"/>
                </a:lnTo>
                <a:lnTo>
                  <a:pt x="1163778" y="254910"/>
                </a:lnTo>
                <a:lnTo>
                  <a:pt x="1219196" y="255761"/>
                </a:lnTo>
                <a:lnTo>
                  <a:pt x="1274614" y="256011"/>
                </a:lnTo>
                <a:lnTo>
                  <a:pt x="1330033" y="255661"/>
                </a:lnTo>
                <a:lnTo>
                  <a:pt x="1385451" y="254710"/>
                </a:lnTo>
                <a:lnTo>
                  <a:pt x="1440869" y="253165"/>
                </a:lnTo>
                <a:lnTo>
                  <a:pt x="1496287" y="251032"/>
                </a:lnTo>
                <a:lnTo>
                  <a:pt x="1551705" y="248321"/>
                </a:lnTo>
                <a:lnTo>
                  <a:pt x="1607123" y="245045"/>
                </a:lnTo>
                <a:lnTo>
                  <a:pt x="1662541" y="241219"/>
                </a:lnTo>
                <a:lnTo>
                  <a:pt x="1717959" y="236862"/>
                </a:lnTo>
                <a:lnTo>
                  <a:pt x="1773377" y="231993"/>
                </a:lnTo>
                <a:lnTo>
                  <a:pt x="1828795" y="226636"/>
                </a:lnTo>
                <a:lnTo>
                  <a:pt x="1884213" y="220815"/>
                </a:lnTo>
                <a:lnTo>
                  <a:pt x="1939631" y="214559"/>
                </a:lnTo>
                <a:lnTo>
                  <a:pt x="1995049" y="207896"/>
                </a:lnTo>
                <a:lnTo>
                  <a:pt x="2050467" y="200858"/>
                </a:lnTo>
                <a:lnTo>
                  <a:pt x="2105885" y="193477"/>
                </a:lnTo>
                <a:lnTo>
                  <a:pt x="2161303" y="185790"/>
                </a:lnTo>
                <a:lnTo>
                  <a:pt x="2216721" y="177830"/>
                </a:lnTo>
                <a:lnTo>
                  <a:pt x="2272139" y="169637"/>
                </a:lnTo>
                <a:lnTo>
                  <a:pt x="2327557" y="161248"/>
                </a:lnTo>
                <a:lnTo>
                  <a:pt x="2382975" y="152703"/>
                </a:lnTo>
                <a:lnTo>
                  <a:pt x="2438393" y="144042"/>
                </a:lnTo>
                <a:lnTo>
                  <a:pt x="2493811" y="135306"/>
                </a:lnTo>
                <a:lnTo>
                  <a:pt x="2549229" y="126535"/>
                </a:lnTo>
                <a:lnTo>
                  <a:pt x="2604648" y="117771"/>
                </a:lnTo>
                <a:lnTo>
                  <a:pt x="2660066" y="109055"/>
                </a:lnTo>
                <a:lnTo>
                  <a:pt x="2715484" y="100429"/>
                </a:lnTo>
                <a:lnTo>
                  <a:pt x="2770902" y="91931"/>
                </a:lnTo>
                <a:lnTo>
                  <a:pt x="2826320" y="83603"/>
                </a:lnTo>
                <a:lnTo>
                  <a:pt x="2881738" y="75484"/>
                </a:lnTo>
                <a:lnTo>
                  <a:pt x="2937156" y="67611"/>
                </a:lnTo>
                <a:lnTo>
                  <a:pt x="2992574" y="60022"/>
                </a:lnTo>
                <a:lnTo>
                  <a:pt x="3047992" y="52752"/>
                </a:lnTo>
                <a:lnTo>
                  <a:pt x="3103410" y="45835"/>
                </a:lnTo>
                <a:lnTo>
                  <a:pt x="3158828" y="39304"/>
                </a:lnTo>
                <a:lnTo>
                  <a:pt x="3214246" y="33190"/>
                </a:lnTo>
                <a:lnTo>
                  <a:pt x="3269664" y="27521"/>
                </a:lnTo>
                <a:lnTo>
                  <a:pt x="3325082" y="22324"/>
                </a:lnTo>
                <a:lnTo>
                  <a:pt x="3380500" y="17623"/>
                </a:lnTo>
                <a:lnTo>
                  <a:pt x="3435918" y="13441"/>
                </a:lnTo>
                <a:lnTo>
                  <a:pt x="3491336" y="9796"/>
                </a:lnTo>
                <a:lnTo>
                  <a:pt x="3546754" y="6707"/>
                </a:lnTo>
                <a:lnTo>
                  <a:pt x="3602172" y="4187"/>
                </a:lnTo>
                <a:lnTo>
                  <a:pt x="3657590" y="2249"/>
                </a:lnTo>
                <a:lnTo>
                  <a:pt x="3713008" y="901"/>
                </a:lnTo>
                <a:lnTo>
                  <a:pt x="3768426" y="151"/>
                </a:lnTo>
                <a:lnTo>
                  <a:pt x="3823844" y="0"/>
                </a:lnTo>
                <a:lnTo>
                  <a:pt x="3879263" y="451"/>
                </a:lnTo>
                <a:lnTo>
                  <a:pt x="3934681" y="1501"/>
                </a:lnTo>
                <a:lnTo>
                  <a:pt x="3990099" y="3145"/>
                </a:lnTo>
                <a:lnTo>
                  <a:pt x="4045517" y="5375"/>
                </a:lnTo>
                <a:lnTo>
                  <a:pt x="4100935" y="8181"/>
                </a:lnTo>
                <a:lnTo>
                  <a:pt x="4156353" y="11550"/>
                </a:lnTo>
                <a:lnTo>
                  <a:pt x="4211771" y="15466"/>
                </a:lnTo>
                <a:lnTo>
                  <a:pt x="4267189" y="19910"/>
                </a:lnTo>
                <a:lnTo>
                  <a:pt x="4322607" y="24862"/>
                </a:lnTo>
                <a:lnTo>
                  <a:pt x="4378025" y="30298"/>
                </a:lnTo>
                <a:lnTo>
                  <a:pt x="4433443" y="36193"/>
                </a:lnTo>
                <a:lnTo>
                  <a:pt x="4488861" y="42519"/>
                </a:lnTo>
                <a:lnTo>
                  <a:pt x="4544279" y="49247"/>
                </a:lnTo>
                <a:lnTo>
                  <a:pt x="4599697" y="56345"/>
                </a:lnTo>
                <a:lnTo>
                  <a:pt x="4655115" y="63779"/>
                </a:lnTo>
                <a:lnTo>
                  <a:pt x="4710533" y="71514"/>
                </a:lnTo>
                <a:lnTo>
                  <a:pt x="4765951" y="79515"/>
                </a:lnTo>
                <a:lnTo>
                  <a:pt x="4821369" y="87744"/>
                </a:lnTo>
                <a:lnTo>
                  <a:pt x="4876787" y="96161"/>
                </a:lnTo>
                <a:lnTo>
                  <a:pt x="4932205" y="104728"/>
                </a:lnTo>
                <a:lnTo>
                  <a:pt x="4987623" y="113405"/>
                </a:lnTo>
                <a:lnTo>
                  <a:pt x="5043041" y="122150"/>
                </a:lnTo>
                <a:lnTo>
                  <a:pt x="5098459" y="130922"/>
                </a:lnTo>
                <a:lnTo>
                  <a:pt x="5153878" y="139681"/>
                </a:lnTo>
                <a:lnTo>
                  <a:pt x="5209296" y="148385"/>
                </a:lnTo>
                <a:lnTo>
                  <a:pt x="5264714" y="156993"/>
                </a:lnTo>
                <a:lnTo>
                  <a:pt x="5320132" y="165465"/>
                </a:lnTo>
                <a:lnTo>
                  <a:pt x="5375550" y="173761"/>
                </a:lnTo>
                <a:lnTo>
                  <a:pt x="5430968" y="181842"/>
                </a:lnTo>
                <a:lnTo>
                  <a:pt x="5486386" y="189670"/>
                </a:lnTo>
                <a:lnTo>
                  <a:pt x="5541804" y="197208"/>
                </a:lnTo>
                <a:lnTo>
                  <a:pt x="5597222" y="204422"/>
                </a:lnTo>
                <a:lnTo>
                  <a:pt x="5652640" y="211276"/>
                </a:lnTo>
                <a:lnTo>
                  <a:pt x="5708058" y="217740"/>
                </a:lnTo>
                <a:lnTo>
                  <a:pt x="5763476" y="223782"/>
                </a:lnTo>
                <a:lnTo>
                  <a:pt x="5818894" y="229374"/>
                </a:lnTo>
                <a:lnTo>
                  <a:pt x="5874312" y="234490"/>
                </a:lnTo>
                <a:lnTo>
                  <a:pt x="5929730" y="239106"/>
                </a:lnTo>
                <a:lnTo>
                  <a:pt x="5985148" y="243200"/>
                </a:lnTo>
                <a:lnTo>
                  <a:pt x="6040566" y="246753"/>
                </a:lnTo>
                <a:lnTo>
                  <a:pt x="6095984" y="249748"/>
                </a:lnTo>
                <a:lnTo>
                  <a:pt x="6151402" y="252171"/>
                </a:lnTo>
                <a:lnTo>
                  <a:pt x="6206820" y="254012"/>
                </a:lnTo>
                <a:lnTo>
                  <a:pt x="6262238" y="255260"/>
                </a:lnTo>
                <a:lnTo>
                  <a:pt x="6317656" y="255911"/>
                </a:lnTo>
                <a:lnTo>
                  <a:pt x="6373074" y="255961"/>
                </a:lnTo>
                <a:lnTo>
                  <a:pt x="6428493" y="255410"/>
                </a:lnTo>
                <a:lnTo>
                  <a:pt x="6483911" y="254261"/>
                </a:lnTo>
                <a:lnTo>
                  <a:pt x="6539329" y="252519"/>
                </a:lnTo>
                <a:lnTo>
                  <a:pt x="6594747" y="250192"/>
                </a:lnTo>
                <a:lnTo>
                  <a:pt x="6650165" y="247291"/>
                </a:lnTo>
                <a:lnTo>
                  <a:pt x="6705583" y="243830"/>
                </a:lnTo>
                <a:lnTo>
                  <a:pt x="6761001" y="239825"/>
                </a:lnTo>
                <a:lnTo>
                  <a:pt x="6816419" y="235294"/>
                </a:lnTo>
                <a:lnTo>
                  <a:pt x="6871837" y="230260"/>
                </a:lnTo>
                <a:lnTo>
                  <a:pt x="6927255" y="224746"/>
                </a:lnTo>
                <a:lnTo>
                  <a:pt x="6982673" y="218777"/>
                </a:lnTo>
                <a:lnTo>
                  <a:pt x="7038091" y="212381"/>
                </a:lnTo>
                <a:lnTo>
                  <a:pt x="7093509" y="205590"/>
                </a:lnTo>
                <a:lnTo>
                  <a:pt x="7148927" y="198434"/>
                </a:lnTo>
                <a:lnTo>
                  <a:pt x="7204345" y="190947"/>
                </a:lnTo>
                <a:lnTo>
                  <a:pt x="7259763" y="183165"/>
                </a:lnTo>
                <a:lnTo>
                  <a:pt x="7315181" y="175123"/>
                </a:lnTo>
                <a:lnTo>
                  <a:pt x="7370599" y="166861"/>
                </a:lnTo>
                <a:lnTo>
                  <a:pt x="7426017" y="158415"/>
                </a:lnTo>
                <a:lnTo>
                  <a:pt x="7481435" y="149827"/>
                </a:lnTo>
                <a:lnTo>
                  <a:pt x="7536853" y="141136"/>
                </a:lnTo>
                <a:lnTo>
                  <a:pt x="7592271" y="132384"/>
                </a:lnTo>
                <a:lnTo>
                  <a:pt x="7647689" y="123611"/>
                </a:lnTo>
                <a:lnTo>
                  <a:pt x="7703108" y="114859"/>
                </a:lnTo>
                <a:lnTo>
                  <a:pt x="7758526" y="106168"/>
                </a:lnTo>
                <a:lnTo>
                  <a:pt x="7813944" y="97580"/>
                </a:lnTo>
                <a:lnTo>
                  <a:pt x="7869362" y="89134"/>
                </a:lnTo>
                <a:lnTo>
                  <a:pt x="7924780" y="80872"/>
                </a:lnTo>
                <a:lnTo>
                  <a:pt x="7980198" y="72830"/>
                </a:lnTo>
                <a:lnTo>
                  <a:pt x="8035616" y="65048"/>
                </a:lnTo>
                <a:lnTo>
                  <a:pt x="8091034" y="57561"/>
                </a:lnTo>
                <a:lnTo>
                  <a:pt x="8146452" y="50405"/>
                </a:lnTo>
                <a:lnTo>
                  <a:pt x="8201870" y="43614"/>
                </a:lnTo>
                <a:lnTo>
                  <a:pt x="8257288" y="37218"/>
                </a:lnTo>
                <a:lnTo>
                  <a:pt x="8312706" y="31249"/>
                </a:lnTo>
                <a:lnTo>
                  <a:pt x="8368124" y="25735"/>
                </a:lnTo>
                <a:lnTo>
                  <a:pt x="8423542" y="20701"/>
                </a:lnTo>
                <a:lnTo>
                  <a:pt x="8478960" y="16170"/>
                </a:lnTo>
                <a:lnTo>
                  <a:pt x="8534378" y="12165"/>
                </a:lnTo>
                <a:lnTo>
                  <a:pt x="8589796" y="8704"/>
                </a:lnTo>
                <a:lnTo>
                  <a:pt x="8645214" y="5803"/>
                </a:lnTo>
                <a:lnTo>
                  <a:pt x="8700632" y="3476"/>
                </a:lnTo>
                <a:lnTo>
                  <a:pt x="8756050" y="1734"/>
                </a:lnTo>
                <a:lnTo>
                  <a:pt x="8811468" y="585"/>
                </a:lnTo>
                <a:lnTo>
                  <a:pt x="8866886" y="34"/>
                </a:lnTo>
                <a:lnTo>
                  <a:pt x="8922304" y="84"/>
                </a:lnTo>
                <a:lnTo>
                  <a:pt x="8977723" y="735"/>
                </a:lnTo>
                <a:lnTo>
                  <a:pt x="9033141" y="1983"/>
                </a:lnTo>
                <a:lnTo>
                  <a:pt x="9088559" y="3824"/>
                </a:lnTo>
                <a:lnTo>
                  <a:pt x="9143977" y="6247"/>
                </a:lnTo>
                <a:lnTo>
                  <a:pt x="9199395" y="9242"/>
                </a:lnTo>
                <a:lnTo>
                  <a:pt x="9254813" y="12795"/>
                </a:lnTo>
                <a:lnTo>
                  <a:pt x="9310231" y="16889"/>
                </a:lnTo>
                <a:lnTo>
                  <a:pt x="9365649" y="21505"/>
                </a:lnTo>
                <a:lnTo>
                  <a:pt x="9421067" y="26621"/>
                </a:lnTo>
                <a:lnTo>
                  <a:pt x="9476485" y="32213"/>
                </a:lnTo>
                <a:lnTo>
                  <a:pt x="9531903" y="38255"/>
                </a:lnTo>
                <a:lnTo>
                  <a:pt x="9587321" y="44719"/>
                </a:lnTo>
                <a:lnTo>
                  <a:pt x="9642739" y="51573"/>
                </a:lnTo>
                <a:lnTo>
                  <a:pt x="9698157" y="58787"/>
                </a:lnTo>
                <a:lnTo>
                  <a:pt x="9753575" y="66325"/>
                </a:lnTo>
                <a:lnTo>
                  <a:pt x="9808993" y="74153"/>
                </a:lnTo>
                <a:lnTo>
                  <a:pt x="9864411" y="82234"/>
                </a:lnTo>
                <a:lnTo>
                  <a:pt x="9919829" y="90530"/>
                </a:lnTo>
                <a:lnTo>
                  <a:pt x="9975247" y="99002"/>
                </a:lnTo>
                <a:lnTo>
                  <a:pt x="10030665" y="107610"/>
                </a:lnTo>
                <a:lnTo>
                  <a:pt x="10086083" y="116314"/>
                </a:lnTo>
                <a:lnTo>
                  <a:pt x="10141501" y="125073"/>
                </a:lnTo>
                <a:lnTo>
                  <a:pt x="10196919" y="133845"/>
                </a:lnTo>
                <a:lnTo>
                  <a:pt x="10252338" y="142590"/>
                </a:lnTo>
                <a:lnTo>
                  <a:pt x="10307756" y="151267"/>
                </a:lnTo>
                <a:lnTo>
                  <a:pt x="10363174" y="159834"/>
                </a:lnTo>
                <a:lnTo>
                  <a:pt x="10418592" y="168251"/>
                </a:lnTo>
                <a:lnTo>
                  <a:pt x="10474010" y="176480"/>
                </a:lnTo>
                <a:lnTo>
                  <a:pt x="10529428" y="184481"/>
                </a:lnTo>
                <a:lnTo>
                  <a:pt x="10584846" y="192216"/>
                </a:lnTo>
                <a:lnTo>
                  <a:pt x="10640264" y="199650"/>
                </a:lnTo>
                <a:lnTo>
                  <a:pt x="10695682" y="206748"/>
                </a:lnTo>
                <a:lnTo>
                  <a:pt x="10751100" y="213476"/>
                </a:lnTo>
                <a:lnTo>
                  <a:pt x="10806518" y="219802"/>
                </a:lnTo>
                <a:lnTo>
                  <a:pt x="10861936" y="225697"/>
                </a:lnTo>
                <a:lnTo>
                  <a:pt x="10917354" y="231133"/>
                </a:lnTo>
                <a:lnTo>
                  <a:pt x="10972772" y="236085"/>
                </a:lnTo>
                <a:lnTo>
                  <a:pt x="11028190" y="240529"/>
                </a:lnTo>
                <a:lnTo>
                  <a:pt x="11083608" y="244445"/>
                </a:lnTo>
                <a:lnTo>
                  <a:pt x="11139026" y="247814"/>
                </a:lnTo>
                <a:lnTo>
                  <a:pt x="11194444" y="250620"/>
                </a:lnTo>
                <a:lnTo>
                  <a:pt x="11249862" y="252850"/>
                </a:lnTo>
                <a:lnTo>
                  <a:pt x="11305280" y="254494"/>
                </a:lnTo>
                <a:lnTo>
                  <a:pt x="11360698" y="255544"/>
                </a:lnTo>
                <a:lnTo>
                  <a:pt x="11416116" y="255995"/>
                </a:lnTo>
                <a:lnTo>
                  <a:pt x="11471534" y="255844"/>
                </a:lnTo>
                <a:lnTo>
                  <a:pt x="11526953" y="255094"/>
                </a:lnTo>
                <a:lnTo>
                  <a:pt x="11582371" y="253746"/>
                </a:lnTo>
                <a:lnTo>
                  <a:pt x="11637789" y="251808"/>
                </a:lnTo>
                <a:lnTo>
                  <a:pt x="11693207" y="249288"/>
                </a:lnTo>
                <a:lnTo>
                  <a:pt x="11748625" y="246199"/>
                </a:lnTo>
                <a:lnTo>
                  <a:pt x="11804043" y="242554"/>
                </a:lnTo>
                <a:lnTo>
                  <a:pt x="11859461" y="238372"/>
                </a:lnTo>
                <a:lnTo>
                  <a:pt x="11914879" y="233671"/>
                </a:lnTo>
                <a:lnTo>
                  <a:pt x="11970297" y="228474"/>
                </a:lnTo>
                <a:lnTo>
                  <a:pt x="12025715" y="222805"/>
                </a:lnTo>
                <a:lnTo>
                  <a:pt x="12081133" y="216691"/>
                </a:lnTo>
                <a:lnTo>
                  <a:pt x="12136551" y="210160"/>
                </a:lnTo>
                <a:lnTo>
                  <a:pt x="12191969" y="203243"/>
                </a:lnTo>
              </a:path>
            </a:pathLst>
          </a:custGeom>
          <a:noFill/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5486400"/>
            <a:ext cx="12191969" cy="182876"/>
          </a:xfrm>
          <a:custGeom>
            <a:avLst/>
            <a:gdLst/>
            <a:ahLst/>
            <a:cxnLst/>
            <a:rect l="l" t="t" r="r" b="b"/>
            <a:pathLst>
              <a:path w="12191969" h="182876">
                <a:moveTo>
                  <a:pt x="0" y="177969"/>
                </a:moveTo>
                <a:lnTo>
                  <a:pt x="55418" y="175741"/>
                </a:lnTo>
                <a:lnTo>
                  <a:pt x="110836" y="173118"/>
                </a:lnTo>
                <a:lnTo>
                  <a:pt x="166254" y="170110"/>
                </a:lnTo>
                <a:lnTo>
                  <a:pt x="221672" y="166733"/>
                </a:lnTo>
                <a:lnTo>
                  <a:pt x="277090" y="163003"/>
                </a:lnTo>
                <a:lnTo>
                  <a:pt x="332508" y="158936"/>
                </a:lnTo>
                <a:lnTo>
                  <a:pt x="387926" y="154553"/>
                </a:lnTo>
                <a:lnTo>
                  <a:pt x="443344" y="149873"/>
                </a:lnTo>
                <a:lnTo>
                  <a:pt x="498762" y="144918"/>
                </a:lnTo>
                <a:lnTo>
                  <a:pt x="554180" y="139713"/>
                </a:lnTo>
                <a:lnTo>
                  <a:pt x="609598" y="134281"/>
                </a:lnTo>
                <a:lnTo>
                  <a:pt x="665016" y="128647"/>
                </a:lnTo>
                <a:lnTo>
                  <a:pt x="720434" y="122839"/>
                </a:lnTo>
                <a:lnTo>
                  <a:pt x="775852" y="116883"/>
                </a:lnTo>
                <a:lnTo>
                  <a:pt x="831270" y="110808"/>
                </a:lnTo>
                <a:lnTo>
                  <a:pt x="886688" y="104642"/>
                </a:lnTo>
                <a:lnTo>
                  <a:pt x="942106" y="98414"/>
                </a:lnTo>
                <a:lnTo>
                  <a:pt x="997524" y="92153"/>
                </a:lnTo>
                <a:lnTo>
                  <a:pt x="1052942" y="85889"/>
                </a:lnTo>
                <a:lnTo>
                  <a:pt x="1108360" y="79651"/>
                </a:lnTo>
                <a:lnTo>
                  <a:pt x="1163778" y="73468"/>
                </a:lnTo>
                <a:lnTo>
                  <a:pt x="1219196" y="67369"/>
                </a:lnTo>
                <a:lnTo>
                  <a:pt x="1274614" y="61384"/>
                </a:lnTo>
                <a:lnTo>
                  <a:pt x="1330033" y="55540"/>
                </a:lnTo>
                <a:lnTo>
                  <a:pt x="1385451" y="49864"/>
                </a:lnTo>
                <a:lnTo>
                  <a:pt x="1440869" y="44384"/>
                </a:lnTo>
                <a:lnTo>
                  <a:pt x="1496287" y="39125"/>
                </a:lnTo>
                <a:lnTo>
                  <a:pt x="1551705" y="34111"/>
                </a:lnTo>
                <a:lnTo>
                  <a:pt x="1607123" y="29367"/>
                </a:lnTo>
                <a:lnTo>
                  <a:pt x="1662541" y="24914"/>
                </a:lnTo>
                <a:lnTo>
                  <a:pt x="1717959" y="20773"/>
                </a:lnTo>
                <a:lnTo>
                  <a:pt x="1773377" y="16965"/>
                </a:lnTo>
                <a:lnTo>
                  <a:pt x="1828795" y="13506"/>
                </a:lnTo>
                <a:lnTo>
                  <a:pt x="1884213" y="10413"/>
                </a:lnTo>
                <a:lnTo>
                  <a:pt x="1939631" y="7701"/>
                </a:lnTo>
                <a:lnTo>
                  <a:pt x="1995049" y="5382"/>
                </a:lnTo>
                <a:lnTo>
                  <a:pt x="2050467" y="3467"/>
                </a:lnTo>
                <a:lnTo>
                  <a:pt x="2105885" y="1965"/>
                </a:lnTo>
                <a:lnTo>
                  <a:pt x="2161303" y="884"/>
                </a:lnTo>
                <a:lnTo>
                  <a:pt x="2216721" y="228"/>
                </a:lnTo>
                <a:lnTo>
                  <a:pt x="2272139" y="0"/>
                </a:lnTo>
                <a:lnTo>
                  <a:pt x="2327557" y="201"/>
                </a:lnTo>
                <a:lnTo>
                  <a:pt x="2382975" y="831"/>
                </a:lnTo>
                <a:lnTo>
                  <a:pt x="2438393" y="1887"/>
                </a:lnTo>
                <a:lnTo>
                  <a:pt x="2493811" y="3363"/>
                </a:lnTo>
                <a:lnTo>
                  <a:pt x="2549229" y="5253"/>
                </a:lnTo>
                <a:lnTo>
                  <a:pt x="2604648" y="7548"/>
                </a:lnTo>
                <a:lnTo>
                  <a:pt x="2660066" y="10236"/>
                </a:lnTo>
                <a:lnTo>
                  <a:pt x="2715484" y="13306"/>
                </a:lnTo>
                <a:lnTo>
                  <a:pt x="2770902" y="16743"/>
                </a:lnTo>
                <a:lnTo>
                  <a:pt x="2826320" y="20531"/>
                </a:lnTo>
                <a:lnTo>
                  <a:pt x="2881738" y="24652"/>
                </a:lnTo>
                <a:lnTo>
                  <a:pt x="2937156" y="29086"/>
                </a:lnTo>
                <a:lnTo>
                  <a:pt x="2992574" y="33814"/>
                </a:lnTo>
                <a:lnTo>
                  <a:pt x="3047992" y="38811"/>
                </a:lnTo>
                <a:lnTo>
                  <a:pt x="3103410" y="44056"/>
                </a:lnTo>
                <a:lnTo>
                  <a:pt x="3158828" y="49524"/>
                </a:lnTo>
                <a:lnTo>
                  <a:pt x="3214246" y="55188"/>
                </a:lnTo>
                <a:lnTo>
                  <a:pt x="3269664" y="61023"/>
                </a:lnTo>
                <a:lnTo>
                  <a:pt x="3325082" y="67001"/>
                </a:lnTo>
                <a:lnTo>
                  <a:pt x="3380500" y="73093"/>
                </a:lnTo>
                <a:lnTo>
                  <a:pt x="3435918" y="79271"/>
                </a:lnTo>
                <a:lnTo>
                  <a:pt x="3491336" y="85507"/>
                </a:lnTo>
                <a:lnTo>
                  <a:pt x="3546754" y="91771"/>
                </a:lnTo>
                <a:lnTo>
                  <a:pt x="3602172" y="98032"/>
                </a:lnTo>
                <a:lnTo>
                  <a:pt x="3657590" y="104263"/>
                </a:lnTo>
                <a:lnTo>
                  <a:pt x="3713008" y="110434"/>
                </a:lnTo>
                <a:lnTo>
                  <a:pt x="3768426" y="116516"/>
                </a:lnTo>
                <a:lnTo>
                  <a:pt x="3823844" y="122479"/>
                </a:lnTo>
                <a:lnTo>
                  <a:pt x="3879263" y="128297"/>
                </a:lnTo>
                <a:lnTo>
                  <a:pt x="3934681" y="133942"/>
                </a:lnTo>
                <a:lnTo>
                  <a:pt x="3990099" y="139388"/>
                </a:lnTo>
                <a:lnTo>
                  <a:pt x="4045517" y="144608"/>
                </a:lnTo>
                <a:lnTo>
                  <a:pt x="4100935" y="149578"/>
                </a:lnTo>
                <a:lnTo>
                  <a:pt x="4156353" y="154275"/>
                </a:lnTo>
                <a:lnTo>
                  <a:pt x="4211771" y="158678"/>
                </a:lnTo>
                <a:lnTo>
                  <a:pt x="4267189" y="162764"/>
                </a:lnTo>
                <a:lnTo>
                  <a:pt x="4322607" y="166516"/>
                </a:lnTo>
                <a:lnTo>
                  <a:pt x="4378025" y="169914"/>
                </a:lnTo>
                <a:lnTo>
                  <a:pt x="4433443" y="172945"/>
                </a:lnTo>
                <a:lnTo>
                  <a:pt x="4488861" y="175592"/>
                </a:lnTo>
                <a:lnTo>
                  <a:pt x="4544279" y="177845"/>
                </a:lnTo>
                <a:lnTo>
                  <a:pt x="4599697" y="179691"/>
                </a:lnTo>
                <a:lnTo>
                  <a:pt x="4655115" y="181123"/>
                </a:lnTo>
                <a:lnTo>
                  <a:pt x="4710533" y="182134"/>
                </a:lnTo>
                <a:lnTo>
                  <a:pt x="4765951" y="182719"/>
                </a:lnTo>
                <a:lnTo>
                  <a:pt x="4821369" y="182876"/>
                </a:lnTo>
                <a:lnTo>
                  <a:pt x="4876787" y="182602"/>
                </a:lnTo>
                <a:lnTo>
                  <a:pt x="4932205" y="181901"/>
                </a:lnTo>
                <a:lnTo>
                  <a:pt x="4987623" y="180775"/>
                </a:lnTo>
                <a:lnTo>
                  <a:pt x="5043041" y="179229"/>
                </a:lnTo>
                <a:lnTo>
                  <a:pt x="5098459" y="177271"/>
                </a:lnTo>
                <a:lnTo>
                  <a:pt x="5153878" y="174910"/>
                </a:lnTo>
                <a:lnTo>
                  <a:pt x="5209296" y="172157"/>
                </a:lnTo>
                <a:lnTo>
                  <a:pt x="5264714" y="169025"/>
                </a:lnTo>
                <a:lnTo>
                  <a:pt x="5320132" y="165528"/>
                </a:lnTo>
                <a:lnTo>
                  <a:pt x="5375550" y="161684"/>
                </a:lnTo>
                <a:lnTo>
                  <a:pt x="5430968" y="157509"/>
                </a:lnTo>
                <a:lnTo>
                  <a:pt x="5486386" y="153025"/>
                </a:lnTo>
                <a:lnTo>
                  <a:pt x="5541804" y="148251"/>
                </a:lnTo>
                <a:lnTo>
                  <a:pt x="5597222" y="143210"/>
                </a:lnTo>
                <a:lnTo>
                  <a:pt x="5652640" y="137926"/>
                </a:lnTo>
                <a:lnTo>
                  <a:pt x="5708058" y="132424"/>
                </a:lnTo>
                <a:lnTo>
                  <a:pt x="5763476" y="126729"/>
                </a:lnTo>
                <a:lnTo>
                  <a:pt x="5818894" y="120869"/>
                </a:lnTo>
                <a:lnTo>
                  <a:pt x="5874312" y="114870"/>
                </a:lnTo>
                <a:lnTo>
                  <a:pt x="5929730" y="108761"/>
                </a:lnTo>
                <a:lnTo>
                  <a:pt x="5985148" y="102571"/>
                </a:lnTo>
                <a:lnTo>
                  <a:pt x="6040566" y="96329"/>
                </a:lnTo>
                <a:lnTo>
                  <a:pt x="6095984" y="90064"/>
                </a:lnTo>
                <a:lnTo>
                  <a:pt x="6151402" y="83805"/>
                </a:lnTo>
                <a:lnTo>
                  <a:pt x="6206820" y="77582"/>
                </a:lnTo>
                <a:lnTo>
                  <a:pt x="6262238" y="71424"/>
                </a:lnTo>
                <a:lnTo>
                  <a:pt x="6317656" y="65360"/>
                </a:lnTo>
                <a:lnTo>
                  <a:pt x="6373074" y="59419"/>
                </a:lnTo>
                <a:lnTo>
                  <a:pt x="6428493" y="53628"/>
                </a:lnTo>
                <a:lnTo>
                  <a:pt x="6483911" y="48015"/>
                </a:lnTo>
                <a:lnTo>
                  <a:pt x="6539329" y="42605"/>
                </a:lnTo>
                <a:lnTo>
                  <a:pt x="6594747" y="37425"/>
                </a:lnTo>
                <a:lnTo>
                  <a:pt x="6650165" y="32498"/>
                </a:lnTo>
                <a:lnTo>
                  <a:pt x="6705583" y="27849"/>
                </a:lnTo>
                <a:lnTo>
                  <a:pt x="6761001" y="23498"/>
                </a:lnTo>
                <a:lnTo>
                  <a:pt x="6816419" y="19466"/>
                </a:lnTo>
                <a:lnTo>
                  <a:pt x="6871837" y="15772"/>
                </a:lnTo>
                <a:lnTo>
                  <a:pt x="6927255" y="12433"/>
                </a:lnTo>
                <a:lnTo>
                  <a:pt x="6982673" y="9466"/>
                </a:lnTo>
                <a:lnTo>
                  <a:pt x="7038091" y="6883"/>
                </a:lnTo>
                <a:lnTo>
                  <a:pt x="7093509" y="4698"/>
                </a:lnTo>
                <a:lnTo>
                  <a:pt x="7148927" y="2920"/>
                </a:lnTo>
                <a:lnTo>
                  <a:pt x="7204345" y="1558"/>
                </a:lnTo>
                <a:lnTo>
                  <a:pt x="7259763" y="618"/>
                </a:lnTo>
                <a:lnTo>
                  <a:pt x="7315181" y="104"/>
                </a:lnTo>
                <a:lnTo>
                  <a:pt x="7370599" y="19"/>
                </a:lnTo>
                <a:lnTo>
                  <a:pt x="7426017" y="364"/>
                </a:lnTo>
                <a:lnTo>
                  <a:pt x="7481435" y="1136"/>
                </a:lnTo>
                <a:lnTo>
                  <a:pt x="7536853" y="2333"/>
                </a:lnTo>
                <a:lnTo>
                  <a:pt x="7592271" y="3948"/>
                </a:lnTo>
                <a:lnTo>
                  <a:pt x="7647689" y="5974"/>
                </a:lnTo>
                <a:lnTo>
                  <a:pt x="7703108" y="8401"/>
                </a:lnTo>
                <a:lnTo>
                  <a:pt x="7758526" y="11218"/>
                </a:lnTo>
                <a:lnTo>
                  <a:pt x="7813944" y="14412"/>
                </a:lnTo>
                <a:lnTo>
                  <a:pt x="7869362" y="17968"/>
                </a:lnTo>
                <a:lnTo>
                  <a:pt x="7924780" y="21869"/>
                </a:lnTo>
                <a:lnTo>
                  <a:pt x="7980198" y="26096"/>
                </a:lnTo>
                <a:lnTo>
                  <a:pt x="8035616" y="30631"/>
                </a:lnTo>
                <a:lnTo>
                  <a:pt x="8091034" y="35451"/>
                </a:lnTo>
                <a:lnTo>
                  <a:pt x="8146452" y="40533"/>
                </a:lnTo>
                <a:lnTo>
                  <a:pt x="8201870" y="45855"/>
                </a:lnTo>
                <a:lnTo>
                  <a:pt x="8257288" y="51392"/>
                </a:lnTo>
                <a:lnTo>
                  <a:pt x="8312706" y="57116"/>
                </a:lnTo>
                <a:lnTo>
                  <a:pt x="8368124" y="63001"/>
                </a:lnTo>
                <a:lnTo>
                  <a:pt x="8423542" y="69020"/>
                </a:lnTo>
                <a:lnTo>
                  <a:pt x="8478960" y="75144"/>
                </a:lnTo>
                <a:lnTo>
                  <a:pt x="8534378" y="81345"/>
                </a:lnTo>
                <a:lnTo>
                  <a:pt x="8589796" y="87593"/>
                </a:lnTo>
                <a:lnTo>
                  <a:pt x="8645214" y="93859"/>
                </a:lnTo>
                <a:lnTo>
                  <a:pt x="8700632" y="100114"/>
                </a:lnTo>
                <a:lnTo>
                  <a:pt x="8756050" y="106328"/>
                </a:lnTo>
                <a:lnTo>
                  <a:pt x="8811468" y="112473"/>
                </a:lnTo>
                <a:lnTo>
                  <a:pt x="8866886" y="118518"/>
                </a:lnTo>
                <a:lnTo>
                  <a:pt x="8922304" y="124436"/>
                </a:lnTo>
                <a:lnTo>
                  <a:pt x="8977723" y="130200"/>
                </a:lnTo>
                <a:lnTo>
                  <a:pt x="9033141" y="135781"/>
                </a:lnTo>
                <a:lnTo>
                  <a:pt x="9088559" y="141154"/>
                </a:lnTo>
                <a:lnTo>
                  <a:pt x="9143977" y="146293"/>
                </a:lnTo>
                <a:lnTo>
                  <a:pt x="9199395" y="151175"/>
                </a:lnTo>
                <a:lnTo>
                  <a:pt x="9254813" y="155777"/>
                </a:lnTo>
                <a:lnTo>
                  <a:pt x="9310231" y="160076"/>
                </a:lnTo>
                <a:lnTo>
                  <a:pt x="9365649" y="164053"/>
                </a:lnTo>
                <a:lnTo>
                  <a:pt x="9421067" y="167689"/>
                </a:lnTo>
                <a:lnTo>
                  <a:pt x="9476485" y="170966"/>
                </a:lnTo>
                <a:lnTo>
                  <a:pt x="9531903" y="173871"/>
                </a:lnTo>
                <a:lnTo>
                  <a:pt x="9587321" y="176388"/>
                </a:lnTo>
                <a:lnTo>
                  <a:pt x="9642739" y="178506"/>
                </a:lnTo>
                <a:lnTo>
                  <a:pt x="9698157" y="180215"/>
                </a:lnTo>
                <a:lnTo>
                  <a:pt x="9753575" y="181507"/>
                </a:lnTo>
                <a:lnTo>
                  <a:pt x="9808993" y="182377"/>
                </a:lnTo>
                <a:lnTo>
                  <a:pt x="9864411" y="182819"/>
                </a:lnTo>
                <a:lnTo>
                  <a:pt x="9919829" y="182832"/>
                </a:lnTo>
                <a:lnTo>
                  <a:pt x="9975247" y="182416"/>
                </a:lnTo>
                <a:lnTo>
                  <a:pt x="10030665" y="181573"/>
                </a:lnTo>
                <a:lnTo>
                  <a:pt x="10086083" y="180306"/>
                </a:lnTo>
                <a:lnTo>
                  <a:pt x="10141501" y="178622"/>
                </a:lnTo>
                <a:lnTo>
                  <a:pt x="10196919" y="176528"/>
                </a:lnTo>
                <a:lnTo>
                  <a:pt x="10252338" y="174035"/>
                </a:lnTo>
                <a:lnTo>
                  <a:pt x="10307756" y="171154"/>
                </a:lnTo>
                <a:lnTo>
                  <a:pt x="10363174" y="167899"/>
                </a:lnTo>
                <a:lnTo>
                  <a:pt x="10418592" y="164285"/>
                </a:lnTo>
                <a:lnTo>
                  <a:pt x="10474010" y="160328"/>
                </a:lnTo>
                <a:lnTo>
                  <a:pt x="10529428" y="156048"/>
                </a:lnTo>
                <a:lnTo>
                  <a:pt x="10584846" y="151464"/>
                </a:lnTo>
                <a:lnTo>
                  <a:pt x="10640264" y="146599"/>
                </a:lnTo>
                <a:lnTo>
                  <a:pt x="10695682" y="141474"/>
                </a:lnTo>
                <a:lnTo>
                  <a:pt x="10751100" y="136115"/>
                </a:lnTo>
                <a:lnTo>
                  <a:pt x="10806518" y="130546"/>
                </a:lnTo>
                <a:lnTo>
                  <a:pt x="10861936" y="124793"/>
                </a:lnTo>
                <a:lnTo>
                  <a:pt x="10917354" y="118883"/>
                </a:lnTo>
                <a:lnTo>
                  <a:pt x="10972772" y="112845"/>
                </a:lnTo>
                <a:lnTo>
                  <a:pt x="11028190" y="106706"/>
                </a:lnTo>
                <a:lnTo>
                  <a:pt x="11083608" y="100495"/>
                </a:lnTo>
                <a:lnTo>
                  <a:pt x="11139026" y="94242"/>
                </a:lnTo>
                <a:lnTo>
                  <a:pt x="11194444" y="87975"/>
                </a:lnTo>
                <a:lnTo>
                  <a:pt x="11249862" y="81725"/>
                </a:lnTo>
                <a:lnTo>
                  <a:pt x="11305280" y="75521"/>
                </a:lnTo>
                <a:lnTo>
                  <a:pt x="11360698" y="69391"/>
                </a:lnTo>
                <a:lnTo>
                  <a:pt x="11416116" y="63365"/>
                </a:lnTo>
                <a:lnTo>
                  <a:pt x="11471534" y="57471"/>
                </a:lnTo>
                <a:lnTo>
                  <a:pt x="11526953" y="51736"/>
                </a:lnTo>
                <a:lnTo>
                  <a:pt x="11582371" y="46187"/>
                </a:lnTo>
                <a:lnTo>
                  <a:pt x="11637789" y="40852"/>
                </a:lnTo>
                <a:lnTo>
                  <a:pt x="11693207" y="35753"/>
                </a:lnTo>
                <a:lnTo>
                  <a:pt x="11748625" y="30917"/>
                </a:lnTo>
                <a:lnTo>
                  <a:pt x="11804043" y="26364"/>
                </a:lnTo>
                <a:lnTo>
                  <a:pt x="11859461" y="22117"/>
                </a:lnTo>
                <a:lnTo>
                  <a:pt x="11914879" y="18196"/>
                </a:lnTo>
                <a:lnTo>
                  <a:pt x="11970297" y="14619"/>
                </a:lnTo>
                <a:lnTo>
                  <a:pt x="12025715" y="11402"/>
                </a:lnTo>
                <a:lnTo>
                  <a:pt x="12081133" y="8562"/>
                </a:lnTo>
                <a:lnTo>
                  <a:pt x="12136551" y="6110"/>
                </a:lnTo>
                <a:lnTo>
                  <a:pt x="12191969" y="4060"/>
                </a:lnTo>
              </a:path>
            </a:pathLst>
          </a:custGeom>
          <a:noFill/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3113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Q  &amp; 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提问与讨论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3858768"/>
            <a:ext cx="3017520" cy="0"/>
          </a:xfrm>
          <a:prstGeom prst="line">
            <a:avLst/>
          </a:prstGeom>
          <a:ln w="1905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133087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关于参数取舍、后处理策略或代码细节，欢迎随时交流。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64608"/>
            <a:ext cx="2609080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8052"/>
            <a:ext cx="2609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参数为什么是 0.5 步长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7176" y="4864608"/>
            <a:ext cx="2609080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7176" y="4988052"/>
            <a:ext cx="2609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多峰怎么调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712" y="4864608"/>
            <a:ext cx="2609080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5712" y="4988052"/>
            <a:ext cx="2609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点云台阶怎么查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49" y="4864608"/>
            <a:ext cx="2609080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49" y="4988052"/>
            <a:ext cx="2609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重建侧接口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Q &amp;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66 / 67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4791477"/>
            <a:ext cx="12191969" cy="292584"/>
          </a:xfrm>
          <a:custGeom>
            <a:avLst/>
            <a:gdLst/>
            <a:ahLst/>
            <a:cxnLst/>
            <a:rect l="l" t="t" r="r" b="b"/>
            <a:pathLst>
              <a:path w="12191969" h="292584">
                <a:moveTo>
                  <a:pt x="0" y="146283"/>
                </a:moveTo>
                <a:lnTo>
                  <a:pt x="55418" y="156303"/>
                </a:lnTo>
                <a:lnTo>
                  <a:pt x="110836" y="166276"/>
                </a:lnTo>
                <a:lnTo>
                  <a:pt x="166254" y="176156"/>
                </a:lnTo>
                <a:lnTo>
                  <a:pt x="221672" y="185895"/>
                </a:lnTo>
                <a:lnTo>
                  <a:pt x="277090" y="195448"/>
                </a:lnTo>
                <a:lnTo>
                  <a:pt x="332508" y="204770"/>
                </a:lnTo>
                <a:lnTo>
                  <a:pt x="387926" y="213818"/>
                </a:lnTo>
                <a:lnTo>
                  <a:pt x="443344" y="222548"/>
                </a:lnTo>
                <a:lnTo>
                  <a:pt x="498762" y="230920"/>
                </a:lnTo>
                <a:lnTo>
                  <a:pt x="554180" y="238895"/>
                </a:lnTo>
                <a:lnTo>
                  <a:pt x="609598" y="246434"/>
                </a:lnTo>
                <a:lnTo>
                  <a:pt x="665016" y="253504"/>
                </a:lnTo>
                <a:lnTo>
                  <a:pt x="720434" y="260070"/>
                </a:lnTo>
                <a:lnTo>
                  <a:pt x="775852" y="266101"/>
                </a:lnTo>
                <a:lnTo>
                  <a:pt x="831270" y="271570"/>
                </a:lnTo>
                <a:lnTo>
                  <a:pt x="886688" y="276450"/>
                </a:lnTo>
                <a:lnTo>
                  <a:pt x="942106" y="280719"/>
                </a:lnTo>
                <a:lnTo>
                  <a:pt x="997524" y="284357"/>
                </a:lnTo>
                <a:lnTo>
                  <a:pt x="1052942" y="287346"/>
                </a:lnTo>
                <a:lnTo>
                  <a:pt x="1108360" y="289672"/>
                </a:lnTo>
                <a:lnTo>
                  <a:pt x="1163778" y="291326"/>
                </a:lnTo>
                <a:lnTo>
                  <a:pt x="1219196" y="292298"/>
                </a:lnTo>
                <a:lnTo>
                  <a:pt x="1274614" y="292584"/>
                </a:lnTo>
                <a:lnTo>
                  <a:pt x="1330033" y="292183"/>
                </a:lnTo>
                <a:lnTo>
                  <a:pt x="1385451" y="291097"/>
                </a:lnTo>
                <a:lnTo>
                  <a:pt x="1440869" y="289331"/>
                </a:lnTo>
                <a:lnTo>
                  <a:pt x="1496287" y="286893"/>
                </a:lnTo>
                <a:lnTo>
                  <a:pt x="1551705" y="283795"/>
                </a:lnTo>
                <a:lnTo>
                  <a:pt x="1607123" y="280051"/>
                </a:lnTo>
                <a:lnTo>
                  <a:pt x="1662541" y="275679"/>
                </a:lnTo>
                <a:lnTo>
                  <a:pt x="1717959" y="270699"/>
                </a:lnTo>
                <a:lnTo>
                  <a:pt x="1773377" y="265134"/>
                </a:lnTo>
                <a:lnTo>
                  <a:pt x="1828795" y="259012"/>
                </a:lnTo>
                <a:lnTo>
                  <a:pt x="1884213" y="252360"/>
                </a:lnTo>
                <a:lnTo>
                  <a:pt x="1939631" y="245210"/>
                </a:lnTo>
                <a:lnTo>
                  <a:pt x="1995049" y="237595"/>
                </a:lnTo>
                <a:lnTo>
                  <a:pt x="2050467" y="229551"/>
                </a:lnTo>
                <a:lnTo>
                  <a:pt x="2105885" y="221117"/>
                </a:lnTo>
                <a:lnTo>
                  <a:pt x="2161303" y="212331"/>
                </a:lnTo>
                <a:lnTo>
                  <a:pt x="2216721" y="203234"/>
                </a:lnTo>
                <a:lnTo>
                  <a:pt x="2272139" y="193871"/>
                </a:lnTo>
                <a:lnTo>
                  <a:pt x="2327557" y="184283"/>
                </a:lnTo>
                <a:lnTo>
                  <a:pt x="2382975" y="174518"/>
                </a:lnTo>
                <a:lnTo>
                  <a:pt x="2438393" y="164619"/>
                </a:lnTo>
                <a:lnTo>
                  <a:pt x="2493811" y="154635"/>
                </a:lnTo>
                <a:lnTo>
                  <a:pt x="2549229" y="144611"/>
                </a:lnTo>
                <a:lnTo>
                  <a:pt x="2604648" y="134595"/>
                </a:lnTo>
                <a:lnTo>
                  <a:pt x="2660066" y="124634"/>
                </a:lnTo>
                <a:lnTo>
                  <a:pt x="2715484" y="114775"/>
                </a:lnTo>
                <a:lnTo>
                  <a:pt x="2770902" y="105064"/>
                </a:lnTo>
                <a:lnTo>
                  <a:pt x="2826320" y="95546"/>
                </a:lnTo>
                <a:lnTo>
                  <a:pt x="2881738" y="86267"/>
                </a:lnTo>
                <a:lnTo>
                  <a:pt x="2937156" y="77269"/>
                </a:lnTo>
                <a:lnTo>
                  <a:pt x="2992574" y="68596"/>
                </a:lnTo>
                <a:lnTo>
                  <a:pt x="3047992" y="60287"/>
                </a:lnTo>
                <a:lnTo>
                  <a:pt x="3103410" y="52382"/>
                </a:lnTo>
                <a:lnTo>
                  <a:pt x="3158828" y="44919"/>
                </a:lnTo>
                <a:lnTo>
                  <a:pt x="3214246" y="37931"/>
                </a:lnTo>
                <a:lnTo>
                  <a:pt x="3269664" y="31452"/>
                </a:lnTo>
                <a:lnTo>
                  <a:pt x="3325082" y="25513"/>
                </a:lnTo>
                <a:lnTo>
                  <a:pt x="3380500" y="20140"/>
                </a:lnTo>
                <a:lnTo>
                  <a:pt x="3435918" y="15360"/>
                </a:lnTo>
                <a:lnTo>
                  <a:pt x="3491336" y="11195"/>
                </a:lnTo>
                <a:lnTo>
                  <a:pt x="3546754" y="7665"/>
                </a:lnTo>
                <a:lnTo>
                  <a:pt x="3602172" y="4785"/>
                </a:lnTo>
                <a:lnTo>
                  <a:pt x="3657590" y="2570"/>
                </a:lnTo>
                <a:lnTo>
                  <a:pt x="3713008" y="1030"/>
                </a:lnTo>
                <a:lnTo>
                  <a:pt x="3768426" y="172"/>
                </a:lnTo>
                <a:lnTo>
                  <a:pt x="3823844" y="0"/>
                </a:lnTo>
                <a:lnTo>
                  <a:pt x="3879263" y="515"/>
                </a:lnTo>
                <a:lnTo>
                  <a:pt x="3934681" y="1715"/>
                </a:lnTo>
                <a:lnTo>
                  <a:pt x="3990099" y="3594"/>
                </a:lnTo>
                <a:lnTo>
                  <a:pt x="4045517" y="6143"/>
                </a:lnTo>
                <a:lnTo>
                  <a:pt x="4100935" y="9350"/>
                </a:lnTo>
                <a:lnTo>
                  <a:pt x="4156353" y="13200"/>
                </a:lnTo>
                <a:lnTo>
                  <a:pt x="4211771" y="17675"/>
                </a:lnTo>
                <a:lnTo>
                  <a:pt x="4267189" y="22754"/>
                </a:lnTo>
                <a:lnTo>
                  <a:pt x="4322607" y="28413"/>
                </a:lnTo>
                <a:lnTo>
                  <a:pt x="4378025" y="34626"/>
                </a:lnTo>
                <a:lnTo>
                  <a:pt x="4433443" y="41363"/>
                </a:lnTo>
                <a:lnTo>
                  <a:pt x="4488861" y="48593"/>
                </a:lnTo>
                <a:lnTo>
                  <a:pt x="4544279" y="56282"/>
                </a:lnTo>
                <a:lnTo>
                  <a:pt x="4599697" y="64393"/>
                </a:lnTo>
                <a:lnTo>
                  <a:pt x="4655115" y="72889"/>
                </a:lnTo>
                <a:lnTo>
                  <a:pt x="4710533" y="81730"/>
                </a:lnTo>
                <a:lnTo>
                  <a:pt x="4765951" y="90874"/>
                </a:lnTo>
                <a:lnTo>
                  <a:pt x="4821369" y="100278"/>
                </a:lnTo>
                <a:lnTo>
                  <a:pt x="4876787" y="109898"/>
                </a:lnTo>
                <a:lnTo>
                  <a:pt x="4932205" y="119689"/>
                </a:lnTo>
                <a:lnTo>
                  <a:pt x="4987623" y="129605"/>
                </a:lnTo>
                <a:lnTo>
                  <a:pt x="5043041" y="139599"/>
                </a:lnTo>
                <a:lnTo>
                  <a:pt x="5098459" y="149625"/>
                </a:lnTo>
                <a:lnTo>
                  <a:pt x="5153878" y="159635"/>
                </a:lnTo>
                <a:lnTo>
                  <a:pt x="5209296" y="169582"/>
                </a:lnTo>
                <a:lnTo>
                  <a:pt x="5264714" y="179420"/>
                </a:lnTo>
                <a:lnTo>
                  <a:pt x="5320132" y="189102"/>
                </a:lnTo>
                <a:lnTo>
                  <a:pt x="5375550" y="198583"/>
                </a:lnTo>
                <a:lnTo>
                  <a:pt x="5430968" y="207819"/>
                </a:lnTo>
                <a:lnTo>
                  <a:pt x="5486386" y="216765"/>
                </a:lnTo>
                <a:lnTo>
                  <a:pt x="5541804" y="225380"/>
                </a:lnTo>
                <a:lnTo>
                  <a:pt x="5597222" y="233624"/>
                </a:lnTo>
                <a:lnTo>
                  <a:pt x="5652640" y="241458"/>
                </a:lnTo>
                <a:lnTo>
                  <a:pt x="5708058" y="248845"/>
                </a:lnTo>
                <a:lnTo>
                  <a:pt x="5763476" y="255750"/>
                </a:lnTo>
                <a:lnTo>
                  <a:pt x="5818894" y="262141"/>
                </a:lnTo>
                <a:lnTo>
                  <a:pt x="5874312" y="267988"/>
                </a:lnTo>
                <a:lnTo>
                  <a:pt x="5929730" y="273263"/>
                </a:lnTo>
                <a:lnTo>
                  <a:pt x="5985148" y="277942"/>
                </a:lnTo>
                <a:lnTo>
                  <a:pt x="6040566" y="282003"/>
                </a:lnTo>
                <a:lnTo>
                  <a:pt x="6095984" y="285426"/>
                </a:lnTo>
                <a:lnTo>
                  <a:pt x="6151402" y="288196"/>
                </a:lnTo>
                <a:lnTo>
                  <a:pt x="6206820" y="290299"/>
                </a:lnTo>
                <a:lnTo>
                  <a:pt x="6262238" y="291726"/>
                </a:lnTo>
                <a:lnTo>
                  <a:pt x="6317656" y="292470"/>
                </a:lnTo>
                <a:lnTo>
                  <a:pt x="6373074" y="292527"/>
                </a:lnTo>
                <a:lnTo>
                  <a:pt x="6428493" y="291897"/>
                </a:lnTo>
                <a:lnTo>
                  <a:pt x="6483911" y="290584"/>
                </a:lnTo>
                <a:lnTo>
                  <a:pt x="6539329" y="288593"/>
                </a:lnTo>
                <a:lnTo>
                  <a:pt x="6594747" y="285933"/>
                </a:lnTo>
                <a:lnTo>
                  <a:pt x="6650165" y="282618"/>
                </a:lnTo>
                <a:lnTo>
                  <a:pt x="6705583" y="278662"/>
                </a:lnTo>
                <a:lnTo>
                  <a:pt x="6761001" y="274085"/>
                </a:lnTo>
                <a:lnTo>
                  <a:pt x="6816419" y="268907"/>
                </a:lnTo>
                <a:lnTo>
                  <a:pt x="6871837" y="263154"/>
                </a:lnTo>
                <a:lnTo>
                  <a:pt x="6927255" y="256852"/>
                </a:lnTo>
                <a:lnTo>
                  <a:pt x="6982673" y="250030"/>
                </a:lnTo>
                <a:lnTo>
                  <a:pt x="7038091" y="242721"/>
                </a:lnTo>
                <a:lnTo>
                  <a:pt x="7093509" y="234959"/>
                </a:lnTo>
                <a:lnTo>
                  <a:pt x="7148927" y="226781"/>
                </a:lnTo>
                <a:lnTo>
                  <a:pt x="7204345" y="218225"/>
                </a:lnTo>
                <a:lnTo>
                  <a:pt x="7259763" y="209331"/>
                </a:lnTo>
                <a:lnTo>
                  <a:pt x="7315181" y="200141"/>
                </a:lnTo>
                <a:lnTo>
                  <a:pt x="7370599" y="190697"/>
                </a:lnTo>
                <a:lnTo>
                  <a:pt x="7426017" y="181046"/>
                </a:lnTo>
                <a:lnTo>
                  <a:pt x="7481435" y="171231"/>
                </a:lnTo>
                <a:lnTo>
                  <a:pt x="7536853" y="161298"/>
                </a:lnTo>
                <a:lnTo>
                  <a:pt x="7592271" y="151296"/>
                </a:lnTo>
                <a:lnTo>
                  <a:pt x="7647689" y="141269"/>
                </a:lnTo>
                <a:lnTo>
                  <a:pt x="7703108" y="131267"/>
                </a:lnTo>
                <a:lnTo>
                  <a:pt x="7758526" y="121334"/>
                </a:lnTo>
                <a:lnTo>
                  <a:pt x="7813944" y="111519"/>
                </a:lnTo>
                <a:lnTo>
                  <a:pt x="7869362" y="101868"/>
                </a:lnTo>
                <a:lnTo>
                  <a:pt x="7924780" y="92424"/>
                </a:lnTo>
                <a:lnTo>
                  <a:pt x="7980198" y="83234"/>
                </a:lnTo>
                <a:lnTo>
                  <a:pt x="8035616" y="74340"/>
                </a:lnTo>
                <a:lnTo>
                  <a:pt x="8091034" y="65784"/>
                </a:lnTo>
                <a:lnTo>
                  <a:pt x="8146452" y="57606"/>
                </a:lnTo>
                <a:lnTo>
                  <a:pt x="8201870" y="49844"/>
                </a:lnTo>
                <a:lnTo>
                  <a:pt x="8257288" y="42535"/>
                </a:lnTo>
                <a:lnTo>
                  <a:pt x="8312706" y="35713"/>
                </a:lnTo>
                <a:lnTo>
                  <a:pt x="8368124" y="29411"/>
                </a:lnTo>
                <a:lnTo>
                  <a:pt x="8423542" y="23658"/>
                </a:lnTo>
                <a:lnTo>
                  <a:pt x="8478960" y="18480"/>
                </a:lnTo>
                <a:lnTo>
                  <a:pt x="8534378" y="13903"/>
                </a:lnTo>
                <a:lnTo>
                  <a:pt x="8589796" y="9947"/>
                </a:lnTo>
                <a:lnTo>
                  <a:pt x="8645214" y="6632"/>
                </a:lnTo>
                <a:lnTo>
                  <a:pt x="8700632" y="3972"/>
                </a:lnTo>
                <a:lnTo>
                  <a:pt x="8756050" y="1981"/>
                </a:lnTo>
                <a:lnTo>
                  <a:pt x="8811468" y="668"/>
                </a:lnTo>
                <a:lnTo>
                  <a:pt x="8866886" y="38"/>
                </a:lnTo>
                <a:lnTo>
                  <a:pt x="8922304" y="95"/>
                </a:lnTo>
                <a:lnTo>
                  <a:pt x="8977723" y="839"/>
                </a:lnTo>
                <a:lnTo>
                  <a:pt x="9033141" y="2266"/>
                </a:lnTo>
                <a:lnTo>
                  <a:pt x="9088559" y="4369"/>
                </a:lnTo>
                <a:lnTo>
                  <a:pt x="9143977" y="7139"/>
                </a:lnTo>
                <a:lnTo>
                  <a:pt x="9199395" y="10562"/>
                </a:lnTo>
                <a:lnTo>
                  <a:pt x="9254813" y="14623"/>
                </a:lnTo>
                <a:lnTo>
                  <a:pt x="9310231" y="19302"/>
                </a:lnTo>
                <a:lnTo>
                  <a:pt x="9365649" y="24577"/>
                </a:lnTo>
                <a:lnTo>
                  <a:pt x="9421067" y="30424"/>
                </a:lnTo>
                <a:lnTo>
                  <a:pt x="9476485" y="36815"/>
                </a:lnTo>
                <a:lnTo>
                  <a:pt x="9531903" y="43720"/>
                </a:lnTo>
                <a:lnTo>
                  <a:pt x="9587321" y="51107"/>
                </a:lnTo>
                <a:lnTo>
                  <a:pt x="9642739" y="58941"/>
                </a:lnTo>
                <a:lnTo>
                  <a:pt x="9698157" y="67185"/>
                </a:lnTo>
                <a:lnTo>
                  <a:pt x="9753575" y="75800"/>
                </a:lnTo>
                <a:lnTo>
                  <a:pt x="9808993" y="84746"/>
                </a:lnTo>
                <a:lnTo>
                  <a:pt x="9864411" y="93982"/>
                </a:lnTo>
                <a:lnTo>
                  <a:pt x="9919829" y="103463"/>
                </a:lnTo>
                <a:lnTo>
                  <a:pt x="9975247" y="113145"/>
                </a:lnTo>
                <a:lnTo>
                  <a:pt x="10030665" y="122983"/>
                </a:lnTo>
                <a:lnTo>
                  <a:pt x="10086083" y="132930"/>
                </a:lnTo>
                <a:lnTo>
                  <a:pt x="10141501" y="142940"/>
                </a:lnTo>
                <a:lnTo>
                  <a:pt x="10196919" y="152966"/>
                </a:lnTo>
                <a:lnTo>
                  <a:pt x="10252338" y="162960"/>
                </a:lnTo>
                <a:lnTo>
                  <a:pt x="10307756" y="172876"/>
                </a:lnTo>
                <a:lnTo>
                  <a:pt x="10363174" y="182667"/>
                </a:lnTo>
                <a:lnTo>
                  <a:pt x="10418592" y="192287"/>
                </a:lnTo>
                <a:lnTo>
                  <a:pt x="10474010" y="201691"/>
                </a:lnTo>
                <a:lnTo>
                  <a:pt x="10529428" y="210835"/>
                </a:lnTo>
                <a:lnTo>
                  <a:pt x="10584846" y="219676"/>
                </a:lnTo>
                <a:lnTo>
                  <a:pt x="10640264" y="228172"/>
                </a:lnTo>
                <a:lnTo>
                  <a:pt x="10695682" y="236283"/>
                </a:lnTo>
                <a:lnTo>
                  <a:pt x="10751100" y="243972"/>
                </a:lnTo>
                <a:lnTo>
                  <a:pt x="10806518" y="251202"/>
                </a:lnTo>
                <a:lnTo>
                  <a:pt x="10861936" y="257939"/>
                </a:lnTo>
                <a:lnTo>
                  <a:pt x="10917354" y="264152"/>
                </a:lnTo>
                <a:lnTo>
                  <a:pt x="10972772" y="269811"/>
                </a:lnTo>
                <a:lnTo>
                  <a:pt x="11028190" y="274890"/>
                </a:lnTo>
                <a:lnTo>
                  <a:pt x="11083608" y="279365"/>
                </a:lnTo>
                <a:lnTo>
                  <a:pt x="11139026" y="283215"/>
                </a:lnTo>
                <a:lnTo>
                  <a:pt x="11194444" y="286422"/>
                </a:lnTo>
                <a:lnTo>
                  <a:pt x="11249862" y="288971"/>
                </a:lnTo>
                <a:lnTo>
                  <a:pt x="11305280" y="290850"/>
                </a:lnTo>
                <a:lnTo>
                  <a:pt x="11360698" y="292050"/>
                </a:lnTo>
                <a:lnTo>
                  <a:pt x="11416116" y="292565"/>
                </a:lnTo>
                <a:lnTo>
                  <a:pt x="11471534" y="292393"/>
                </a:lnTo>
                <a:lnTo>
                  <a:pt x="11526953" y="291535"/>
                </a:lnTo>
                <a:lnTo>
                  <a:pt x="11582371" y="289995"/>
                </a:lnTo>
                <a:lnTo>
                  <a:pt x="11637789" y="287780"/>
                </a:lnTo>
                <a:lnTo>
                  <a:pt x="11693207" y="284900"/>
                </a:lnTo>
                <a:lnTo>
                  <a:pt x="11748625" y="281370"/>
                </a:lnTo>
                <a:lnTo>
                  <a:pt x="11804043" y="277205"/>
                </a:lnTo>
                <a:lnTo>
                  <a:pt x="11859461" y="272425"/>
                </a:lnTo>
                <a:lnTo>
                  <a:pt x="11914879" y="267052"/>
                </a:lnTo>
                <a:lnTo>
                  <a:pt x="11970297" y="261113"/>
                </a:lnTo>
                <a:lnTo>
                  <a:pt x="12025715" y="254634"/>
                </a:lnTo>
                <a:lnTo>
                  <a:pt x="12081133" y="247646"/>
                </a:lnTo>
                <a:lnTo>
                  <a:pt x="12136551" y="240183"/>
                </a:lnTo>
                <a:lnTo>
                  <a:pt x="12191969" y="232278"/>
                </a:lnTo>
              </a:path>
            </a:pathLst>
          </a:custGeom>
          <a:noFill/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5431538"/>
            <a:ext cx="12191969" cy="201165"/>
          </a:xfrm>
          <a:custGeom>
            <a:avLst/>
            <a:gdLst/>
            <a:ahLst/>
            <a:cxnLst/>
            <a:rect l="l" t="t" r="r" b="b"/>
            <a:pathLst>
              <a:path w="12191969" h="201165">
                <a:moveTo>
                  <a:pt x="0" y="187407"/>
                </a:moveTo>
                <a:lnTo>
                  <a:pt x="55418" y="183725"/>
                </a:lnTo>
                <a:lnTo>
                  <a:pt x="110836" y="179653"/>
                </a:lnTo>
                <a:lnTo>
                  <a:pt x="166254" y="175209"/>
                </a:lnTo>
                <a:lnTo>
                  <a:pt x="221672" y="170415"/>
                </a:lnTo>
                <a:lnTo>
                  <a:pt x="277090" y="165293"/>
                </a:lnTo>
                <a:lnTo>
                  <a:pt x="332508" y="159867"/>
                </a:lnTo>
                <a:lnTo>
                  <a:pt x="387926" y="154162"/>
                </a:lnTo>
                <a:lnTo>
                  <a:pt x="443344" y="148206"/>
                </a:lnTo>
                <a:lnTo>
                  <a:pt x="498762" y="142027"/>
                </a:lnTo>
                <a:lnTo>
                  <a:pt x="554180" y="135652"/>
                </a:lnTo>
                <a:lnTo>
                  <a:pt x="609598" y="129113"/>
                </a:lnTo>
                <a:lnTo>
                  <a:pt x="665016" y="122440"/>
                </a:lnTo>
                <a:lnTo>
                  <a:pt x="720434" y="115665"/>
                </a:lnTo>
                <a:lnTo>
                  <a:pt x="775852" y="108818"/>
                </a:lnTo>
                <a:lnTo>
                  <a:pt x="831270" y="101933"/>
                </a:lnTo>
                <a:lnTo>
                  <a:pt x="886688" y="95041"/>
                </a:lnTo>
                <a:lnTo>
                  <a:pt x="942106" y="88176"/>
                </a:lnTo>
                <a:lnTo>
                  <a:pt x="997524" y="81368"/>
                </a:lnTo>
                <a:lnTo>
                  <a:pt x="1052942" y="74651"/>
                </a:lnTo>
                <a:lnTo>
                  <a:pt x="1108360" y="68056"/>
                </a:lnTo>
                <a:lnTo>
                  <a:pt x="1163778" y="61614"/>
                </a:lnTo>
                <a:lnTo>
                  <a:pt x="1219196" y="55354"/>
                </a:lnTo>
                <a:lnTo>
                  <a:pt x="1274614" y="49307"/>
                </a:lnTo>
                <a:lnTo>
                  <a:pt x="1330033" y="43501"/>
                </a:lnTo>
                <a:lnTo>
                  <a:pt x="1385451" y="37962"/>
                </a:lnTo>
                <a:lnTo>
                  <a:pt x="1440869" y="32718"/>
                </a:lnTo>
                <a:lnTo>
                  <a:pt x="1496287" y="27793"/>
                </a:lnTo>
                <a:lnTo>
                  <a:pt x="1551705" y="23209"/>
                </a:lnTo>
                <a:lnTo>
                  <a:pt x="1607123" y="18989"/>
                </a:lnTo>
                <a:lnTo>
                  <a:pt x="1662541" y="15152"/>
                </a:lnTo>
                <a:lnTo>
                  <a:pt x="1717959" y="11716"/>
                </a:lnTo>
                <a:lnTo>
                  <a:pt x="1773377" y="8698"/>
                </a:lnTo>
                <a:lnTo>
                  <a:pt x="1828795" y="6111"/>
                </a:lnTo>
                <a:lnTo>
                  <a:pt x="1884213" y="3968"/>
                </a:lnTo>
                <a:lnTo>
                  <a:pt x="1939631" y="2278"/>
                </a:lnTo>
                <a:lnTo>
                  <a:pt x="1995049" y="1050"/>
                </a:lnTo>
                <a:lnTo>
                  <a:pt x="2050467" y="290"/>
                </a:lnTo>
                <a:lnTo>
                  <a:pt x="2105885" y="0"/>
                </a:lnTo>
                <a:lnTo>
                  <a:pt x="2161303" y="183"/>
                </a:lnTo>
                <a:lnTo>
                  <a:pt x="2216721" y="838"/>
                </a:lnTo>
                <a:lnTo>
                  <a:pt x="2272139" y="1961"/>
                </a:lnTo>
                <a:lnTo>
                  <a:pt x="2327557" y="3547"/>
                </a:lnTo>
                <a:lnTo>
                  <a:pt x="2382975" y="5589"/>
                </a:lnTo>
                <a:lnTo>
                  <a:pt x="2438393" y="8077"/>
                </a:lnTo>
                <a:lnTo>
                  <a:pt x="2493811" y="10999"/>
                </a:lnTo>
                <a:lnTo>
                  <a:pt x="2549229" y="14342"/>
                </a:lnTo>
                <a:lnTo>
                  <a:pt x="2604648" y="18090"/>
                </a:lnTo>
                <a:lnTo>
                  <a:pt x="2660066" y="22226"/>
                </a:lnTo>
                <a:lnTo>
                  <a:pt x="2715484" y="26729"/>
                </a:lnTo>
                <a:lnTo>
                  <a:pt x="2770902" y="31580"/>
                </a:lnTo>
                <a:lnTo>
                  <a:pt x="2826320" y="36754"/>
                </a:lnTo>
                <a:lnTo>
                  <a:pt x="2881738" y="42228"/>
                </a:lnTo>
                <a:lnTo>
                  <a:pt x="2937156" y="47977"/>
                </a:lnTo>
                <a:lnTo>
                  <a:pt x="2992574" y="53972"/>
                </a:lnTo>
                <a:lnTo>
                  <a:pt x="3047992" y="60186"/>
                </a:lnTo>
                <a:lnTo>
                  <a:pt x="3103410" y="66590"/>
                </a:lnTo>
                <a:lnTo>
                  <a:pt x="3158828" y="73153"/>
                </a:lnTo>
                <a:lnTo>
                  <a:pt x="3214246" y="79846"/>
                </a:lnTo>
                <a:lnTo>
                  <a:pt x="3269664" y="86635"/>
                </a:lnTo>
                <a:lnTo>
                  <a:pt x="3325082" y="93491"/>
                </a:lnTo>
                <a:lnTo>
                  <a:pt x="3380500" y="100379"/>
                </a:lnTo>
                <a:lnTo>
                  <a:pt x="3435918" y="107269"/>
                </a:lnTo>
                <a:lnTo>
                  <a:pt x="3491336" y="114127"/>
                </a:lnTo>
                <a:lnTo>
                  <a:pt x="3546754" y="120921"/>
                </a:lnTo>
                <a:lnTo>
                  <a:pt x="3602172" y="127620"/>
                </a:lnTo>
                <a:lnTo>
                  <a:pt x="3657590" y="134192"/>
                </a:lnTo>
                <a:lnTo>
                  <a:pt x="3713008" y="140606"/>
                </a:lnTo>
                <a:lnTo>
                  <a:pt x="3768426" y="146832"/>
                </a:lnTo>
                <a:lnTo>
                  <a:pt x="3823844" y="152841"/>
                </a:lnTo>
                <a:lnTo>
                  <a:pt x="3879263" y="158605"/>
                </a:lnTo>
                <a:lnTo>
                  <a:pt x="3934681" y="164096"/>
                </a:lnTo>
                <a:lnTo>
                  <a:pt x="3990099" y="169288"/>
                </a:lnTo>
                <a:lnTo>
                  <a:pt x="4045517" y="174158"/>
                </a:lnTo>
                <a:lnTo>
                  <a:pt x="4100935" y="178683"/>
                </a:lnTo>
                <a:lnTo>
                  <a:pt x="4156353" y="182841"/>
                </a:lnTo>
                <a:lnTo>
                  <a:pt x="4211771" y="186612"/>
                </a:lnTo>
                <a:lnTo>
                  <a:pt x="4267189" y="189979"/>
                </a:lnTo>
                <a:lnTo>
                  <a:pt x="4322607" y="192927"/>
                </a:lnTo>
                <a:lnTo>
                  <a:pt x="4378025" y="195440"/>
                </a:lnTo>
                <a:lnTo>
                  <a:pt x="4433443" y="197509"/>
                </a:lnTo>
                <a:lnTo>
                  <a:pt x="4488861" y="199122"/>
                </a:lnTo>
                <a:lnTo>
                  <a:pt x="4544279" y="200272"/>
                </a:lnTo>
                <a:lnTo>
                  <a:pt x="4599697" y="200954"/>
                </a:lnTo>
                <a:lnTo>
                  <a:pt x="4655115" y="201165"/>
                </a:lnTo>
                <a:lnTo>
                  <a:pt x="4710533" y="200903"/>
                </a:lnTo>
                <a:lnTo>
                  <a:pt x="4765951" y="200170"/>
                </a:lnTo>
                <a:lnTo>
                  <a:pt x="4821369" y="198970"/>
                </a:lnTo>
                <a:lnTo>
                  <a:pt x="4876787" y="197307"/>
                </a:lnTo>
                <a:lnTo>
                  <a:pt x="4932205" y="195190"/>
                </a:lnTo>
                <a:lnTo>
                  <a:pt x="4987623" y="192629"/>
                </a:lnTo>
                <a:lnTo>
                  <a:pt x="5043041" y="189636"/>
                </a:lnTo>
                <a:lnTo>
                  <a:pt x="5098459" y="186224"/>
                </a:lnTo>
                <a:lnTo>
                  <a:pt x="5153878" y="182410"/>
                </a:lnTo>
                <a:lnTo>
                  <a:pt x="5209296" y="178212"/>
                </a:lnTo>
                <a:lnTo>
                  <a:pt x="5264714" y="173649"/>
                </a:lnTo>
                <a:lnTo>
                  <a:pt x="5320132" y="168743"/>
                </a:lnTo>
                <a:lnTo>
                  <a:pt x="5375550" y="163517"/>
                </a:lnTo>
                <a:lnTo>
                  <a:pt x="5430968" y="157995"/>
                </a:lnTo>
                <a:lnTo>
                  <a:pt x="5486386" y="152204"/>
                </a:lnTo>
                <a:lnTo>
                  <a:pt x="5541804" y="146170"/>
                </a:lnTo>
                <a:lnTo>
                  <a:pt x="5597222" y="139922"/>
                </a:lnTo>
                <a:lnTo>
                  <a:pt x="5652640" y="133489"/>
                </a:lnTo>
                <a:lnTo>
                  <a:pt x="5708058" y="126902"/>
                </a:lnTo>
                <a:lnTo>
                  <a:pt x="5763476" y="120192"/>
                </a:lnTo>
                <a:lnTo>
                  <a:pt x="5818894" y="113389"/>
                </a:lnTo>
                <a:lnTo>
                  <a:pt x="5874312" y="106526"/>
                </a:lnTo>
                <a:lnTo>
                  <a:pt x="5929730" y="99635"/>
                </a:lnTo>
                <a:lnTo>
                  <a:pt x="5985148" y="92748"/>
                </a:lnTo>
                <a:lnTo>
                  <a:pt x="6040566" y="85899"/>
                </a:lnTo>
                <a:lnTo>
                  <a:pt x="6095984" y="79118"/>
                </a:lnTo>
                <a:lnTo>
                  <a:pt x="6151402" y="72438"/>
                </a:lnTo>
                <a:lnTo>
                  <a:pt x="6206820" y="65890"/>
                </a:lnTo>
                <a:lnTo>
                  <a:pt x="6262238" y="59505"/>
                </a:lnTo>
                <a:lnTo>
                  <a:pt x="6317656" y="53313"/>
                </a:lnTo>
                <a:lnTo>
                  <a:pt x="6373074" y="47343"/>
                </a:lnTo>
                <a:lnTo>
                  <a:pt x="6428493" y="41623"/>
                </a:lnTo>
                <a:lnTo>
                  <a:pt x="6483911" y="36180"/>
                </a:lnTo>
                <a:lnTo>
                  <a:pt x="6539329" y="31040"/>
                </a:lnTo>
                <a:lnTo>
                  <a:pt x="6594747" y="26226"/>
                </a:lnTo>
                <a:lnTo>
                  <a:pt x="6650165" y="21761"/>
                </a:lnTo>
                <a:lnTo>
                  <a:pt x="6705583" y="17667"/>
                </a:lnTo>
                <a:lnTo>
                  <a:pt x="6761001" y="13961"/>
                </a:lnTo>
                <a:lnTo>
                  <a:pt x="6816419" y="10663"/>
                </a:lnTo>
                <a:lnTo>
                  <a:pt x="6871837" y="7787"/>
                </a:lnTo>
                <a:lnTo>
                  <a:pt x="6927255" y="5347"/>
                </a:lnTo>
                <a:lnTo>
                  <a:pt x="6982673" y="3354"/>
                </a:lnTo>
                <a:lnTo>
                  <a:pt x="7038091" y="1817"/>
                </a:lnTo>
                <a:lnTo>
                  <a:pt x="7093509" y="745"/>
                </a:lnTo>
                <a:lnTo>
                  <a:pt x="7148927" y="141"/>
                </a:lnTo>
                <a:lnTo>
                  <a:pt x="7204345" y="9"/>
                </a:lnTo>
                <a:lnTo>
                  <a:pt x="7259763" y="349"/>
                </a:lnTo>
                <a:lnTo>
                  <a:pt x="7315181" y="1160"/>
                </a:lnTo>
                <a:lnTo>
                  <a:pt x="7370599" y="2438"/>
                </a:lnTo>
                <a:lnTo>
                  <a:pt x="7426017" y="4177"/>
                </a:lnTo>
                <a:lnTo>
                  <a:pt x="7481435" y="6369"/>
                </a:lnTo>
                <a:lnTo>
                  <a:pt x="7536853" y="9003"/>
                </a:lnTo>
                <a:lnTo>
                  <a:pt x="7592271" y="12067"/>
                </a:lnTo>
                <a:lnTo>
                  <a:pt x="7647689" y="15547"/>
                </a:lnTo>
                <a:lnTo>
                  <a:pt x="7703108" y="19427"/>
                </a:lnTo>
                <a:lnTo>
                  <a:pt x="7758526" y="23687"/>
                </a:lnTo>
                <a:lnTo>
                  <a:pt x="7813944" y="28309"/>
                </a:lnTo>
                <a:lnTo>
                  <a:pt x="7869362" y="33270"/>
                </a:lnTo>
                <a:lnTo>
                  <a:pt x="7924780" y="38547"/>
                </a:lnTo>
                <a:lnTo>
                  <a:pt x="7980198" y="44115"/>
                </a:lnTo>
                <a:lnTo>
                  <a:pt x="8035616" y="49949"/>
                </a:lnTo>
                <a:lnTo>
                  <a:pt x="8091034" y="56020"/>
                </a:lnTo>
                <a:lnTo>
                  <a:pt x="8146452" y="62301"/>
                </a:lnTo>
                <a:lnTo>
                  <a:pt x="8201870" y="68761"/>
                </a:lnTo>
                <a:lnTo>
                  <a:pt x="8257288" y="75371"/>
                </a:lnTo>
                <a:lnTo>
                  <a:pt x="8312706" y="82100"/>
                </a:lnTo>
                <a:lnTo>
                  <a:pt x="8368124" y="88915"/>
                </a:lnTo>
                <a:lnTo>
                  <a:pt x="8423542" y="95785"/>
                </a:lnTo>
                <a:lnTo>
                  <a:pt x="8478960" y="102677"/>
                </a:lnTo>
                <a:lnTo>
                  <a:pt x="8534378" y="109560"/>
                </a:lnTo>
                <a:lnTo>
                  <a:pt x="8589796" y="116400"/>
                </a:lnTo>
                <a:lnTo>
                  <a:pt x="8645214" y="123166"/>
                </a:lnTo>
                <a:lnTo>
                  <a:pt x="8700632" y="129826"/>
                </a:lnTo>
                <a:lnTo>
                  <a:pt x="8756050" y="136349"/>
                </a:lnTo>
                <a:lnTo>
                  <a:pt x="8811468" y="142704"/>
                </a:lnTo>
                <a:lnTo>
                  <a:pt x="8866886" y="148861"/>
                </a:lnTo>
                <a:lnTo>
                  <a:pt x="8922304" y="154791"/>
                </a:lnTo>
                <a:lnTo>
                  <a:pt x="8977723" y="160467"/>
                </a:lnTo>
                <a:lnTo>
                  <a:pt x="9033141" y="165861"/>
                </a:lnTo>
                <a:lnTo>
                  <a:pt x="9088559" y="170949"/>
                </a:lnTo>
                <a:lnTo>
                  <a:pt x="9143977" y="175706"/>
                </a:lnTo>
                <a:lnTo>
                  <a:pt x="9199395" y="180111"/>
                </a:lnTo>
                <a:lnTo>
                  <a:pt x="9254813" y="184141"/>
                </a:lnTo>
                <a:lnTo>
                  <a:pt x="9310231" y="187780"/>
                </a:lnTo>
                <a:lnTo>
                  <a:pt x="9365649" y="191009"/>
                </a:lnTo>
                <a:lnTo>
                  <a:pt x="9421067" y="193813"/>
                </a:lnTo>
                <a:lnTo>
                  <a:pt x="9476485" y="196180"/>
                </a:lnTo>
                <a:lnTo>
                  <a:pt x="9531903" y="198097"/>
                </a:lnTo>
                <a:lnTo>
                  <a:pt x="9587321" y="199557"/>
                </a:lnTo>
                <a:lnTo>
                  <a:pt x="9642739" y="200552"/>
                </a:lnTo>
                <a:lnTo>
                  <a:pt x="9698157" y="201077"/>
                </a:lnTo>
                <a:lnTo>
                  <a:pt x="9753575" y="201130"/>
                </a:lnTo>
                <a:lnTo>
                  <a:pt x="9808993" y="200711"/>
                </a:lnTo>
                <a:lnTo>
                  <a:pt x="9864411" y="199822"/>
                </a:lnTo>
                <a:lnTo>
                  <a:pt x="9919829" y="198467"/>
                </a:lnTo>
                <a:lnTo>
                  <a:pt x="9975247" y="196652"/>
                </a:lnTo>
                <a:lnTo>
                  <a:pt x="10030665" y="194385"/>
                </a:lnTo>
                <a:lnTo>
                  <a:pt x="10086083" y="191679"/>
                </a:lnTo>
                <a:lnTo>
                  <a:pt x="10141501" y="188544"/>
                </a:lnTo>
                <a:lnTo>
                  <a:pt x="10196919" y="184996"/>
                </a:lnTo>
                <a:lnTo>
                  <a:pt x="10252338" y="181052"/>
                </a:lnTo>
                <a:lnTo>
                  <a:pt x="10307756" y="176730"/>
                </a:lnTo>
                <a:lnTo>
                  <a:pt x="10363174" y="172050"/>
                </a:lnTo>
                <a:lnTo>
                  <a:pt x="10418592" y="167035"/>
                </a:lnTo>
                <a:lnTo>
                  <a:pt x="10474010" y="161708"/>
                </a:lnTo>
                <a:lnTo>
                  <a:pt x="10529428" y="156093"/>
                </a:lnTo>
                <a:lnTo>
                  <a:pt x="10584846" y="150218"/>
                </a:lnTo>
                <a:lnTo>
                  <a:pt x="10640264" y="144110"/>
                </a:lnTo>
                <a:lnTo>
                  <a:pt x="10695682" y="137797"/>
                </a:lnTo>
                <a:lnTo>
                  <a:pt x="10751100" y="131309"/>
                </a:lnTo>
                <a:lnTo>
                  <a:pt x="10806518" y="124678"/>
                </a:lnTo>
                <a:lnTo>
                  <a:pt x="10861936" y="117933"/>
                </a:lnTo>
                <a:lnTo>
                  <a:pt x="10917354" y="111106"/>
                </a:lnTo>
                <a:lnTo>
                  <a:pt x="10972772" y="104230"/>
                </a:lnTo>
                <a:lnTo>
                  <a:pt x="11028190" y="97337"/>
                </a:lnTo>
                <a:lnTo>
                  <a:pt x="11083608" y="90459"/>
                </a:lnTo>
                <a:lnTo>
                  <a:pt x="11139026" y="83629"/>
                </a:lnTo>
                <a:lnTo>
                  <a:pt x="11194444" y="76878"/>
                </a:lnTo>
                <a:lnTo>
                  <a:pt x="11249862" y="70239"/>
                </a:lnTo>
                <a:lnTo>
                  <a:pt x="11305280" y="63742"/>
                </a:lnTo>
                <a:lnTo>
                  <a:pt x="11360698" y="57418"/>
                </a:lnTo>
                <a:lnTo>
                  <a:pt x="11416116" y="51297"/>
                </a:lnTo>
                <a:lnTo>
                  <a:pt x="11471534" y="45408"/>
                </a:lnTo>
                <a:lnTo>
                  <a:pt x="11526953" y="39777"/>
                </a:lnTo>
                <a:lnTo>
                  <a:pt x="11582371" y="34432"/>
                </a:lnTo>
                <a:lnTo>
                  <a:pt x="11637789" y="29398"/>
                </a:lnTo>
                <a:lnTo>
                  <a:pt x="11693207" y="24698"/>
                </a:lnTo>
                <a:lnTo>
                  <a:pt x="11748625" y="20354"/>
                </a:lnTo>
                <a:lnTo>
                  <a:pt x="11804043" y="16387"/>
                </a:lnTo>
                <a:lnTo>
                  <a:pt x="11859461" y="12816"/>
                </a:lnTo>
                <a:lnTo>
                  <a:pt x="11914879" y="9657"/>
                </a:lnTo>
                <a:lnTo>
                  <a:pt x="11970297" y="6924"/>
                </a:lnTo>
                <a:lnTo>
                  <a:pt x="12025715" y="4632"/>
                </a:lnTo>
                <a:lnTo>
                  <a:pt x="12081133" y="2790"/>
                </a:lnTo>
                <a:lnTo>
                  <a:pt x="12136551" y="1408"/>
                </a:lnTo>
                <a:lnTo>
                  <a:pt x="12191969" y="491"/>
                </a:lnTo>
              </a:path>
            </a:pathLst>
          </a:custGeom>
          <a:noFill/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谢谢观看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958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133087"/>
            <a:ext cx="4206239" cy="0"/>
          </a:xfrm>
          <a:prstGeom prst="line">
            <a:avLst/>
          </a:prstGeom>
          <a:ln w="1905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37083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核心公式：uₚ = q · N / (L · s)　|　推荐策略：L = N / s　|　质量指标：peak = max|C| / fft_length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谢谢观看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67 / 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