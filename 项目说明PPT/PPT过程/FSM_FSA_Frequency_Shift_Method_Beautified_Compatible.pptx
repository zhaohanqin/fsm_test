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-182880" y="723948"/>
            <a:ext cx="127462" cy="3043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-55418" y="694767"/>
            <a:ext cx="127461" cy="2918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72043" y="668037"/>
            <a:ext cx="127462" cy="2673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99505" y="644856"/>
            <a:ext cx="127462" cy="2318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326967" y="626176"/>
            <a:ext cx="127462" cy="1868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54429" y="612767"/>
            <a:ext cx="127461" cy="1340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81890" y="605178"/>
            <a:ext cx="127462" cy="758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09352" y="603723"/>
            <a:ext cx="127462" cy="145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6814" y="603723"/>
            <a:ext cx="127462" cy="473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4276" y="608460"/>
            <a:ext cx="127462" cy="1073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1738" y="619196"/>
            <a:ext cx="127462" cy="1629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19200" y="635488"/>
            <a:ext cx="127461" cy="2117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46661" y="656667"/>
            <a:ext cx="127462" cy="2519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74123" y="681862"/>
            <a:ext cx="127462" cy="2817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01585" y="710039"/>
            <a:ext cx="127462" cy="2999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29047" y="740038"/>
            <a:ext cx="127462" cy="305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56509" y="770626"/>
            <a:ext cx="127461" cy="2992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83970" y="800547"/>
            <a:ext cx="127462" cy="2802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11432" y="828570"/>
            <a:ext cx="127462" cy="2497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38894" y="853544"/>
            <a:ext cx="127462" cy="2089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66356" y="874441"/>
            <a:ext cx="127462" cy="1596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493818" y="890403"/>
            <a:ext cx="127462" cy="1037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621280" y="900774"/>
            <a:ext cx="127461" cy="435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748741" y="903284"/>
            <a:ext cx="127462" cy="18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876203" y="895320"/>
            <a:ext cx="127462" cy="796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003665" y="881563"/>
            <a:ext cx="127462" cy="1375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131127" y="862577"/>
            <a:ext cx="127462" cy="1898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258589" y="839145"/>
            <a:ext cx="127461" cy="2343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386050" y="812228"/>
            <a:ext cx="127462" cy="2691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513512" y="782933"/>
            <a:ext cx="127462" cy="2929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640974" y="752464"/>
            <a:ext cx="127462" cy="3046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768436" y="722075"/>
            <a:ext cx="127462" cy="3038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895898" y="693013"/>
            <a:ext cx="127461" cy="2906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023359" y="666473"/>
            <a:ext cx="127462" cy="2654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150821" y="643547"/>
            <a:ext cx="127462" cy="2292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278283" y="625177"/>
            <a:ext cx="127462" cy="1837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405745" y="612118"/>
            <a:ext cx="127462" cy="130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533207" y="604906"/>
            <a:ext cx="127462" cy="721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660669" y="603838"/>
            <a:ext cx="127461" cy="106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788130" y="603838"/>
            <a:ext cx="127462" cy="512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915592" y="608959"/>
            <a:ext cx="127462" cy="1109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043054" y="620057"/>
            <a:ext cx="127462" cy="1661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170516" y="636676"/>
            <a:ext cx="127462" cy="2145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297978" y="658134"/>
            <a:ext cx="127462" cy="2541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425440" y="683548"/>
            <a:ext cx="127461" cy="2832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552901" y="711873"/>
            <a:ext cx="127462" cy="3007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680363" y="741945"/>
            <a:ext cx="127462" cy="3058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807825" y="772529"/>
            <a:ext cx="127462" cy="2983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935287" y="802367"/>
            <a:ext cx="127462" cy="2786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062749" y="830232"/>
            <a:ext cx="127461" cy="2474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190210" y="854979"/>
            <a:ext cx="127462" cy="2061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317672" y="875591"/>
            <a:ext cx="127462" cy="1563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445134" y="891221"/>
            <a:ext cx="127462" cy="1000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572596" y="901225"/>
            <a:ext cx="127462" cy="396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700058" y="902963"/>
            <a:ext cx="127462" cy="223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827520" y="894625"/>
            <a:ext cx="127461" cy="833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954981" y="880522"/>
            <a:ext cx="127462" cy="141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7082443" y="861234"/>
            <a:ext cx="127462" cy="192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209905" y="837554"/>
            <a:ext cx="127462" cy="2368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337367" y="810454"/>
            <a:ext cx="127462" cy="2710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464829" y="781050"/>
            <a:ext cx="127461" cy="2940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592290" y="750550"/>
            <a:ext cx="127462" cy="3050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719752" y="720207"/>
            <a:ext cx="127462" cy="303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847214" y="691268"/>
            <a:ext cx="127462" cy="2893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974676" y="664924"/>
            <a:ext cx="127462" cy="2634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102138" y="642257"/>
            <a:ext cx="127462" cy="2266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229600" y="624198"/>
            <a:ext cx="127461" cy="180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357061" y="611491"/>
            <a:ext cx="127462" cy="1270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484523" y="604657"/>
            <a:ext cx="127462" cy="683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611985" y="603978"/>
            <a:ext cx="127462" cy="67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739447" y="603978"/>
            <a:ext cx="127462" cy="55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866909" y="609481"/>
            <a:ext cx="127461" cy="114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994370" y="620940"/>
            <a:ext cx="127462" cy="1694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121832" y="637884"/>
            <a:ext cx="127462" cy="2173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249294" y="659616"/>
            <a:ext cx="127462" cy="2562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376756" y="685244"/>
            <a:ext cx="127462" cy="2847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504218" y="713714"/>
            <a:ext cx="127462" cy="3014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631680" y="743855"/>
            <a:ext cx="127461" cy="3057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759141" y="774429"/>
            <a:ext cx="127462" cy="2974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886603" y="804178"/>
            <a:ext cx="127462" cy="277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014065" y="831881"/>
            <a:ext cx="127462" cy="2451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141527" y="856398"/>
            <a:ext cx="127462" cy="2032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268989" y="876722"/>
            <a:ext cx="127461" cy="1529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396450" y="892016"/>
            <a:ext cx="127462" cy="963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523912" y="901653"/>
            <a:ext cx="127462" cy="358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651374" y="902619"/>
            <a:ext cx="127462" cy="261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778836" y="893908"/>
            <a:ext cx="127462" cy="871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906298" y="879461"/>
            <a:ext cx="127462" cy="1444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1033760" y="859873"/>
            <a:ext cx="127461" cy="195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61221" y="835949"/>
            <a:ext cx="127462" cy="2392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1288683" y="808672"/>
            <a:ext cx="127462" cy="2727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1416145" y="779163"/>
            <a:ext cx="127462" cy="2950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1543607" y="748636"/>
            <a:ext cx="127462" cy="3052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1671069" y="718344"/>
            <a:ext cx="127461" cy="3029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1798530" y="689534"/>
            <a:ext cx="127462" cy="2881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1925992" y="663389"/>
            <a:ext cx="127462" cy="2614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2053454" y="640984"/>
            <a:ext cx="127462" cy="2240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2180916" y="623241"/>
            <a:ext cx="127462" cy="177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2308378" y="610888"/>
            <a:ext cx="127462" cy="1235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-182880" y="1501188"/>
            <a:ext cx="127462" cy="3043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-55418" y="1472007"/>
            <a:ext cx="127461" cy="2918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2043" y="1445277"/>
            <a:ext cx="127462" cy="2673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99505" y="1422096"/>
            <a:ext cx="127462" cy="2318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26967" y="1403416"/>
            <a:ext cx="127462" cy="1868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54429" y="1390007"/>
            <a:ext cx="127461" cy="1340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81890" y="1382418"/>
            <a:ext cx="127462" cy="758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09352" y="1380963"/>
            <a:ext cx="127462" cy="145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36814" y="1380963"/>
            <a:ext cx="127462" cy="473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64276" y="1385700"/>
            <a:ext cx="127462" cy="1073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091738" y="1396436"/>
            <a:ext cx="127462" cy="1629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219200" y="1412728"/>
            <a:ext cx="127461" cy="2117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346661" y="1433907"/>
            <a:ext cx="127462" cy="2519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474123" y="1459102"/>
            <a:ext cx="127462" cy="2817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601585" y="1487279"/>
            <a:ext cx="127462" cy="2999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729047" y="1517278"/>
            <a:ext cx="127462" cy="305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856509" y="1547866"/>
            <a:ext cx="127461" cy="2992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983970" y="1577787"/>
            <a:ext cx="127462" cy="2802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2111432" y="1605810"/>
            <a:ext cx="127462" cy="2497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2238894" y="1630784"/>
            <a:ext cx="127462" cy="2089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2366356" y="1651681"/>
            <a:ext cx="127462" cy="1596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2493818" y="1667643"/>
            <a:ext cx="127462" cy="1037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2621280" y="1678014"/>
            <a:ext cx="127461" cy="435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2748741" y="1680524"/>
            <a:ext cx="127462" cy="18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2876203" y="1672560"/>
            <a:ext cx="127462" cy="796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3003665" y="1658803"/>
            <a:ext cx="127462" cy="1375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3131127" y="1639817"/>
            <a:ext cx="127462" cy="1898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3258589" y="1616385"/>
            <a:ext cx="127461" cy="2343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3386050" y="1589468"/>
            <a:ext cx="127462" cy="2691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3513512" y="1560173"/>
            <a:ext cx="127462" cy="2929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3640974" y="1529704"/>
            <a:ext cx="127462" cy="3046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3768436" y="1499315"/>
            <a:ext cx="127462" cy="3038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3895898" y="1470253"/>
            <a:ext cx="127461" cy="2906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4023359" y="1443713"/>
            <a:ext cx="127462" cy="2654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4150821" y="1420787"/>
            <a:ext cx="127462" cy="2292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4278283" y="1402417"/>
            <a:ext cx="127462" cy="1837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4405745" y="1389358"/>
            <a:ext cx="127462" cy="130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4533207" y="1382146"/>
            <a:ext cx="127462" cy="721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4660669" y="1381078"/>
            <a:ext cx="127461" cy="106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788130" y="1381078"/>
            <a:ext cx="127462" cy="512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915592" y="1386199"/>
            <a:ext cx="127462" cy="1109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5043054" y="1397297"/>
            <a:ext cx="127462" cy="1661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5170516" y="1413916"/>
            <a:ext cx="127462" cy="2145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5297978" y="1435374"/>
            <a:ext cx="127462" cy="2541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5425440" y="1460788"/>
            <a:ext cx="127461" cy="2832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5552901" y="1489113"/>
            <a:ext cx="127462" cy="3007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5680363" y="1519185"/>
            <a:ext cx="127462" cy="3058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5807825" y="1549769"/>
            <a:ext cx="127462" cy="2983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935287" y="1579607"/>
            <a:ext cx="127462" cy="2786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6062749" y="1607472"/>
            <a:ext cx="127461" cy="2474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6190210" y="1632219"/>
            <a:ext cx="127462" cy="2061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6317672" y="1652831"/>
            <a:ext cx="127462" cy="1563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6445134" y="1668461"/>
            <a:ext cx="127462" cy="1000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6572596" y="1678465"/>
            <a:ext cx="127462" cy="396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6700058" y="1680203"/>
            <a:ext cx="127462" cy="223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6827520" y="1671865"/>
            <a:ext cx="127461" cy="833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6954981" y="1657762"/>
            <a:ext cx="127462" cy="141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7082443" y="1638474"/>
            <a:ext cx="127462" cy="192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7209905" y="1614794"/>
            <a:ext cx="127462" cy="2368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7337367" y="1587694"/>
            <a:ext cx="127462" cy="2710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7464829" y="1558290"/>
            <a:ext cx="127461" cy="2940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7592290" y="1527790"/>
            <a:ext cx="127462" cy="3050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7719752" y="1497447"/>
            <a:ext cx="127462" cy="303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7847214" y="1468508"/>
            <a:ext cx="127462" cy="2893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7974676" y="1442164"/>
            <a:ext cx="127462" cy="2634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8102138" y="1419497"/>
            <a:ext cx="127462" cy="2266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8229600" y="1401438"/>
            <a:ext cx="127461" cy="180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357061" y="1388731"/>
            <a:ext cx="127462" cy="1270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484523" y="1381897"/>
            <a:ext cx="127462" cy="683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8611985" y="1381218"/>
            <a:ext cx="127462" cy="67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8739447" y="1381218"/>
            <a:ext cx="127462" cy="55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8866909" y="1386721"/>
            <a:ext cx="127461" cy="114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8994370" y="1398180"/>
            <a:ext cx="127462" cy="1694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9121832" y="1415124"/>
            <a:ext cx="127462" cy="2173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9249294" y="1436856"/>
            <a:ext cx="127462" cy="2562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9376756" y="1462484"/>
            <a:ext cx="127462" cy="2847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9504218" y="1490954"/>
            <a:ext cx="127462" cy="3014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9631680" y="1521095"/>
            <a:ext cx="127461" cy="3057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9759141" y="1551669"/>
            <a:ext cx="127462" cy="2974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9886603" y="1581418"/>
            <a:ext cx="127462" cy="277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10014065" y="1609121"/>
            <a:ext cx="127462" cy="2451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10141527" y="1633638"/>
            <a:ext cx="127462" cy="2032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10268989" y="1653962"/>
            <a:ext cx="127461" cy="1529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0396450" y="1669256"/>
            <a:ext cx="127462" cy="963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0523912" y="1678893"/>
            <a:ext cx="127462" cy="358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0651374" y="1679859"/>
            <a:ext cx="127462" cy="261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0778836" y="1671148"/>
            <a:ext cx="127462" cy="871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0906298" y="1656701"/>
            <a:ext cx="127462" cy="1444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1033760" y="1637113"/>
            <a:ext cx="127461" cy="195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1161221" y="1613189"/>
            <a:ext cx="127462" cy="2392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1288683" y="1585912"/>
            <a:ext cx="127462" cy="2727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1416145" y="1556403"/>
            <a:ext cx="127462" cy="2950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1543607" y="1525876"/>
            <a:ext cx="127462" cy="3052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1671069" y="1495584"/>
            <a:ext cx="127461" cy="3029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1798530" y="1466774"/>
            <a:ext cx="127462" cy="2881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1925992" y="1440629"/>
            <a:ext cx="127462" cy="2614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2053454" y="1418224"/>
            <a:ext cx="127462" cy="2240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2180916" y="1400481"/>
            <a:ext cx="127462" cy="177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2308378" y="1388128"/>
            <a:ext cx="127462" cy="1235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-182880" y="2278428"/>
            <a:ext cx="127462" cy="3043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-55418" y="2249247"/>
            <a:ext cx="127461" cy="2918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72043" y="2222517"/>
            <a:ext cx="127462" cy="2673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199505" y="2199336"/>
            <a:ext cx="127462" cy="2318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326967" y="2180656"/>
            <a:ext cx="127462" cy="1868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454429" y="2167247"/>
            <a:ext cx="127461" cy="1340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581890" y="2159658"/>
            <a:ext cx="127462" cy="758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709352" y="2158203"/>
            <a:ext cx="127462" cy="145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36814" y="2158203"/>
            <a:ext cx="127462" cy="473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64276" y="2162940"/>
            <a:ext cx="127462" cy="1073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91738" y="2173676"/>
            <a:ext cx="127462" cy="1629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219200" y="2189968"/>
            <a:ext cx="127461" cy="2117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346661" y="2211147"/>
            <a:ext cx="127462" cy="2519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474123" y="2236342"/>
            <a:ext cx="127462" cy="2817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601585" y="2264519"/>
            <a:ext cx="127462" cy="2999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729047" y="2294518"/>
            <a:ext cx="127462" cy="305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1856509" y="2325106"/>
            <a:ext cx="127461" cy="2992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1983970" y="2355027"/>
            <a:ext cx="127462" cy="2802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2111432" y="2383050"/>
            <a:ext cx="127462" cy="2497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2238894" y="2408024"/>
            <a:ext cx="127462" cy="2089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2366356" y="2428921"/>
            <a:ext cx="127462" cy="1596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2493818" y="2444883"/>
            <a:ext cx="127462" cy="1037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2621280" y="2455254"/>
            <a:ext cx="127461" cy="435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2748741" y="2457764"/>
            <a:ext cx="127462" cy="18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2876203" y="2449800"/>
            <a:ext cx="127462" cy="796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3003665" y="2436043"/>
            <a:ext cx="127462" cy="1375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3131127" y="2417057"/>
            <a:ext cx="127462" cy="1898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3258589" y="2393625"/>
            <a:ext cx="127461" cy="2343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3386050" y="2366708"/>
            <a:ext cx="127462" cy="2691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3513512" y="2337413"/>
            <a:ext cx="127462" cy="2929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3640974" y="2306944"/>
            <a:ext cx="127462" cy="3046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3768436" y="2276555"/>
            <a:ext cx="127462" cy="3038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3895898" y="2247493"/>
            <a:ext cx="127461" cy="2906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4023359" y="2220953"/>
            <a:ext cx="127462" cy="2654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4150821" y="2198027"/>
            <a:ext cx="127462" cy="2292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4278283" y="2179657"/>
            <a:ext cx="127462" cy="1837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4405745" y="2166598"/>
            <a:ext cx="127462" cy="130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4533207" y="2159386"/>
            <a:ext cx="127462" cy="721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4660669" y="2158318"/>
            <a:ext cx="127461" cy="106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4788130" y="2158318"/>
            <a:ext cx="127462" cy="512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4915592" y="2163439"/>
            <a:ext cx="127462" cy="1109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5043054" y="2174537"/>
            <a:ext cx="127462" cy="1661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5170516" y="2191156"/>
            <a:ext cx="127462" cy="2145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5297978" y="2212614"/>
            <a:ext cx="127462" cy="2541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5425440" y="2238028"/>
            <a:ext cx="127461" cy="2832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5552901" y="2266353"/>
            <a:ext cx="127462" cy="3007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5680363" y="2296425"/>
            <a:ext cx="127462" cy="3058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5807825" y="2327009"/>
            <a:ext cx="127462" cy="2983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5935287" y="2356847"/>
            <a:ext cx="127462" cy="2786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6062749" y="2384712"/>
            <a:ext cx="127461" cy="2474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6190210" y="2409459"/>
            <a:ext cx="127462" cy="2061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6317672" y="2430071"/>
            <a:ext cx="127462" cy="1563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6445134" y="2445701"/>
            <a:ext cx="127462" cy="1000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6572596" y="2455705"/>
            <a:ext cx="127462" cy="396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6700058" y="2457443"/>
            <a:ext cx="127462" cy="223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6827520" y="2449105"/>
            <a:ext cx="127461" cy="833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6954981" y="2435002"/>
            <a:ext cx="127462" cy="141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7082443" y="2415714"/>
            <a:ext cx="127462" cy="192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7209905" y="2392034"/>
            <a:ext cx="127462" cy="2368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7337367" y="2364934"/>
            <a:ext cx="127462" cy="2710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7464829" y="2335530"/>
            <a:ext cx="127461" cy="2940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7592290" y="2305030"/>
            <a:ext cx="127462" cy="3050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7719752" y="2274687"/>
            <a:ext cx="127462" cy="303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7847214" y="2245748"/>
            <a:ext cx="127462" cy="2893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7974676" y="2219404"/>
            <a:ext cx="127462" cy="2634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8102138" y="2196737"/>
            <a:ext cx="127462" cy="2266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8229600" y="2178678"/>
            <a:ext cx="127461" cy="180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8357061" y="2165971"/>
            <a:ext cx="127462" cy="1270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8484523" y="2159137"/>
            <a:ext cx="127462" cy="683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8611985" y="2158458"/>
            <a:ext cx="127462" cy="67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8739447" y="2158458"/>
            <a:ext cx="127462" cy="55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8866909" y="2163961"/>
            <a:ext cx="127461" cy="114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8994370" y="2175420"/>
            <a:ext cx="127462" cy="1694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9121832" y="2192364"/>
            <a:ext cx="127462" cy="2173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9249294" y="2214096"/>
            <a:ext cx="127462" cy="2562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9376756" y="2239724"/>
            <a:ext cx="127462" cy="2847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9504218" y="2268194"/>
            <a:ext cx="127462" cy="3014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9631680" y="2298335"/>
            <a:ext cx="127461" cy="3057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9759141" y="2328909"/>
            <a:ext cx="127462" cy="2974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9886603" y="2358658"/>
            <a:ext cx="127462" cy="277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0014065" y="2386361"/>
            <a:ext cx="127462" cy="2451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10141527" y="2410878"/>
            <a:ext cx="127462" cy="2032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10268989" y="2431202"/>
            <a:ext cx="127461" cy="1529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10396450" y="2446496"/>
            <a:ext cx="127462" cy="963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10523912" y="2456133"/>
            <a:ext cx="127462" cy="358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10651374" y="2457099"/>
            <a:ext cx="127462" cy="261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10778836" y="2448388"/>
            <a:ext cx="127462" cy="871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10906298" y="2433941"/>
            <a:ext cx="127462" cy="1444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11033760" y="2414353"/>
            <a:ext cx="127461" cy="195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11161221" y="2390429"/>
            <a:ext cx="127462" cy="2392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11288683" y="2363152"/>
            <a:ext cx="127462" cy="2727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11416145" y="2333643"/>
            <a:ext cx="127462" cy="2950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11543607" y="2303116"/>
            <a:ext cx="127462" cy="3052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11671069" y="2272824"/>
            <a:ext cx="127461" cy="3029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11798530" y="2244014"/>
            <a:ext cx="127462" cy="2881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11925992" y="2217869"/>
            <a:ext cx="127462" cy="2614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12053454" y="2195464"/>
            <a:ext cx="127462" cy="2240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12180916" y="2177721"/>
            <a:ext cx="127462" cy="177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12308378" y="2165368"/>
            <a:ext cx="127462" cy="1235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-182880" y="3055668"/>
            <a:ext cx="127462" cy="3043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-55418" y="3026487"/>
            <a:ext cx="127461" cy="2918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72043" y="2999757"/>
            <a:ext cx="127462" cy="2673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199505" y="2976576"/>
            <a:ext cx="127462" cy="2318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326967" y="2957896"/>
            <a:ext cx="127462" cy="1868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454429" y="2944487"/>
            <a:ext cx="127461" cy="1340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581890" y="2936898"/>
            <a:ext cx="127462" cy="758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709352" y="2935443"/>
            <a:ext cx="127462" cy="145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836814" y="2935443"/>
            <a:ext cx="127462" cy="473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964276" y="2940180"/>
            <a:ext cx="127462" cy="1073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1091738" y="2950916"/>
            <a:ext cx="127462" cy="1629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1219200" y="2967208"/>
            <a:ext cx="127461" cy="2117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1346661" y="2988387"/>
            <a:ext cx="127462" cy="2519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1474123" y="3013582"/>
            <a:ext cx="127462" cy="2817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601585" y="3041759"/>
            <a:ext cx="127462" cy="2999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1729047" y="3071758"/>
            <a:ext cx="127462" cy="305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1856509" y="3102346"/>
            <a:ext cx="127461" cy="2992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1983970" y="3132267"/>
            <a:ext cx="127462" cy="2802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2111432" y="3160290"/>
            <a:ext cx="127462" cy="2497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2238894" y="3185264"/>
            <a:ext cx="127462" cy="2089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2366356" y="3206161"/>
            <a:ext cx="127462" cy="1596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2493818" y="3222123"/>
            <a:ext cx="127462" cy="1037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2621280" y="3232494"/>
            <a:ext cx="127461" cy="435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2748741" y="3235004"/>
            <a:ext cx="127462" cy="18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2876203" y="3227040"/>
            <a:ext cx="127462" cy="796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3003665" y="3213283"/>
            <a:ext cx="127462" cy="1375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3131127" y="3194297"/>
            <a:ext cx="127462" cy="1898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3258589" y="3170865"/>
            <a:ext cx="127461" cy="2343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3386050" y="3143948"/>
            <a:ext cx="127462" cy="2691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3513512" y="3114653"/>
            <a:ext cx="127462" cy="2929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3640974" y="3084184"/>
            <a:ext cx="127462" cy="3046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3768436" y="3053795"/>
            <a:ext cx="127462" cy="3038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3895898" y="3024733"/>
            <a:ext cx="127461" cy="2906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4023359" y="2998193"/>
            <a:ext cx="127462" cy="2654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4150821" y="2975267"/>
            <a:ext cx="127462" cy="2292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4278283" y="2956897"/>
            <a:ext cx="127462" cy="1837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4405745" y="2943838"/>
            <a:ext cx="127462" cy="130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4533207" y="2936626"/>
            <a:ext cx="127462" cy="721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4660669" y="2935558"/>
            <a:ext cx="127461" cy="106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4788130" y="2935558"/>
            <a:ext cx="127462" cy="512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4915592" y="2940679"/>
            <a:ext cx="127462" cy="1109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5043054" y="2951777"/>
            <a:ext cx="127462" cy="1661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5170516" y="2968396"/>
            <a:ext cx="127462" cy="2145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5297978" y="2989854"/>
            <a:ext cx="127462" cy="2541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5425440" y="3015268"/>
            <a:ext cx="127461" cy="2832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5552901" y="3043593"/>
            <a:ext cx="127462" cy="3007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5680363" y="3073665"/>
            <a:ext cx="127462" cy="3058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5807825" y="3104249"/>
            <a:ext cx="127462" cy="2983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5935287" y="3134087"/>
            <a:ext cx="127462" cy="2786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6062749" y="3161952"/>
            <a:ext cx="127461" cy="2474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6190210" y="3186699"/>
            <a:ext cx="127462" cy="2061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6317672" y="3207311"/>
            <a:ext cx="127462" cy="1563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6445134" y="3222941"/>
            <a:ext cx="127462" cy="1000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6572596" y="3232945"/>
            <a:ext cx="127462" cy="396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6700058" y="3234683"/>
            <a:ext cx="127462" cy="223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6827520" y="3226345"/>
            <a:ext cx="127461" cy="833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6954981" y="3212242"/>
            <a:ext cx="127462" cy="141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7082443" y="3192954"/>
            <a:ext cx="127462" cy="192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7209905" y="3169274"/>
            <a:ext cx="127462" cy="2368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7337367" y="3142174"/>
            <a:ext cx="127462" cy="2710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7464829" y="3112770"/>
            <a:ext cx="127461" cy="2940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7592290" y="3082270"/>
            <a:ext cx="127462" cy="3050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7719752" y="3051927"/>
            <a:ext cx="127462" cy="303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7847214" y="3022988"/>
            <a:ext cx="127462" cy="2893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7974676" y="2996644"/>
            <a:ext cx="127462" cy="2634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8102138" y="2973977"/>
            <a:ext cx="127462" cy="2266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8229600" y="2955918"/>
            <a:ext cx="127461" cy="180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8357061" y="2943211"/>
            <a:ext cx="127462" cy="1270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8484523" y="2936377"/>
            <a:ext cx="127462" cy="683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8611985" y="2935698"/>
            <a:ext cx="127462" cy="67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8739447" y="2935698"/>
            <a:ext cx="127462" cy="55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8866909" y="2941201"/>
            <a:ext cx="127461" cy="114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8994370" y="2952660"/>
            <a:ext cx="127462" cy="1694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9121832" y="2969604"/>
            <a:ext cx="127462" cy="2173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9249294" y="2991336"/>
            <a:ext cx="127462" cy="2562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9376756" y="3016964"/>
            <a:ext cx="127462" cy="2847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9504218" y="3045434"/>
            <a:ext cx="127462" cy="3014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9631680" y="3075575"/>
            <a:ext cx="127461" cy="3057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9759141" y="3106149"/>
            <a:ext cx="127462" cy="2974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9886603" y="3135898"/>
            <a:ext cx="127462" cy="277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10014065" y="3163601"/>
            <a:ext cx="127462" cy="2451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10141527" y="3188118"/>
            <a:ext cx="127462" cy="2032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10268989" y="3208442"/>
            <a:ext cx="127461" cy="1529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10396450" y="3223736"/>
            <a:ext cx="127462" cy="963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10523912" y="3233373"/>
            <a:ext cx="127462" cy="358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V="1">
            <a:off x="10651374" y="3234339"/>
            <a:ext cx="127462" cy="261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V="1">
            <a:off x="10778836" y="3225628"/>
            <a:ext cx="127462" cy="871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V="1">
            <a:off x="10906298" y="3211181"/>
            <a:ext cx="127462" cy="1444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V="1">
            <a:off x="11033760" y="3191593"/>
            <a:ext cx="127461" cy="195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11161221" y="3167669"/>
            <a:ext cx="127462" cy="2392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11288683" y="3140392"/>
            <a:ext cx="127462" cy="2727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11416145" y="3110883"/>
            <a:ext cx="127462" cy="2950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11543607" y="3080356"/>
            <a:ext cx="127462" cy="3052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11671069" y="3050064"/>
            <a:ext cx="127461" cy="3029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11798530" y="3021254"/>
            <a:ext cx="127462" cy="2881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11925992" y="2995109"/>
            <a:ext cx="127462" cy="2614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12053454" y="2972704"/>
            <a:ext cx="127462" cy="2240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12180916" y="2954961"/>
            <a:ext cx="127462" cy="177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12308378" y="2942608"/>
            <a:ext cx="127462" cy="1235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-182880" y="3832908"/>
            <a:ext cx="127462" cy="3043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-55418" y="3803727"/>
            <a:ext cx="127461" cy="2918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72043" y="3776997"/>
            <a:ext cx="127462" cy="2673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199505" y="3753816"/>
            <a:ext cx="127462" cy="2318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326967" y="3735136"/>
            <a:ext cx="127462" cy="1868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454429" y="3721727"/>
            <a:ext cx="127461" cy="1340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581890" y="3714138"/>
            <a:ext cx="127462" cy="758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709352" y="3712683"/>
            <a:ext cx="127462" cy="145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836814" y="3712683"/>
            <a:ext cx="127462" cy="473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964276" y="3717420"/>
            <a:ext cx="127462" cy="1073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1091738" y="3728156"/>
            <a:ext cx="127462" cy="1629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1219200" y="3744448"/>
            <a:ext cx="127461" cy="2117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1346661" y="3765627"/>
            <a:ext cx="127462" cy="2519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1474123" y="3790822"/>
            <a:ext cx="127462" cy="2817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1601585" y="3818999"/>
            <a:ext cx="127462" cy="2999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1729047" y="3848998"/>
            <a:ext cx="127462" cy="305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1856509" y="3879586"/>
            <a:ext cx="127461" cy="2992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1983970" y="3909507"/>
            <a:ext cx="127462" cy="2802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2111432" y="3937530"/>
            <a:ext cx="127462" cy="2497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2238894" y="3962504"/>
            <a:ext cx="127462" cy="2089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2366356" y="3983401"/>
            <a:ext cx="127462" cy="1596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2493818" y="3999363"/>
            <a:ext cx="127462" cy="1037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2621280" y="4009734"/>
            <a:ext cx="127461" cy="435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2748741" y="4012244"/>
            <a:ext cx="127462" cy="18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2876203" y="4004280"/>
            <a:ext cx="127462" cy="796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3003665" y="3990523"/>
            <a:ext cx="127462" cy="1375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3131127" y="3971537"/>
            <a:ext cx="127462" cy="1898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V="1">
            <a:off x="3258589" y="3948105"/>
            <a:ext cx="127461" cy="2343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3386050" y="3921188"/>
            <a:ext cx="127462" cy="2691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3513512" y="3891893"/>
            <a:ext cx="127462" cy="2929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3640974" y="3861424"/>
            <a:ext cx="127462" cy="3046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3768436" y="3831035"/>
            <a:ext cx="127462" cy="3038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3895898" y="3801973"/>
            <a:ext cx="127461" cy="2906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4023359" y="3775433"/>
            <a:ext cx="127462" cy="2654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4150821" y="3752507"/>
            <a:ext cx="127462" cy="2292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4278283" y="3734137"/>
            <a:ext cx="127462" cy="1837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4405745" y="3721078"/>
            <a:ext cx="127462" cy="130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4533207" y="3713866"/>
            <a:ext cx="127462" cy="721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4660669" y="3712798"/>
            <a:ext cx="127461" cy="106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4788130" y="3712798"/>
            <a:ext cx="127462" cy="512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4915592" y="3717919"/>
            <a:ext cx="127462" cy="1109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5043054" y="3729017"/>
            <a:ext cx="127462" cy="1661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5170516" y="3745636"/>
            <a:ext cx="127462" cy="2145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5297978" y="3767094"/>
            <a:ext cx="127462" cy="2541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5425440" y="3792508"/>
            <a:ext cx="127461" cy="2832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5552901" y="3820833"/>
            <a:ext cx="127462" cy="3007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5680363" y="3850905"/>
            <a:ext cx="127462" cy="3058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5807825" y="3881489"/>
            <a:ext cx="127462" cy="2983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5935287" y="3911327"/>
            <a:ext cx="127462" cy="2786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6062749" y="3939192"/>
            <a:ext cx="127461" cy="2474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6190210" y="3963939"/>
            <a:ext cx="127462" cy="2061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6317672" y="3984551"/>
            <a:ext cx="127462" cy="1563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6445134" y="4000181"/>
            <a:ext cx="127462" cy="1000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6572596" y="4010185"/>
            <a:ext cx="127462" cy="396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6700058" y="4011923"/>
            <a:ext cx="127462" cy="223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6827520" y="4003585"/>
            <a:ext cx="127461" cy="833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6954981" y="3989482"/>
            <a:ext cx="127462" cy="141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7082443" y="3970194"/>
            <a:ext cx="127462" cy="192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7209905" y="3946514"/>
            <a:ext cx="127462" cy="2368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7337367" y="3919414"/>
            <a:ext cx="127462" cy="2710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V="1">
            <a:off x="7464829" y="3890010"/>
            <a:ext cx="127461" cy="2940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7592290" y="3859510"/>
            <a:ext cx="127462" cy="3050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7719752" y="3829167"/>
            <a:ext cx="127462" cy="303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7847214" y="3800228"/>
            <a:ext cx="127462" cy="2893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7974676" y="3773884"/>
            <a:ext cx="127462" cy="2634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8102138" y="3751217"/>
            <a:ext cx="127462" cy="2266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8229600" y="3733158"/>
            <a:ext cx="127461" cy="180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8357061" y="3720451"/>
            <a:ext cx="127462" cy="1270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8484523" y="3713617"/>
            <a:ext cx="127462" cy="683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8611985" y="3712938"/>
            <a:ext cx="127462" cy="67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8739447" y="3712938"/>
            <a:ext cx="127462" cy="55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8866909" y="3718441"/>
            <a:ext cx="127461" cy="114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8994370" y="3729900"/>
            <a:ext cx="127462" cy="1694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9121832" y="3746844"/>
            <a:ext cx="127462" cy="2173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9249294" y="3768576"/>
            <a:ext cx="127462" cy="2562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9376756" y="3794204"/>
            <a:ext cx="127462" cy="2847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9504218" y="3822674"/>
            <a:ext cx="127462" cy="3014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9631680" y="3852815"/>
            <a:ext cx="127461" cy="3057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9759141" y="3883389"/>
            <a:ext cx="127462" cy="2974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9886603" y="3913138"/>
            <a:ext cx="127462" cy="277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10014065" y="3940841"/>
            <a:ext cx="127462" cy="2451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10141527" y="3965358"/>
            <a:ext cx="127462" cy="2032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10268989" y="3985682"/>
            <a:ext cx="127461" cy="1529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10396450" y="4000976"/>
            <a:ext cx="127462" cy="963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10523912" y="4010613"/>
            <a:ext cx="127462" cy="358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V="1">
            <a:off x="10651374" y="4011579"/>
            <a:ext cx="127462" cy="261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V="1">
            <a:off x="10778836" y="4002868"/>
            <a:ext cx="127462" cy="871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V="1">
            <a:off x="10906298" y="3988421"/>
            <a:ext cx="127462" cy="1444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11033760" y="3968833"/>
            <a:ext cx="127461" cy="195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11161221" y="3944909"/>
            <a:ext cx="127462" cy="2392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11288683" y="3917632"/>
            <a:ext cx="127462" cy="2727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V="1">
            <a:off x="11416145" y="3888123"/>
            <a:ext cx="127462" cy="2950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 flipV="1">
            <a:off x="11543607" y="3857596"/>
            <a:ext cx="127462" cy="3052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V="1">
            <a:off x="11671069" y="3827304"/>
            <a:ext cx="127461" cy="3029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V="1">
            <a:off x="11798530" y="3798494"/>
            <a:ext cx="127462" cy="2881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11925992" y="3772349"/>
            <a:ext cx="127462" cy="2614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 flipV="1">
            <a:off x="12053454" y="3749944"/>
            <a:ext cx="127462" cy="2240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 flipV="1">
            <a:off x="12180916" y="3732201"/>
            <a:ext cx="127462" cy="177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 flipV="1">
            <a:off x="12308378" y="3719848"/>
            <a:ext cx="127462" cy="1235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V="1">
            <a:off x="-182880" y="4610148"/>
            <a:ext cx="127462" cy="3043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V="1">
            <a:off x="-55418" y="4580967"/>
            <a:ext cx="127461" cy="2918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 flipV="1">
            <a:off x="72043" y="4554237"/>
            <a:ext cx="127462" cy="2673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 flipV="1">
            <a:off x="199505" y="4531056"/>
            <a:ext cx="127462" cy="2318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 flipV="1">
            <a:off x="326967" y="4512376"/>
            <a:ext cx="127462" cy="1868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V="1">
            <a:off x="454429" y="4498967"/>
            <a:ext cx="127461" cy="1340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 flipV="1">
            <a:off x="581890" y="4491378"/>
            <a:ext cx="127462" cy="758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V="1">
            <a:off x="709352" y="4489923"/>
            <a:ext cx="127462" cy="145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836814" y="4489923"/>
            <a:ext cx="127462" cy="473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964276" y="4494660"/>
            <a:ext cx="127462" cy="1073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1091738" y="4505396"/>
            <a:ext cx="127462" cy="1629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1219200" y="4521688"/>
            <a:ext cx="127461" cy="2117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>
            <a:off x="1346661" y="4542867"/>
            <a:ext cx="127462" cy="2519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>
            <a:off x="1474123" y="4568062"/>
            <a:ext cx="127462" cy="2817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1601585" y="4596239"/>
            <a:ext cx="127462" cy="2999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1729047" y="4626238"/>
            <a:ext cx="127462" cy="305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1856509" y="4656826"/>
            <a:ext cx="127461" cy="2992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>
            <a:off x="1983970" y="4686747"/>
            <a:ext cx="127462" cy="2802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2111432" y="4714770"/>
            <a:ext cx="127462" cy="2497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2238894" y="4739744"/>
            <a:ext cx="127462" cy="2089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2366356" y="4760641"/>
            <a:ext cx="127462" cy="1596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2493818" y="4776603"/>
            <a:ext cx="127462" cy="1037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2621280" y="4786974"/>
            <a:ext cx="127461" cy="435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2748741" y="4789484"/>
            <a:ext cx="127462" cy="18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 flipV="1">
            <a:off x="2876203" y="4781520"/>
            <a:ext cx="127462" cy="796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 flipV="1">
            <a:off x="3003665" y="4767763"/>
            <a:ext cx="127462" cy="1375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 flipV="1">
            <a:off x="3131127" y="4748777"/>
            <a:ext cx="127462" cy="1898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V="1">
            <a:off x="3258589" y="4725345"/>
            <a:ext cx="127461" cy="2343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V="1">
            <a:off x="3386050" y="4698428"/>
            <a:ext cx="127462" cy="2691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V="1">
            <a:off x="3513512" y="4669133"/>
            <a:ext cx="127462" cy="2929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V="1">
            <a:off x="3640974" y="4638664"/>
            <a:ext cx="127462" cy="3046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V="1">
            <a:off x="3768436" y="4608275"/>
            <a:ext cx="127462" cy="3038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 flipV="1">
            <a:off x="3895898" y="4579213"/>
            <a:ext cx="127461" cy="2906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 flipV="1">
            <a:off x="4023359" y="4552673"/>
            <a:ext cx="127462" cy="2654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 flipV="1">
            <a:off x="4150821" y="4529747"/>
            <a:ext cx="127462" cy="22926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V="1">
            <a:off x="4278283" y="4511377"/>
            <a:ext cx="127462" cy="1837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V="1">
            <a:off x="4405745" y="4498318"/>
            <a:ext cx="127462" cy="130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V="1">
            <a:off x="4533207" y="4491106"/>
            <a:ext cx="127462" cy="721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 flipV="1">
            <a:off x="4660669" y="4490038"/>
            <a:ext cx="127461" cy="106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>
            <a:off x="4788130" y="4490038"/>
            <a:ext cx="127462" cy="512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>
            <a:off x="4915592" y="4495159"/>
            <a:ext cx="127462" cy="1109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5043054" y="4506257"/>
            <a:ext cx="127462" cy="1661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>
            <a:off x="5170516" y="4522876"/>
            <a:ext cx="127462" cy="2145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>
            <a:off x="5297978" y="4544334"/>
            <a:ext cx="127462" cy="2541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>
            <a:off x="5425440" y="4569748"/>
            <a:ext cx="127461" cy="2832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5552901" y="4598073"/>
            <a:ext cx="127462" cy="3007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5680363" y="4628145"/>
            <a:ext cx="127462" cy="3058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>
            <a:off x="5807825" y="4658729"/>
            <a:ext cx="127462" cy="2983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>
            <a:off x="5935287" y="4688567"/>
            <a:ext cx="127462" cy="2786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6062749" y="4716432"/>
            <a:ext cx="127461" cy="2474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6190210" y="4741179"/>
            <a:ext cx="127462" cy="2061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6317672" y="4761791"/>
            <a:ext cx="127462" cy="1563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6445134" y="4777421"/>
            <a:ext cx="127462" cy="1000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6572596" y="4787425"/>
            <a:ext cx="127462" cy="396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V="1">
            <a:off x="6700058" y="4789163"/>
            <a:ext cx="127462" cy="223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V="1">
            <a:off x="6827520" y="4780825"/>
            <a:ext cx="127461" cy="833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 flipV="1">
            <a:off x="6954981" y="4766722"/>
            <a:ext cx="127462" cy="141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 flipV="1">
            <a:off x="7082443" y="4747434"/>
            <a:ext cx="127462" cy="192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V="1">
            <a:off x="7209905" y="4723754"/>
            <a:ext cx="127462" cy="2368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V="1">
            <a:off x="7337367" y="4696654"/>
            <a:ext cx="127462" cy="2710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 flipV="1">
            <a:off x="7464829" y="4667250"/>
            <a:ext cx="127461" cy="2940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V="1">
            <a:off x="7592290" y="4636750"/>
            <a:ext cx="127462" cy="3050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V="1">
            <a:off x="7719752" y="4606407"/>
            <a:ext cx="127462" cy="303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V="1">
            <a:off x="7847214" y="4577468"/>
            <a:ext cx="127462" cy="2893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V="1">
            <a:off x="7974676" y="4551124"/>
            <a:ext cx="127462" cy="2634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8102138" y="4528457"/>
            <a:ext cx="127462" cy="2266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8229600" y="4510398"/>
            <a:ext cx="127461" cy="180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V="1">
            <a:off x="8357061" y="4497691"/>
            <a:ext cx="127462" cy="1270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V="1">
            <a:off x="8484523" y="4490857"/>
            <a:ext cx="127462" cy="683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8611985" y="4490178"/>
            <a:ext cx="127462" cy="67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8739447" y="4490178"/>
            <a:ext cx="127462" cy="55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8866909" y="4495681"/>
            <a:ext cx="127461" cy="1145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8994370" y="4507140"/>
            <a:ext cx="127462" cy="1694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9121832" y="4524084"/>
            <a:ext cx="127462" cy="2173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9249294" y="4545816"/>
            <a:ext cx="127462" cy="2562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9376756" y="4571444"/>
            <a:ext cx="127462" cy="2847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9504218" y="4599914"/>
            <a:ext cx="127462" cy="3014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9631680" y="4630055"/>
            <a:ext cx="127461" cy="3057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9759141" y="4660629"/>
            <a:ext cx="127462" cy="2974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9886603" y="4690378"/>
            <a:ext cx="127462" cy="2770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0014065" y="4718081"/>
            <a:ext cx="127462" cy="2451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10141527" y="4742598"/>
            <a:ext cx="127462" cy="2032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10268989" y="4762922"/>
            <a:ext cx="127461" cy="1529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10396450" y="4778216"/>
            <a:ext cx="127462" cy="963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10523912" y="4787853"/>
            <a:ext cx="127462" cy="358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10651374" y="4788819"/>
            <a:ext cx="127462" cy="261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10778836" y="4780108"/>
            <a:ext cx="127462" cy="871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V="1">
            <a:off x="10906298" y="4765661"/>
            <a:ext cx="127462" cy="1444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11033760" y="4746073"/>
            <a:ext cx="127461" cy="19588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11161221" y="4722149"/>
            <a:ext cx="127462" cy="23924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11288683" y="4694872"/>
            <a:ext cx="127462" cy="2727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V="1">
            <a:off x="11416145" y="4665363"/>
            <a:ext cx="127462" cy="29509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V="1">
            <a:off x="11543607" y="4634836"/>
            <a:ext cx="127462" cy="30527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11671069" y="4604544"/>
            <a:ext cx="127461" cy="30292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V="1">
            <a:off x="11798530" y="4575734"/>
            <a:ext cx="127462" cy="2881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11925992" y="4549589"/>
            <a:ext cx="127462" cy="2614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 flipV="1">
            <a:off x="12053454" y="4527184"/>
            <a:ext cx="127462" cy="22405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12180916" y="4509441"/>
            <a:ext cx="127462" cy="1774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 flipV="1">
            <a:off x="12308378" y="4497088"/>
            <a:ext cx="127462" cy="12353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Oval 595"/>
          <p:cNvSpPr/>
          <p:nvPr/>
        </p:nvSpPr>
        <p:spPr>
          <a:xfrm>
            <a:off x="9052560" y="502920"/>
            <a:ext cx="2377440" cy="2377440"/>
          </a:xfrm>
          <a:prstGeom prst="ellipse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9692640" y="1143000"/>
            <a:ext cx="1097280" cy="1097280"/>
          </a:xfrm>
          <a:prstGeom prst="ellipse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868680" y="1234440"/>
            <a:ext cx="7863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频移法（FSM / FSA）原理详解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896112" y="1938528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468C2"/>
                </a:solidFill>
                <a:latin typeface="Microsoft YaHei"/>
                <a:ea typeface="Microsoft YaHei"/>
                <a:cs typeface="Microsoft YaHei"/>
              </a:rPr>
              <a:t>从条纹图像到投影仪坐标对应关系</a:t>
            </a:r>
          </a:p>
        </p:txBody>
      </p:sp>
      <p:sp>
        <p:nvSpPr>
          <p:cNvPr id="600" name="Rounded Rectangle 599"/>
          <p:cNvSpPr/>
          <p:nvPr/>
        </p:nvSpPr>
        <p:spPr>
          <a:xfrm>
            <a:off x="896112" y="2542032"/>
            <a:ext cx="4480560" cy="438912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TextBox 600"/>
          <p:cNvSpPr txBox="1"/>
          <p:nvPr/>
        </p:nvSpPr>
        <p:spPr>
          <a:xfrm>
            <a:off x="1005840" y="2679192"/>
            <a:ext cx="4251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结构光三维重建 · 解码方法专题</a:t>
            </a:r>
          </a:p>
        </p:txBody>
      </p:sp>
      <p:sp>
        <p:nvSpPr>
          <p:cNvPr id="602" name="Rounded Rectangle 601"/>
          <p:cNvSpPr/>
          <p:nvPr/>
        </p:nvSpPr>
        <p:spPr>
          <a:xfrm>
            <a:off x="896112" y="3977639"/>
            <a:ext cx="1298448" cy="640080"/>
          </a:xfrm>
          <a:prstGeom prst="roundRect">
            <a:avLst/>
          </a:prstGeom>
          <a:solidFill>
            <a:srgbClr val="E6F9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941832" y="4178807"/>
            <a:ext cx="120700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条纹采集</a:t>
            </a:r>
          </a:p>
        </p:txBody>
      </p:sp>
      <p:cxnSp>
        <p:nvCxnSpPr>
          <p:cNvPr id="604" name="Connector 603"/>
          <p:cNvCxnSpPr/>
          <p:nvPr/>
        </p:nvCxnSpPr>
        <p:spPr>
          <a:xfrm>
            <a:off x="2221991" y="4297679"/>
            <a:ext cx="201169" cy="0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2450591" y="3977639"/>
            <a:ext cx="1298448" cy="640080"/>
          </a:xfrm>
          <a:prstGeom prst="roundRect">
            <a:avLst/>
          </a:prstGeom>
          <a:solidFill>
            <a:srgbClr val="E6F9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2496311" y="4178807"/>
            <a:ext cx="120700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607" name="Connector 606"/>
          <p:cNvCxnSpPr/>
          <p:nvPr/>
        </p:nvCxnSpPr>
        <p:spPr>
          <a:xfrm>
            <a:off x="3776472" y="4297679"/>
            <a:ext cx="201167" cy="0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8" name="Rounded Rectangle 607"/>
          <p:cNvSpPr/>
          <p:nvPr/>
        </p:nvSpPr>
        <p:spPr>
          <a:xfrm>
            <a:off x="4005072" y="3977639"/>
            <a:ext cx="1298448" cy="640080"/>
          </a:xfrm>
          <a:prstGeom prst="roundRect">
            <a:avLst/>
          </a:prstGeom>
          <a:solidFill>
            <a:srgbClr val="E6F9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4050791" y="4178807"/>
            <a:ext cx="120700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频率响应</a:t>
            </a:r>
          </a:p>
        </p:txBody>
      </p:sp>
      <p:cxnSp>
        <p:nvCxnSpPr>
          <p:cNvPr id="610" name="Connector 609"/>
          <p:cNvCxnSpPr/>
          <p:nvPr/>
        </p:nvCxnSpPr>
        <p:spPr>
          <a:xfrm>
            <a:off x="5330952" y="4297679"/>
            <a:ext cx="201168" cy="0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1" name="Rounded Rectangle 610"/>
          <p:cNvSpPr/>
          <p:nvPr/>
        </p:nvSpPr>
        <p:spPr>
          <a:xfrm>
            <a:off x="5559552" y="3977639"/>
            <a:ext cx="1298448" cy="640080"/>
          </a:xfrm>
          <a:prstGeom prst="roundRect">
            <a:avLst/>
          </a:prstGeom>
          <a:solidFill>
            <a:srgbClr val="E6F9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5605272" y="4178807"/>
            <a:ext cx="120700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FFT 峰值</a:t>
            </a:r>
          </a:p>
        </p:txBody>
      </p:sp>
      <p:cxnSp>
        <p:nvCxnSpPr>
          <p:cNvPr id="613" name="Connector 612"/>
          <p:cNvCxnSpPr/>
          <p:nvPr/>
        </p:nvCxnSpPr>
        <p:spPr>
          <a:xfrm>
            <a:off x="6885432" y="4297679"/>
            <a:ext cx="201168" cy="0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Rounded Rectangle 613"/>
          <p:cNvSpPr/>
          <p:nvPr/>
        </p:nvSpPr>
        <p:spPr>
          <a:xfrm>
            <a:off x="7114031" y="3977639"/>
            <a:ext cx="1298448" cy="640080"/>
          </a:xfrm>
          <a:prstGeom prst="roundRect">
            <a:avLst/>
          </a:prstGeom>
          <a:solidFill>
            <a:srgbClr val="E6F9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7159751" y="4178807"/>
            <a:ext cx="120700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投影仪坐标</a:t>
            </a:r>
          </a:p>
        </p:txBody>
      </p:sp>
      <p:sp>
        <p:nvSpPr>
          <p:cNvPr id="616" name="Rounded Rectangle 615"/>
          <p:cNvSpPr/>
          <p:nvPr/>
        </p:nvSpPr>
        <p:spPr>
          <a:xfrm>
            <a:off x="7315200" y="1417320"/>
            <a:ext cx="41605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Rounded Rectangle 616"/>
          <p:cNvSpPr/>
          <p:nvPr/>
        </p:nvSpPr>
        <p:spPr>
          <a:xfrm>
            <a:off x="7315200" y="1417320"/>
            <a:ext cx="109728" cy="3611880"/>
          </a:xfrm>
          <a:prstGeom prst="round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7516368" y="1545336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相机—物体—投影仪</a:t>
            </a:r>
          </a:p>
        </p:txBody>
      </p:sp>
      <p:sp>
        <p:nvSpPr>
          <p:cNvPr id="619" name="Rounded Rectangle 618"/>
          <p:cNvSpPr/>
          <p:nvPr/>
        </p:nvSpPr>
        <p:spPr>
          <a:xfrm>
            <a:off x="7635240" y="2423160"/>
            <a:ext cx="914400" cy="566928"/>
          </a:xfrm>
          <a:prstGeom prst="roundRect">
            <a:avLst/>
          </a:prstGeom>
          <a:solidFill>
            <a:srgbClr val="E6F1FF"/>
          </a:solidFill>
          <a:ln w="12700">
            <a:solidFill>
              <a:srgbClr val="246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7635240" y="2606040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468C2"/>
                </a:solidFill>
                <a:latin typeface="Microsoft YaHei"/>
                <a:ea typeface="Microsoft YaHei"/>
                <a:cs typeface="Microsoft YaHei"/>
              </a:rPr>
              <a:t>投影仪</a:t>
            </a:r>
          </a:p>
        </p:txBody>
      </p:sp>
      <p:sp>
        <p:nvSpPr>
          <p:cNvPr id="621" name="Hexagon 620"/>
          <p:cNvSpPr/>
          <p:nvPr/>
        </p:nvSpPr>
        <p:spPr>
          <a:xfrm>
            <a:off x="9326880" y="2377440"/>
            <a:ext cx="914400" cy="914400"/>
          </a:xfrm>
          <a:prstGeom prst="hexagon">
            <a:avLst/>
          </a:prstGeom>
          <a:solidFill>
            <a:srgbClr val="FFF2E9"/>
          </a:solidFill>
          <a:ln w="12700">
            <a:solidFill>
              <a:srgbClr val="F5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9326880" y="2715768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8C4A"/>
                </a:solidFill>
                <a:latin typeface="Microsoft YaHei"/>
                <a:ea typeface="Microsoft YaHei"/>
                <a:cs typeface="Microsoft YaHei"/>
              </a:rPr>
              <a:t>物体</a:t>
            </a:r>
          </a:p>
        </p:txBody>
      </p:sp>
      <p:sp>
        <p:nvSpPr>
          <p:cNvPr id="623" name="Rounded Rectangle 622"/>
          <p:cNvSpPr/>
          <p:nvPr/>
        </p:nvSpPr>
        <p:spPr>
          <a:xfrm>
            <a:off x="10927080" y="2423160"/>
            <a:ext cx="914400" cy="566928"/>
          </a:xfrm>
          <a:prstGeom prst="roundRect">
            <a:avLst/>
          </a:prstGeom>
          <a:solidFill>
            <a:srgbClr val="EBF9EE"/>
          </a:solidFill>
          <a:ln w="12700">
            <a:solidFill>
              <a:srgbClr val="58A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10927080" y="2606040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8AE72"/>
                </a:solidFill>
                <a:latin typeface="Microsoft YaHei"/>
                <a:ea typeface="Microsoft YaHei"/>
                <a:cs typeface="Microsoft YaHei"/>
              </a:rPr>
              <a:t>相机</a:t>
            </a:r>
          </a:p>
        </p:txBody>
      </p:sp>
      <p:cxnSp>
        <p:nvCxnSpPr>
          <p:cNvPr id="625" name="Connector 624"/>
          <p:cNvCxnSpPr/>
          <p:nvPr/>
        </p:nvCxnSpPr>
        <p:spPr>
          <a:xfrm>
            <a:off x="8549640" y="2715768"/>
            <a:ext cx="777240" cy="0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0241280" y="2715768"/>
            <a:ext cx="685800" cy="0"/>
          </a:xfrm>
          <a:prstGeom prst="line">
            <a:avLst/>
          </a:prstGeom>
          <a:ln w="254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7" name="TextBox 626"/>
          <p:cNvSpPr txBox="1"/>
          <p:nvPr/>
        </p:nvSpPr>
        <p:spPr>
          <a:xfrm>
            <a:off x="8641080" y="3593591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(xc, yc)  →  (xp, yp)</a:t>
            </a:r>
          </a:p>
        </p:txBody>
      </p:sp>
      <p:cxnSp>
        <p:nvCxnSpPr>
          <p:cNvPr id="628" name="Connector 627"/>
          <p:cNvCxnSpPr/>
          <p:nvPr/>
        </p:nvCxnSpPr>
        <p:spPr>
          <a:xfrm flipV="1">
            <a:off x="7772400" y="2065089"/>
            <a:ext cx="12007" cy="1517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7784407" y="2050301"/>
            <a:ext cx="12007" cy="14788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7796414" y="2036264"/>
            <a:ext cx="12007" cy="1403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7808421" y="2023333"/>
            <a:ext cx="12008" cy="1293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7820429" y="2011832"/>
            <a:ext cx="12007" cy="1150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7832436" y="2002050"/>
            <a:ext cx="12007" cy="978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V="1">
            <a:off x="7844443" y="1994233"/>
            <a:ext cx="12007" cy="781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V="1">
            <a:off x="7856450" y="1988577"/>
            <a:ext cx="12008" cy="565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V="1">
            <a:off x="7868458" y="1985225"/>
            <a:ext cx="12007" cy="335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7880465" y="1984260"/>
            <a:ext cx="12007" cy="96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7892472" y="1984260"/>
            <a:ext cx="12007" cy="144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7904479" y="1985706"/>
            <a:ext cx="12008" cy="382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7916487" y="1989528"/>
            <a:ext cx="12007" cy="610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7928494" y="1995629"/>
            <a:ext cx="12007" cy="8228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7940501" y="2003857"/>
            <a:ext cx="12008" cy="1014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7952509" y="2014004"/>
            <a:ext cx="12007" cy="1181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7964516" y="2025815"/>
            <a:ext cx="12007" cy="1317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7976523" y="2038994"/>
            <a:ext cx="12007" cy="1421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7988530" y="2053210"/>
            <a:ext cx="12008" cy="1489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8000538" y="2068105"/>
            <a:ext cx="12007" cy="1520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8012545" y="2083306"/>
            <a:ext cx="12007" cy="15124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8024552" y="2098430"/>
            <a:ext cx="12008" cy="14668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8036560" y="2113098"/>
            <a:ext cx="12007" cy="1384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8048567" y="2126940"/>
            <a:ext cx="12007" cy="12670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8060574" y="2139610"/>
            <a:ext cx="12007" cy="1117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8072581" y="2150789"/>
            <a:ext cx="12008" cy="940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8084589" y="2160196"/>
            <a:ext cx="12007" cy="739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8096596" y="2167595"/>
            <a:ext cx="12007" cy="520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8108603" y="2172800"/>
            <a:ext cx="12007" cy="2880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8120610" y="2175680"/>
            <a:ext cx="12008" cy="483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8132618" y="2174236"/>
            <a:ext cx="12007" cy="192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V="1">
            <a:off x="8144625" y="2169949"/>
            <a:ext cx="12007" cy="428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8156632" y="2163408"/>
            <a:ext cx="12008" cy="654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8168640" y="2154779"/>
            <a:ext cx="12007" cy="862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8180647" y="2144277"/>
            <a:ext cx="12007" cy="1050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8192654" y="2132168"/>
            <a:ext cx="12007" cy="1210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 flipV="1">
            <a:off x="8204661" y="2118754"/>
            <a:ext cx="12008" cy="13414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V="1">
            <a:off x="8216669" y="2104373"/>
            <a:ext cx="12007" cy="1438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 flipV="1">
            <a:off x="8228676" y="2089386"/>
            <a:ext cx="12007" cy="1498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 flipV="1">
            <a:off x="8240683" y="2074170"/>
            <a:ext cx="12007" cy="1521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V="1">
            <a:off x="8252690" y="2059107"/>
            <a:ext cx="12008" cy="15063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 flipV="1">
            <a:off x="8264698" y="2044575"/>
            <a:ext cx="12007" cy="1453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 flipV="1">
            <a:off x="8276705" y="2030940"/>
            <a:ext cx="12007" cy="1363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 flipV="1">
            <a:off x="8288712" y="2018544"/>
            <a:ext cx="12008" cy="1239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 flipV="1">
            <a:off x="8300720" y="2007698"/>
            <a:ext cx="12007" cy="1084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 flipV="1">
            <a:off x="8312727" y="1998676"/>
            <a:ext cx="12007" cy="902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 flipV="1">
            <a:off x="8324734" y="1991702"/>
            <a:ext cx="12007" cy="6974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8336741" y="1986954"/>
            <a:ext cx="12008" cy="4748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 flipV="1">
            <a:off x="8348749" y="1984549"/>
            <a:ext cx="12007" cy="240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8360756" y="1984549"/>
            <a:ext cx="12007" cy="0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8372763" y="1984549"/>
            <a:ext cx="12007" cy="240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8384770" y="1986954"/>
            <a:ext cx="12008" cy="4748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8396778" y="1991702"/>
            <a:ext cx="12007" cy="6974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8408785" y="1998676"/>
            <a:ext cx="12007" cy="902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8420792" y="2007698"/>
            <a:ext cx="12008" cy="1084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8432800" y="2018544"/>
            <a:ext cx="12007" cy="1239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8444807" y="2030940"/>
            <a:ext cx="12007" cy="1363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8456814" y="2044575"/>
            <a:ext cx="12007" cy="1453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8468821" y="2059107"/>
            <a:ext cx="12008" cy="15063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8480829" y="2074170"/>
            <a:ext cx="12007" cy="1521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8492836" y="2089386"/>
            <a:ext cx="12007" cy="1498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8504843" y="2104373"/>
            <a:ext cx="12007" cy="1438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8516850" y="2118754"/>
            <a:ext cx="12008" cy="13414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8528858" y="2132168"/>
            <a:ext cx="12007" cy="1210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8540865" y="2144277"/>
            <a:ext cx="12007" cy="1050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8552872" y="2154779"/>
            <a:ext cx="12008" cy="862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8564880" y="2163408"/>
            <a:ext cx="12007" cy="654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8576887" y="2169949"/>
            <a:ext cx="12007" cy="428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8588894" y="2174236"/>
            <a:ext cx="12007" cy="192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V="1">
            <a:off x="8600901" y="2175680"/>
            <a:ext cx="12008" cy="483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V="1">
            <a:off x="8612909" y="2172800"/>
            <a:ext cx="12007" cy="2880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V="1">
            <a:off x="8624916" y="2167595"/>
            <a:ext cx="12007" cy="520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 flipV="1">
            <a:off x="8636923" y="2160196"/>
            <a:ext cx="12007" cy="739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 flipV="1">
            <a:off x="8648930" y="2150789"/>
            <a:ext cx="12008" cy="940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V="1">
            <a:off x="8660938" y="2139610"/>
            <a:ext cx="12007" cy="1117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V="1">
            <a:off x="8672945" y="2126940"/>
            <a:ext cx="12007" cy="12670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V="1">
            <a:off x="8684952" y="2113098"/>
            <a:ext cx="12008" cy="1384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V="1">
            <a:off x="8696960" y="2098430"/>
            <a:ext cx="12007" cy="14668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V="1">
            <a:off x="8708967" y="2083306"/>
            <a:ext cx="12007" cy="15124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 flipV="1">
            <a:off x="8720974" y="2068105"/>
            <a:ext cx="12007" cy="1520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 flipV="1">
            <a:off x="8732981" y="2053210"/>
            <a:ext cx="12008" cy="1489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V="1">
            <a:off x="8744989" y="2038994"/>
            <a:ext cx="12007" cy="1421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V="1">
            <a:off x="8756996" y="2025815"/>
            <a:ext cx="12007" cy="1317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V="1">
            <a:off x="8769003" y="2014004"/>
            <a:ext cx="12007" cy="1181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V="1">
            <a:off x="8781010" y="2003857"/>
            <a:ext cx="12008" cy="1014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V="1">
            <a:off x="8793018" y="1995629"/>
            <a:ext cx="12007" cy="8228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V="1">
            <a:off x="8805025" y="1989528"/>
            <a:ext cx="12007" cy="610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V="1">
            <a:off x="8817032" y="1985706"/>
            <a:ext cx="12008" cy="382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V="1">
            <a:off x="8829040" y="1984260"/>
            <a:ext cx="12007" cy="144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8841047" y="1984260"/>
            <a:ext cx="12007" cy="96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8853054" y="1985225"/>
            <a:ext cx="12007" cy="335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8865061" y="1988577"/>
            <a:ext cx="12008" cy="565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8877069" y="1994233"/>
            <a:ext cx="12007" cy="781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8889076" y="2002050"/>
            <a:ext cx="12007" cy="978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8901083" y="2011832"/>
            <a:ext cx="12007" cy="1150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8913090" y="2023333"/>
            <a:ext cx="12008" cy="1293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8925098" y="2036264"/>
            <a:ext cx="12007" cy="1403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8937105" y="2050301"/>
            <a:ext cx="12007" cy="14788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8949112" y="2065089"/>
            <a:ext cx="12008" cy="1517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TextBox 726"/>
          <p:cNvSpPr txBox="1"/>
          <p:nvPr/>
        </p:nvSpPr>
        <p:spPr>
          <a:xfrm>
            <a:off x="8732520" y="182880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条纹投射与反射</a:t>
            </a:r>
          </a:p>
        </p:txBody>
      </p:sp>
      <p:sp>
        <p:nvSpPr>
          <p:cNvPr id="728" name="TextBox 727"/>
          <p:cNvSpPr txBox="1"/>
          <p:nvPr/>
        </p:nvSpPr>
        <p:spPr>
          <a:xfrm>
            <a:off x="896112" y="598932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Beauty + Compatibility Edition</a:t>
            </a:r>
          </a:p>
        </p:txBody>
      </p:sp>
      <p:sp>
        <p:nvSpPr>
          <p:cNvPr id="729" name="TextBox 728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730" name="TextBox 729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讲解路线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325880"/>
            <a:ext cx="4892040" cy="1143000"/>
          </a:xfrm>
          <a:prstGeom prst="roundRect">
            <a:avLst/>
          </a:prstGeom>
          <a:solidFill>
            <a:srgbClr val="E6F1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1325880"/>
            <a:ext cx="109728" cy="1143000"/>
          </a:xfrm>
          <a:prstGeom prst="round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4128" y="1490472"/>
            <a:ext cx="585216" cy="301752"/>
          </a:xfrm>
          <a:prstGeom prst="round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1554480"/>
            <a:ext cx="585216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709928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问题背景与方法目标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011680"/>
            <a:ext cx="3611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逐页解释原理、实现和展示逻辑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325880"/>
            <a:ext cx="4892040" cy="1143000"/>
          </a:xfrm>
          <a:prstGeom prst="roundRect">
            <a:avLst/>
          </a:prstGeom>
          <a:solidFill>
            <a:srgbClr val="E6F9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1325880"/>
            <a:ext cx="109728" cy="1143000"/>
          </a:xfrm>
          <a:prstGeom prst="round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56248" y="1490472"/>
            <a:ext cx="585216" cy="301752"/>
          </a:xfrm>
          <a:prstGeom prst="round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1554480"/>
            <a:ext cx="585216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1709928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四步相移与复信号构造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011680"/>
            <a:ext cx="3611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逐页解释原理、实现和展示逻辑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2834640"/>
            <a:ext cx="4892040" cy="1143000"/>
          </a:xfrm>
          <a:prstGeom prst="roundRect">
            <a:avLst/>
          </a:prstGeom>
          <a:solidFill>
            <a:srgbClr val="FFF2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2834640"/>
            <a:ext cx="109728" cy="1143000"/>
          </a:xfrm>
          <a:prstGeom prst="roundRect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24128" y="2999232"/>
            <a:ext cx="585216" cy="301752"/>
          </a:xfrm>
          <a:prstGeom prst="roundRect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3063240"/>
            <a:ext cx="585216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3218688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多频率与频率轴 FFT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3520440"/>
            <a:ext cx="3611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逐页解释原理、实现和展示逻辑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2834640"/>
            <a:ext cx="4892040" cy="1143000"/>
          </a:xfrm>
          <a:prstGeom prst="roundRect">
            <a:avLst/>
          </a:prstGeom>
          <a:solidFill>
            <a:srgbClr val="EBF9EE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55080" y="2834640"/>
            <a:ext cx="109728" cy="1143000"/>
          </a:xfrm>
          <a:prstGeom prst="roundRect">
            <a:avLst/>
          </a:prstGeom>
          <a:solidFill>
            <a:srgbClr val="58A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56248" y="2999232"/>
            <a:ext cx="585216" cy="301752"/>
          </a:xfrm>
          <a:prstGeom prst="roundRect">
            <a:avLst/>
          </a:prstGeom>
          <a:solidFill>
            <a:srgbClr val="58A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3063240"/>
            <a:ext cx="585216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218688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工程实现与质量诊断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3520440"/>
            <a:ext cx="3611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逐页解释原理、实现和展示逻辑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343400"/>
            <a:ext cx="4892040" cy="1143000"/>
          </a:xfrm>
          <a:prstGeom prst="roundRect">
            <a:avLst/>
          </a:prstGeom>
          <a:solidFill>
            <a:srgbClr val="EFEC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2960" y="4343400"/>
            <a:ext cx="109728" cy="1143000"/>
          </a:xfrm>
          <a:prstGeom prst="roundRect">
            <a:avLst/>
          </a:prstGeom>
          <a:solidFill>
            <a:srgbClr val="7E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4128" y="4507992"/>
            <a:ext cx="585216" cy="301752"/>
          </a:xfrm>
          <a:prstGeom prst="roundRect">
            <a:avLst/>
          </a:prstGeom>
          <a:solidFill>
            <a:srgbClr val="7E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" y="4572000"/>
            <a:ext cx="585216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4727448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0.5 步长改进方案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5029200"/>
            <a:ext cx="3611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逐页解释原理、实现和展示逻辑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4343400"/>
            <a:ext cx="4892040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55080" y="4343400"/>
            <a:ext cx="109728" cy="114300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56248" y="4507992"/>
            <a:ext cx="585216" cy="301752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56248" y="4572000"/>
            <a:ext cx="585216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727448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完整数据流与总结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5029200"/>
            <a:ext cx="3611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逐页解释原理、实现和展示逻辑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结构光三维重建的核心难题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1 ·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4864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20640"/>
          </a:xfrm>
          <a:prstGeom prst="round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166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为什么需要“解码”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892040" cy="3337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5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5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三维重建真正需要的是：每个相机像素对应投影仪上的哪个像素。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5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5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相机看到的是物体表面反射回来的条纹图像，而不是投影仪坐标本身。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5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5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因此必须先做一层“解码”，把条纹响应翻译成投影仪像素坐标。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5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5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FSM / FSA 的作用，就是建立 camera pixel → projector pixel 的映射。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40680"/>
            <a:ext cx="4800600" cy="502920"/>
          </a:xfrm>
          <a:prstGeom prst="roundRect">
            <a:avLst/>
          </a:prstGeom>
          <a:solidFill>
            <a:srgbClr val="E6F1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77840"/>
            <a:ext cx="4526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(xc, yc)  →  (xp, yp)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417320"/>
            <a:ext cx="4572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417320"/>
            <a:ext cx="109728" cy="4434840"/>
          </a:xfrm>
          <a:prstGeom prst="round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1545336"/>
            <a:ext cx="4251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相机—物体—投影仪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59" y="2423160"/>
            <a:ext cx="914400" cy="566928"/>
          </a:xfrm>
          <a:prstGeom prst="roundRect">
            <a:avLst/>
          </a:prstGeom>
          <a:solidFill>
            <a:srgbClr val="E6F1FF"/>
          </a:solidFill>
          <a:ln w="12700">
            <a:solidFill>
              <a:srgbClr val="246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59" y="2606040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468C2"/>
                </a:solidFill>
                <a:latin typeface="Microsoft YaHei"/>
                <a:ea typeface="Microsoft YaHei"/>
                <a:cs typeface="Microsoft YaHei"/>
              </a:rPr>
              <a:t>投影仪</a:t>
            </a:r>
          </a:p>
        </p:txBody>
      </p:sp>
      <p:sp>
        <p:nvSpPr>
          <p:cNvPr id="23" name="Hexagon 22"/>
          <p:cNvSpPr/>
          <p:nvPr/>
        </p:nvSpPr>
        <p:spPr>
          <a:xfrm>
            <a:off x="8458200" y="2377440"/>
            <a:ext cx="914400" cy="914400"/>
          </a:xfrm>
          <a:prstGeom prst="hexagon">
            <a:avLst/>
          </a:prstGeom>
          <a:solidFill>
            <a:srgbClr val="FFF2E9"/>
          </a:solidFill>
          <a:ln w="12700">
            <a:solidFill>
              <a:srgbClr val="F5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2715768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8C4A"/>
                </a:solidFill>
                <a:latin typeface="Microsoft YaHei"/>
                <a:ea typeface="Microsoft YaHei"/>
                <a:cs typeface="Microsoft YaHei"/>
              </a:rPr>
              <a:t>物体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2423160"/>
            <a:ext cx="914400" cy="566928"/>
          </a:xfrm>
          <a:prstGeom prst="roundRect">
            <a:avLst/>
          </a:prstGeom>
          <a:solidFill>
            <a:srgbClr val="EBF9EE"/>
          </a:solidFill>
          <a:ln w="12700">
            <a:solidFill>
              <a:srgbClr val="58A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2606040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8AE72"/>
                </a:solidFill>
                <a:latin typeface="Microsoft YaHei"/>
                <a:ea typeface="Microsoft YaHei"/>
                <a:cs typeface="Microsoft YaHei"/>
              </a:rPr>
              <a:t>相机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80960" y="2715768"/>
            <a:ext cx="777240" cy="0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372600" y="2715768"/>
            <a:ext cx="685800" cy="0"/>
          </a:xfrm>
          <a:prstGeom prst="line">
            <a:avLst/>
          </a:prstGeom>
          <a:ln w="254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0" y="3593591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(xc, yc)  →  (xp, yp)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6903720" y="2065089"/>
            <a:ext cx="12007" cy="1517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915727" y="2050301"/>
            <a:ext cx="12007" cy="14788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927734" y="2036264"/>
            <a:ext cx="12007" cy="1403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939741" y="2023333"/>
            <a:ext cx="12008" cy="1293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951749" y="2011832"/>
            <a:ext cx="12007" cy="1150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963756" y="2002050"/>
            <a:ext cx="12007" cy="978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975763" y="1994233"/>
            <a:ext cx="12007" cy="781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987770" y="1988577"/>
            <a:ext cx="12008" cy="565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999778" y="1985225"/>
            <a:ext cx="12007" cy="335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011785" y="1984260"/>
            <a:ext cx="12007" cy="96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023792" y="1984260"/>
            <a:ext cx="12008" cy="144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035800" y="1985706"/>
            <a:ext cx="12007" cy="382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047807" y="1989528"/>
            <a:ext cx="12007" cy="610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059814" y="1995629"/>
            <a:ext cx="12007" cy="8228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071821" y="2003857"/>
            <a:ext cx="12008" cy="1014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083829" y="2014004"/>
            <a:ext cx="12007" cy="1181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095836" y="2025815"/>
            <a:ext cx="12007" cy="1317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107843" y="2038994"/>
            <a:ext cx="12007" cy="1421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119850" y="2053210"/>
            <a:ext cx="12008" cy="1489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131858" y="2068105"/>
            <a:ext cx="12007" cy="1520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143865" y="2083306"/>
            <a:ext cx="12007" cy="15124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155872" y="2098430"/>
            <a:ext cx="12008" cy="14668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167880" y="2113098"/>
            <a:ext cx="12007" cy="1384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179887" y="2126940"/>
            <a:ext cx="12007" cy="12670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191894" y="2139610"/>
            <a:ext cx="12007" cy="1117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03901" y="2150789"/>
            <a:ext cx="12008" cy="940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215909" y="2160196"/>
            <a:ext cx="12007" cy="739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227916" y="2167595"/>
            <a:ext cx="12007" cy="520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239923" y="2172800"/>
            <a:ext cx="12007" cy="2880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251930" y="2175680"/>
            <a:ext cx="12008" cy="483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263938" y="2174236"/>
            <a:ext cx="12007" cy="192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275945" y="2169949"/>
            <a:ext cx="12007" cy="428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287952" y="2163408"/>
            <a:ext cx="12008" cy="654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299960" y="2154779"/>
            <a:ext cx="12007" cy="862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311967" y="2144277"/>
            <a:ext cx="12007" cy="1050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323974" y="2132168"/>
            <a:ext cx="12007" cy="1210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335981" y="2118754"/>
            <a:ext cx="12008" cy="13414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7347989" y="2104373"/>
            <a:ext cx="12007" cy="1438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359996" y="2089386"/>
            <a:ext cx="12007" cy="1498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372003" y="2074170"/>
            <a:ext cx="12007" cy="1521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384010" y="2059107"/>
            <a:ext cx="12008" cy="15063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396018" y="2044575"/>
            <a:ext cx="12007" cy="1453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408025" y="2030940"/>
            <a:ext cx="12007" cy="1363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420032" y="2018544"/>
            <a:ext cx="12008" cy="1239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432040" y="2007698"/>
            <a:ext cx="12007" cy="1084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444047" y="1998676"/>
            <a:ext cx="12007" cy="902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456054" y="1991702"/>
            <a:ext cx="12007" cy="6974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468061" y="1986954"/>
            <a:ext cx="12008" cy="4748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80069" y="1984549"/>
            <a:ext cx="12007" cy="240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92076" y="1984549"/>
            <a:ext cx="12007" cy="0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04083" y="1984549"/>
            <a:ext cx="12007" cy="240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16090" y="1986954"/>
            <a:ext cx="12008" cy="4748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528098" y="1991702"/>
            <a:ext cx="12007" cy="6974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540105" y="1998676"/>
            <a:ext cx="12007" cy="902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552112" y="2007698"/>
            <a:ext cx="12008" cy="1084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564120" y="2018544"/>
            <a:ext cx="12007" cy="1239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576127" y="2030940"/>
            <a:ext cx="12007" cy="1363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588134" y="2044575"/>
            <a:ext cx="12007" cy="1453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600141" y="2059107"/>
            <a:ext cx="12008" cy="15063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612149" y="2074170"/>
            <a:ext cx="12007" cy="1521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624156" y="2089386"/>
            <a:ext cx="12007" cy="1498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636163" y="2104373"/>
            <a:ext cx="12007" cy="1438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648170" y="2118754"/>
            <a:ext cx="12008" cy="13414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660178" y="2132168"/>
            <a:ext cx="12007" cy="1210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672185" y="2144277"/>
            <a:ext cx="12007" cy="1050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684192" y="2154779"/>
            <a:ext cx="12007" cy="862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696199" y="2163408"/>
            <a:ext cx="12008" cy="654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708207" y="2169949"/>
            <a:ext cx="12007" cy="428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720214" y="2174236"/>
            <a:ext cx="12007" cy="192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732221" y="2175680"/>
            <a:ext cx="12008" cy="483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744229" y="2172800"/>
            <a:ext cx="12007" cy="2880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7756236" y="2167595"/>
            <a:ext cx="12007" cy="520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768243" y="2160196"/>
            <a:ext cx="12007" cy="739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780250" y="2150789"/>
            <a:ext cx="12008" cy="940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792258" y="2139610"/>
            <a:ext cx="12007" cy="1117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804265" y="2126940"/>
            <a:ext cx="12007" cy="12670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816272" y="2113098"/>
            <a:ext cx="12007" cy="1384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828279" y="2098430"/>
            <a:ext cx="12008" cy="14668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840287" y="2083306"/>
            <a:ext cx="12007" cy="15124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852294" y="2068105"/>
            <a:ext cx="12007" cy="1520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864301" y="2053210"/>
            <a:ext cx="12008" cy="1489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876309" y="2038994"/>
            <a:ext cx="12007" cy="1421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7888316" y="2025815"/>
            <a:ext cx="12007" cy="13179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7900323" y="2014004"/>
            <a:ext cx="12007" cy="1181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912330" y="2003857"/>
            <a:ext cx="12008" cy="1014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7924338" y="1995629"/>
            <a:ext cx="12007" cy="8228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7936345" y="1989528"/>
            <a:ext cx="12007" cy="610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7948352" y="1985706"/>
            <a:ext cx="12008" cy="382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960360" y="1984260"/>
            <a:ext cx="12007" cy="144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972367" y="1984260"/>
            <a:ext cx="12007" cy="965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984374" y="1985225"/>
            <a:ext cx="12007" cy="335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96381" y="1988577"/>
            <a:ext cx="12008" cy="5656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8008389" y="1994233"/>
            <a:ext cx="12007" cy="781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20396" y="2002050"/>
            <a:ext cx="12007" cy="9782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32403" y="2011832"/>
            <a:ext cx="12007" cy="1150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44410" y="2023333"/>
            <a:ext cx="12008" cy="1293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056418" y="2036264"/>
            <a:ext cx="12007" cy="14037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068425" y="2050301"/>
            <a:ext cx="12007" cy="14788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080432" y="2065089"/>
            <a:ext cx="12008" cy="15171"/>
          </a:xfrm>
          <a:prstGeom prst="line">
            <a:avLst/>
          </a:prstGeom>
          <a:ln w="254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7863840" y="1828800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条纹投射与反射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FSM 的目标：分方向恢复投影仪坐标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1 · Goal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166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20640"/>
          </a:xfrm>
          <a:prstGeom prst="round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双方向解码思路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709160" cy="3291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3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3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把二维对应关系拆成两个方向独立解码，更清晰也更稳定。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3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3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水平条纹 hor：条纹沿水平方向延伸，恢复投影仪行坐标 yp。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3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3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垂直条纹 ver：条纹沿垂直方向延伸，恢复投影仪列坐标 xp。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3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3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输出不仅有 disp_hor / disp_ver，还有 peak_hor / peak_ver 作为置信度。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71600"/>
            <a:ext cx="4709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1371600"/>
            <a:ext cx="109728" cy="4297680"/>
          </a:xfrm>
          <a:prstGeom prst="round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499616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双方向解码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084832"/>
            <a:ext cx="1828800" cy="2011680"/>
          </a:xfrm>
          <a:prstGeom prst="roundRect">
            <a:avLst/>
          </a:prstGeom>
          <a:solidFill>
            <a:srgbClr val="E6F1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2240280"/>
            <a:ext cx="1554480" cy="82296"/>
          </a:xfrm>
          <a:prstGeom prst="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2450592"/>
            <a:ext cx="1554480" cy="82296"/>
          </a:xfrm>
          <a:prstGeom prst="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7960" y="2660904"/>
            <a:ext cx="1554480" cy="82296"/>
          </a:xfrm>
          <a:prstGeom prst="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2871216"/>
            <a:ext cx="1554480" cy="82296"/>
          </a:xfrm>
          <a:prstGeom prst="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7960" y="3081528"/>
            <a:ext cx="1554480" cy="82296"/>
          </a:xfrm>
          <a:prstGeom prst="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37960" y="3291840"/>
            <a:ext cx="1554480" cy="82296"/>
          </a:xfrm>
          <a:prstGeom prst="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0" y="3502152"/>
            <a:ext cx="1554480" cy="82296"/>
          </a:xfrm>
          <a:prstGeom prst="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45643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468C2"/>
                </a:solidFill>
                <a:latin typeface="Microsoft YaHei"/>
                <a:ea typeface="Microsoft YaHei"/>
                <a:cs typeface="Microsoft YaHei"/>
              </a:rPr>
              <a:t>hor
解码 yp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2084832"/>
            <a:ext cx="1828800" cy="2011680"/>
          </a:xfrm>
          <a:prstGeom prst="roundRect">
            <a:avLst/>
          </a:prstGeom>
          <a:solidFill>
            <a:srgbClr val="E6F9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23960" y="2240280"/>
            <a:ext cx="82296" cy="1554480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4272" y="2240280"/>
            <a:ext cx="82296" cy="1554480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44584" y="2240280"/>
            <a:ext cx="82296" cy="1554480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54896" y="2240280"/>
            <a:ext cx="82296" cy="1554480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65208" y="2240280"/>
            <a:ext cx="82296" cy="1554480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75520" y="2240280"/>
            <a:ext cx="82296" cy="1554480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5832" y="2240280"/>
            <a:ext cx="82296" cy="1554480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345643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ver
解码 xp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4279392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disp_hor / disp_ver
peak_hor / peak_ver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为什么单张条纹图不够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1 · Motivation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3949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单张条纹的局限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783080"/>
            <a:ext cx="4846320" cy="3474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单张正弦条纹具有周期性，很多位置会出现相同灰度值，天然存在多义性。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环境光、表面反射率、物体颜色、曝光与噪声会进一步扰动灰度。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因此 FSM 采用两层序列：每个频率下的多相移图像 + 多个不同频率。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第一层负责抑制直流亮度；第二层负责把位置编码成频率轴上的相位变化率。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17320"/>
            <a:ext cx="46634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109728" cy="4434840"/>
          </a:xfrm>
          <a:prstGeom prst="roundRect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545336"/>
            <a:ext cx="4343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两层序列结构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2011680"/>
            <a:ext cx="3749039" cy="2560320"/>
          </a:xfrm>
          <a:prstGeom prst="roundRect">
            <a:avLst/>
          </a:prstGeom>
          <a:solidFill>
            <a:srgbClr val="FFF2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212848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58C4A"/>
                </a:solidFill>
                <a:latin typeface="Microsoft YaHei"/>
                <a:ea typeface="Microsoft YaHei"/>
                <a:cs typeface="Microsoft YaHei"/>
              </a:rPr>
              <a:t>频率序列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743200"/>
            <a:ext cx="640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880360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127248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0°
90°
180°
270°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9872" y="2743200"/>
            <a:ext cx="640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2" y="2880360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2" y="3127248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0°
90°
180°
270°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24544" y="2743200"/>
            <a:ext cx="640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24544" y="2880360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24544" y="3127248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0°
90°
180°
270°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29216" y="2743200"/>
            <a:ext cx="640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29216" y="2880360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3127248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0°
90°
180°
270°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四步相移：从灰度到复数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2 · Phase Shift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3492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四幅图像构造一个复数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754880" cy="3291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每个频率投影 4 张相移图像：0°、90°、180°、270°。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对同一相机像素、同一频率，可以得到四个灰度值 I0、I1、I2、I3。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通过差分构造余弦分量和正弦分量，再组合成复数信号 D。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这样做既能削弱共同亮度偏移，又能把关键信息转成相位。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5394960"/>
            <a:ext cx="4754880" cy="530352"/>
          </a:xfrm>
          <a:prstGeom prst="roundRect">
            <a:avLst/>
          </a:prstGeom>
          <a:solidFill>
            <a:srgbClr val="FFF2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5532120"/>
            <a:ext cx="448056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Dc = I0 − I2      Ds = I3 − I1      D = Dc + jDs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17320"/>
            <a:ext cx="45720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1417320"/>
            <a:ext cx="109728" cy="3657600"/>
          </a:xfrm>
          <a:prstGeom prst="roundRect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545336"/>
            <a:ext cx="4251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59" y="2148840"/>
            <a:ext cx="8229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6611112" y="2327967"/>
            <a:ext cx="6834" cy="375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617946" y="2324264"/>
            <a:ext cx="6835" cy="370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624781" y="2320657"/>
            <a:ext cx="6835" cy="36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631616" y="2317195"/>
            <a:ext cx="6835" cy="3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38451" y="2313922"/>
            <a:ext cx="6835" cy="32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645286" y="2310882"/>
            <a:ext cx="6835" cy="30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652121" y="2308113"/>
            <a:ext cx="6835" cy="276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658956" y="2305651"/>
            <a:ext cx="6835" cy="2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665791" y="2303530"/>
            <a:ext cx="6835" cy="21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672626" y="2301776"/>
            <a:ext cx="6835" cy="175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679461" y="2300412"/>
            <a:ext cx="6835" cy="136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686296" y="2299457"/>
            <a:ext cx="6834" cy="95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693130" y="2298922"/>
            <a:ext cx="6835" cy="53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699965" y="2298815"/>
            <a:ext cx="6835" cy="1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06800" y="2298815"/>
            <a:ext cx="6835" cy="3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13635" y="2299136"/>
            <a:ext cx="6835" cy="74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20470" y="2299883"/>
            <a:ext cx="6835" cy="1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727305" y="2301044"/>
            <a:ext cx="6835" cy="15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734140" y="2302605"/>
            <a:ext cx="6835" cy="194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740975" y="2304546"/>
            <a:ext cx="6835" cy="229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747810" y="2306841"/>
            <a:ext cx="6835" cy="262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754645" y="2309461"/>
            <a:ext cx="6834" cy="291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761479" y="2312371"/>
            <a:ext cx="6835" cy="3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768314" y="2315532"/>
            <a:ext cx="6835" cy="33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775149" y="2318905"/>
            <a:ext cx="6835" cy="35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781984" y="2322445"/>
            <a:ext cx="6835" cy="36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788819" y="2326106"/>
            <a:ext cx="6835" cy="373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795654" y="2329840"/>
            <a:ext cx="6835" cy="375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802489" y="2333599"/>
            <a:ext cx="6835" cy="373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809324" y="2337333"/>
            <a:ext cx="6835" cy="36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816159" y="2340994"/>
            <a:ext cx="6835" cy="35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822994" y="2344534"/>
            <a:ext cx="6835" cy="33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829829" y="2347907"/>
            <a:ext cx="6835" cy="3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836664" y="2351068"/>
            <a:ext cx="6834" cy="291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843498" y="2353978"/>
            <a:ext cx="6835" cy="262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850333" y="2356598"/>
            <a:ext cx="6835" cy="229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857168" y="2358893"/>
            <a:ext cx="6835" cy="194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864003" y="2360834"/>
            <a:ext cx="6835" cy="15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870838" y="2362395"/>
            <a:ext cx="6835" cy="1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77673" y="2363556"/>
            <a:ext cx="6835" cy="74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884508" y="2364303"/>
            <a:ext cx="6835" cy="3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891343" y="2364517"/>
            <a:ext cx="6835" cy="1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898178" y="2363982"/>
            <a:ext cx="6835" cy="53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905013" y="2363027"/>
            <a:ext cx="6834" cy="95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911847" y="2361663"/>
            <a:ext cx="6835" cy="136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918682" y="2359909"/>
            <a:ext cx="6835" cy="175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925517" y="2357788"/>
            <a:ext cx="6835" cy="21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932352" y="2355326"/>
            <a:ext cx="6835" cy="2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39187" y="2352557"/>
            <a:ext cx="6835" cy="276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946022" y="2349517"/>
            <a:ext cx="6835" cy="30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52857" y="2346244"/>
            <a:ext cx="6835" cy="32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9692" y="2342782"/>
            <a:ext cx="6835" cy="3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66527" y="2339175"/>
            <a:ext cx="6835" cy="36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973362" y="2335472"/>
            <a:ext cx="6835" cy="370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80197" y="2331720"/>
            <a:ext cx="6835" cy="375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987032" y="2327967"/>
            <a:ext cx="6834" cy="375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993866" y="2324264"/>
            <a:ext cx="6835" cy="370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000701" y="2320657"/>
            <a:ext cx="6835" cy="36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007536" y="2317195"/>
            <a:ext cx="6835" cy="3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014371" y="2313922"/>
            <a:ext cx="6835" cy="32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021206" y="2310882"/>
            <a:ext cx="6835" cy="30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028041" y="2308113"/>
            <a:ext cx="6835" cy="276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034876" y="2305651"/>
            <a:ext cx="6835" cy="2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041711" y="2303530"/>
            <a:ext cx="6835" cy="21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048546" y="2301776"/>
            <a:ext cx="6835" cy="175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055381" y="2300412"/>
            <a:ext cx="6834" cy="136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062215" y="2299457"/>
            <a:ext cx="6835" cy="95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7069050" y="2298922"/>
            <a:ext cx="6835" cy="53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7075885" y="2298815"/>
            <a:ext cx="6835" cy="1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082720" y="2298815"/>
            <a:ext cx="6835" cy="3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089555" y="2299136"/>
            <a:ext cx="6835" cy="74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096390" y="2299883"/>
            <a:ext cx="6835" cy="1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103225" y="2301044"/>
            <a:ext cx="6835" cy="15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110060" y="2302605"/>
            <a:ext cx="6835" cy="194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116895" y="2304546"/>
            <a:ext cx="6835" cy="229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123730" y="2306841"/>
            <a:ext cx="6835" cy="262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130565" y="2309461"/>
            <a:ext cx="6835" cy="291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137400" y="2312371"/>
            <a:ext cx="6834" cy="3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144234" y="2315532"/>
            <a:ext cx="6835" cy="33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7151069" y="2318905"/>
            <a:ext cx="6835" cy="35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157904" y="2322445"/>
            <a:ext cx="6835" cy="36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164739" y="2326106"/>
            <a:ext cx="6835" cy="373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171574" y="2329840"/>
            <a:ext cx="6835" cy="375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178409" y="2333599"/>
            <a:ext cx="6835" cy="373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7185244" y="2337333"/>
            <a:ext cx="6835" cy="36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7192079" y="2340994"/>
            <a:ext cx="6835" cy="35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7198914" y="2344534"/>
            <a:ext cx="6835" cy="33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05749" y="2347907"/>
            <a:ext cx="6834" cy="3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212583" y="2351068"/>
            <a:ext cx="6835" cy="291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219418" y="2353978"/>
            <a:ext cx="6835" cy="262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226253" y="2356598"/>
            <a:ext cx="6835" cy="229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233088" y="2358893"/>
            <a:ext cx="6835" cy="194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239923" y="2360834"/>
            <a:ext cx="6835" cy="15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246758" y="2362395"/>
            <a:ext cx="6835" cy="1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253593" y="2363556"/>
            <a:ext cx="6835" cy="74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260428" y="2364303"/>
            <a:ext cx="6835" cy="3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267263" y="2364517"/>
            <a:ext cx="6835" cy="1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7274098" y="2363982"/>
            <a:ext cx="6835" cy="53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7280933" y="2363027"/>
            <a:ext cx="6835" cy="95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611112" y="2437280"/>
            <a:ext cx="6834" cy="4168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617946" y="2433180"/>
            <a:ext cx="6835" cy="410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624781" y="2429213"/>
            <a:ext cx="6835" cy="396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631616" y="2425443"/>
            <a:ext cx="6835" cy="377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638451" y="2421930"/>
            <a:ext cx="6835" cy="351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645286" y="2418731"/>
            <a:ext cx="6835" cy="319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6652121" y="2415898"/>
            <a:ext cx="6835" cy="283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658956" y="2413476"/>
            <a:ext cx="6835" cy="242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6665791" y="2411504"/>
            <a:ext cx="6835" cy="197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672626" y="2410014"/>
            <a:ext cx="6835" cy="149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6679461" y="2409029"/>
            <a:ext cx="6835" cy="98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686296" y="2408566"/>
            <a:ext cx="6834" cy="46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6693130" y="2408566"/>
            <a:ext cx="6835" cy="6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6699965" y="2408633"/>
            <a:ext cx="6835" cy="59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6706800" y="2409227"/>
            <a:ext cx="6835" cy="111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6713635" y="2410340"/>
            <a:ext cx="6835" cy="161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6720470" y="2411953"/>
            <a:ext cx="6835" cy="2088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6727305" y="2414041"/>
            <a:ext cx="6835" cy="2528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6734140" y="2416569"/>
            <a:ext cx="6835" cy="293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6740975" y="2419499"/>
            <a:ext cx="6835" cy="328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6747810" y="2422781"/>
            <a:ext cx="6835" cy="358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6754645" y="2426363"/>
            <a:ext cx="6834" cy="3826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6761479" y="2430189"/>
            <a:ext cx="6835" cy="4006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6768314" y="2434195"/>
            <a:ext cx="6835" cy="412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6775149" y="2438318"/>
            <a:ext cx="6835" cy="417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6781984" y="2442492"/>
            <a:ext cx="6835" cy="415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6788819" y="2446649"/>
            <a:ext cx="6835" cy="40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6795654" y="2450722"/>
            <a:ext cx="6835" cy="392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6802489" y="2454645"/>
            <a:ext cx="6835" cy="371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6809324" y="2458357"/>
            <a:ext cx="6835" cy="343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6816159" y="2461796"/>
            <a:ext cx="6835" cy="311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6822994" y="2464908"/>
            <a:ext cx="6835" cy="273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6829829" y="2467643"/>
            <a:ext cx="6835" cy="231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6836664" y="2469956"/>
            <a:ext cx="6834" cy="185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843498" y="2471810"/>
            <a:ext cx="6835" cy="1366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6850333" y="2473176"/>
            <a:ext cx="6835" cy="85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6857168" y="2474031"/>
            <a:ext cx="6835" cy="33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6864003" y="2474163"/>
            <a:ext cx="6835" cy="19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6870838" y="2473438"/>
            <a:ext cx="6835" cy="72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6877673" y="2472198"/>
            <a:ext cx="6835" cy="12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6884508" y="2470464"/>
            <a:ext cx="6835" cy="173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6891343" y="2468262"/>
            <a:ext cx="6835" cy="220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6898178" y="2465629"/>
            <a:ext cx="6835" cy="263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6905013" y="2462607"/>
            <a:ext cx="6834" cy="302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6911847" y="2459245"/>
            <a:ext cx="6835" cy="33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6918682" y="2455596"/>
            <a:ext cx="6835" cy="364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6925517" y="2451719"/>
            <a:ext cx="6835" cy="387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6932352" y="2447677"/>
            <a:ext cx="6835" cy="404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6939187" y="2443535"/>
            <a:ext cx="6835" cy="414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6946022" y="2439360"/>
            <a:ext cx="6835" cy="417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952857" y="2435218"/>
            <a:ext cx="6835" cy="414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959692" y="2431176"/>
            <a:ext cx="6835" cy="404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966527" y="2427299"/>
            <a:ext cx="6835" cy="387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973362" y="2423650"/>
            <a:ext cx="6835" cy="364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980197" y="2420288"/>
            <a:ext cx="6835" cy="33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987032" y="2417266"/>
            <a:ext cx="6834" cy="302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993866" y="2414633"/>
            <a:ext cx="6835" cy="263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7000701" y="2412431"/>
            <a:ext cx="6835" cy="220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7007536" y="2410697"/>
            <a:ext cx="6835" cy="173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7014371" y="2409457"/>
            <a:ext cx="6835" cy="12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7021206" y="2408732"/>
            <a:ext cx="6835" cy="72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7028041" y="2408533"/>
            <a:ext cx="6835" cy="19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034876" y="2408533"/>
            <a:ext cx="6835" cy="33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041711" y="2408864"/>
            <a:ext cx="6835" cy="85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048546" y="2409719"/>
            <a:ext cx="6835" cy="1366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055381" y="2411085"/>
            <a:ext cx="6834" cy="185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062215" y="2412939"/>
            <a:ext cx="6835" cy="231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069050" y="2415252"/>
            <a:ext cx="6835" cy="273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075885" y="2417987"/>
            <a:ext cx="6835" cy="311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082720" y="2421099"/>
            <a:ext cx="6835" cy="343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089555" y="2424538"/>
            <a:ext cx="6835" cy="371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096390" y="2428250"/>
            <a:ext cx="6835" cy="392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103225" y="2432173"/>
            <a:ext cx="6835" cy="40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110060" y="2436246"/>
            <a:ext cx="6835" cy="415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116895" y="2440403"/>
            <a:ext cx="6835" cy="417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123730" y="2444577"/>
            <a:ext cx="6835" cy="412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130565" y="2448700"/>
            <a:ext cx="6835" cy="4006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137400" y="2452706"/>
            <a:ext cx="6834" cy="3826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7144234" y="2456532"/>
            <a:ext cx="6835" cy="358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7151069" y="2460114"/>
            <a:ext cx="6835" cy="328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7157904" y="2463396"/>
            <a:ext cx="6835" cy="293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7164739" y="2466326"/>
            <a:ext cx="6835" cy="2528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7171574" y="2468854"/>
            <a:ext cx="6835" cy="2088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7178409" y="2470942"/>
            <a:ext cx="6835" cy="161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7185244" y="2472555"/>
            <a:ext cx="6835" cy="111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7192079" y="2473668"/>
            <a:ext cx="6835" cy="59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7198914" y="2474262"/>
            <a:ext cx="6835" cy="6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7205749" y="2473866"/>
            <a:ext cx="6834" cy="46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7212583" y="2472881"/>
            <a:ext cx="6835" cy="98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7219418" y="2471391"/>
            <a:ext cx="6835" cy="149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7226253" y="2469419"/>
            <a:ext cx="6835" cy="197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7233088" y="2466997"/>
            <a:ext cx="6835" cy="242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7239923" y="2464164"/>
            <a:ext cx="6835" cy="283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7246758" y="2460965"/>
            <a:ext cx="6835" cy="319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7253593" y="2457452"/>
            <a:ext cx="6835" cy="351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7260428" y="2453682"/>
            <a:ext cx="6835" cy="377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7267263" y="2449715"/>
            <a:ext cx="6835" cy="396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7274098" y="2445615"/>
            <a:ext cx="6835" cy="410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7280933" y="2441448"/>
            <a:ext cx="6835" cy="416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6611112" y="2547423"/>
            <a:ext cx="6834" cy="375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6617946" y="2543720"/>
            <a:ext cx="6835" cy="370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6624781" y="2540113"/>
            <a:ext cx="6835" cy="36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6631616" y="2536651"/>
            <a:ext cx="6835" cy="3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6638451" y="2533378"/>
            <a:ext cx="6835" cy="32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6645286" y="2530338"/>
            <a:ext cx="6835" cy="30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6652121" y="2527569"/>
            <a:ext cx="6835" cy="276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6658956" y="2525107"/>
            <a:ext cx="6835" cy="2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6665791" y="2522986"/>
            <a:ext cx="6835" cy="21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6672626" y="2521232"/>
            <a:ext cx="6835" cy="175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6679461" y="2519868"/>
            <a:ext cx="6835" cy="136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6686296" y="2518913"/>
            <a:ext cx="6834" cy="95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6693130" y="2518378"/>
            <a:ext cx="6835" cy="53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6699965" y="2518271"/>
            <a:ext cx="6835" cy="1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6706800" y="2518271"/>
            <a:ext cx="6835" cy="3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6713635" y="2518592"/>
            <a:ext cx="6835" cy="74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6720470" y="2519339"/>
            <a:ext cx="6835" cy="1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6727305" y="2520500"/>
            <a:ext cx="6835" cy="15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6734140" y="2522061"/>
            <a:ext cx="6835" cy="194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6740975" y="2524002"/>
            <a:ext cx="6835" cy="229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6747810" y="2526297"/>
            <a:ext cx="6835" cy="262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6754645" y="2528917"/>
            <a:ext cx="6834" cy="291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6761479" y="2531827"/>
            <a:ext cx="6835" cy="3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6768314" y="2534988"/>
            <a:ext cx="6835" cy="33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6775149" y="2538361"/>
            <a:ext cx="6835" cy="35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6781984" y="2541901"/>
            <a:ext cx="6835" cy="36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6788819" y="2545562"/>
            <a:ext cx="6835" cy="373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6795654" y="2549296"/>
            <a:ext cx="6835" cy="375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6802489" y="2553055"/>
            <a:ext cx="6835" cy="373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6809324" y="2556789"/>
            <a:ext cx="6835" cy="36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6816159" y="2560450"/>
            <a:ext cx="6835" cy="35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6822994" y="2563990"/>
            <a:ext cx="6835" cy="33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6829829" y="2567363"/>
            <a:ext cx="6835" cy="3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6836664" y="2570524"/>
            <a:ext cx="6834" cy="291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6843498" y="2573434"/>
            <a:ext cx="6835" cy="262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6850333" y="2576054"/>
            <a:ext cx="6835" cy="229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6857168" y="2578349"/>
            <a:ext cx="6835" cy="194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6864003" y="2580290"/>
            <a:ext cx="6835" cy="15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6870838" y="2581851"/>
            <a:ext cx="6835" cy="1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6877673" y="2583012"/>
            <a:ext cx="6835" cy="74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6884508" y="2583759"/>
            <a:ext cx="6835" cy="3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6891343" y="2583973"/>
            <a:ext cx="6835" cy="1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6898178" y="2583438"/>
            <a:ext cx="6835" cy="53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6905013" y="2582483"/>
            <a:ext cx="6834" cy="95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6911847" y="2581119"/>
            <a:ext cx="6835" cy="136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6918682" y="2579365"/>
            <a:ext cx="6835" cy="175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6925517" y="2577244"/>
            <a:ext cx="6835" cy="21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6932352" y="2574782"/>
            <a:ext cx="6835" cy="2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6939187" y="2572013"/>
            <a:ext cx="6835" cy="276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6946022" y="2568973"/>
            <a:ext cx="6835" cy="30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6952857" y="2565700"/>
            <a:ext cx="6835" cy="32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6959692" y="2562238"/>
            <a:ext cx="6835" cy="3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6966527" y="2558631"/>
            <a:ext cx="6835" cy="36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6973362" y="2554928"/>
            <a:ext cx="6835" cy="370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6980197" y="2551176"/>
            <a:ext cx="6835" cy="375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6987032" y="2547423"/>
            <a:ext cx="6834" cy="375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6993866" y="2543720"/>
            <a:ext cx="6835" cy="370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7000701" y="2540113"/>
            <a:ext cx="6835" cy="36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7007536" y="2536651"/>
            <a:ext cx="6835" cy="3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7014371" y="2533378"/>
            <a:ext cx="6835" cy="32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7021206" y="2530338"/>
            <a:ext cx="6835" cy="30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7028041" y="2527569"/>
            <a:ext cx="6835" cy="276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7034876" y="2525107"/>
            <a:ext cx="6835" cy="2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7041711" y="2522986"/>
            <a:ext cx="6835" cy="21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7048546" y="2521232"/>
            <a:ext cx="6835" cy="175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7055381" y="2519868"/>
            <a:ext cx="6834" cy="136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7062215" y="2518913"/>
            <a:ext cx="6835" cy="95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7069050" y="2518378"/>
            <a:ext cx="6835" cy="53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7075885" y="2518271"/>
            <a:ext cx="6835" cy="1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7082720" y="2518271"/>
            <a:ext cx="6835" cy="3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7089555" y="2518592"/>
            <a:ext cx="6835" cy="74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7096390" y="2519339"/>
            <a:ext cx="6835" cy="1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7103225" y="2520500"/>
            <a:ext cx="6835" cy="15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7110060" y="2522061"/>
            <a:ext cx="6835" cy="194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7116895" y="2524002"/>
            <a:ext cx="6835" cy="229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7123730" y="2526297"/>
            <a:ext cx="6835" cy="262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7130565" y="2528917"/>
            <a:ext cx="6835" cy="291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7137400" y="2531827"/>
            <a:ext cx="6834" cy="3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7144234" y="2534988"/>
            <a:ext cx="6835" cy="33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7151069" y="2538361"/>
            <a:ext cx="6835" cy="35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7157904" y="2541901"/>
            <a:ext cx="6835" cy="36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7164739" y="2545562"/>
            <a:ext cx="6835" cy="373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7171574" y="2549296"/>
            <a:ext cx="6835" cy="375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7178409" y="2553055"/>
            <a:ext cx="6835" cy="373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7185244" y="2556789"/>
            <a:ext cx="6835" cy="36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7192079" y="2560450"/>
            <a:ext cx="6835" cy="35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7198914" y="2563990"/>
            <a:ext cx="6835" cy="33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7205749" y="2567363"/>
            <a:ext cx="6834" cy="3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7212583" y="2570524"/>
            <a:ext cx="6835" cy="291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7219418" y="2573434"/>
            <a:ext cx="6835" cy="262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7226253" y="2576054"/>
            <a:ext cx="6835" cy="229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7233088" y="2578349"/>
            <a:ext cx="6835" cy="194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7239923" y="2580290"/>
            <a:ext cx="6835" cy="15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7246758" y="2581851"/>
            <a:ext cx="6835" cy="1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7253593" y="2583012"/>
            <a:ext cx="6835" cy="74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7260428" y="2583759"/>
            <a:ext cx="6835" cy="3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7267263" y="2583973"/>
            <a:ext cx="6835" cy="1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7274098" y="2583438"/>
            <a:ext cx="6835" cy="53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7280933" y="2582483"/>
            <a:ext cx="6835" cy="95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6611112" y="2656736"/>
            <a:ext cx="6834" cy="4168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6617946" y="2652636"/>
            <a:ext cx="6835" cy="410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6624781" y="2648669"/>
            <a:ext cx="6835" cy="396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6631616" y="2644899"/>
            <a:ext cx="6835" cy="377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6638451" y="2641386"/>
            <a:ext cx="6835" cy="351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6645286" y="2638187"/>
            <a:ext cx="6835" cy="319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6652121" y="2635354"/>
            <a:ext cx="6835" cy="283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6658956" y="2632932"/>
            <a:ext cx="6835" cy="242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6665791" y="2630960"/>
            <a:ext cx="6835" cy="197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6672626" y="2629470"/>
            <a:ext cx="6835" cy="149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6679461" y="2628485"/>
            <a:ext cx="6835" cy="98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6686296" y="2628022"/>
            <a:ext cx="6834" cy="46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6693130" y="2628022"/>
            <a:ext cx="6835" cy="6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6699965" y="2628089"/>
            <a:ext cx="6835" cy="59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6706800" y="2628683"/>
            <a:ext cx="6835" cy="111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6713635" y="2629796"/>
            <a:ext cx="6835" cy="161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6720470" y="2631409"/>
            <a:ext cx="6835" cy="2088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6727305" y="2633497"/>
            <a:ext cx="6835" cy="2528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6734140" y="2636025"/>
            <a:ext cx="6835" cy="293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6740975" y="2638955"/>
            <a:ext cx="6835" cy="328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6747810" y="2642237"/>
            <a:ext cx="6835" cy="358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6754645" y="2645819"/>
            <a:ext cx="6834" cy="3826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6761479" y="2649645"/>
            <a:ext cx="6835" cy="4006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6768314" y="2653651"/>
            <a:ext cx="6835" cy="412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6775149" y="2657774"/>
            <a:ext cx="6835" cy="417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6781984" y="2661948"/>
            <a:ext cx="6835" cy="415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6788819" y="2666105"/>
            <a:ext cx="6835" cy="40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6795654" y="2670178"/>
            <a:ext cx="6835" cy="392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6802489" y="2674101"/>
            <a:ext cx="6835" cy="371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6809324" y="2677813"/>
            <a:ext cx="6835" cy="343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6816159" y="2681252"/>
            <a:ext cx="6835" cy="311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6822994" y="2684364"/>
            <a:ext cx="6835" cy="273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6829829" y="2687099"/>
            <a:ext cx="6835" cy="231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6836664" y="2689412"/>
            <a:ext cx="6834" cy="185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6843498" y="2691266"/>
            <a:ext cx="6835" cy="1366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6850333" y="2692632"/>
            <a:ext cx="6835" cy="85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6857168" y="2693487"/>
            <a:ext cx="6835" cy="33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6864003" y="2693619"/>
            <a:ext cx="6835" cy="19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6870838" y="2692894"/>
            <a:ext cx="6835" cy="72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6877673" y="2691654"/>
            <a:ext cx="6835" cy="12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6884508" y="2689920"/>
            <a:ext cx="6835" cy="173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6891343" y="2687718"/>
            <a:ext cx="6835" cy="220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6898178" y="2685085"/>
            <a:ext cx="6835" cy="263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6905013" y="2682063"/>
            <a:ext cx="6834" cy="302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6911847" y="2678701"/>
            <a:ext cx="6835" cy="33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6918682" y="2675052"/>
            <a:ext cx="6835" cy="364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6925517" y="2671175"/>
            <a:ext cx="6835" cy="387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6932352" y="2667133"/>
            <a:ext cx="6835" cy="404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6939187" y="2662991"/>
            <a:ext cx="6835" cy="414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6946022" y="2658816"/>
            <a:ext cx="6835" cy="417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6952857" y="2654674"/>
            <a:ext cx="6835" cy="414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6959692" y="2650632"/>
            <a:ext cx="6835" cy="404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6966527" y="2646755"/>
            <a:ext cx="6835" cy="387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6973362" y="2643106"/>
            <a:ext cx="6835" cy="364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6980197" y="2639744"/>
            <a:ext cx="6835" cy="33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6987032" y="2636722"/>
            <a:ext cx="6834" cy="302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6993866" y="2634089"/>
            <a:ext cx="6835" cy="263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7000701" y="2631887"/>
            <a:ext cx="6835" cy="220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7007536" y="2630153"/>
            <a:ext cx="6835" cy="173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7014371" y="2628913"/>
            <a:ext cx="6835" cy="12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7021206" y="2628188"/>
            <a:ext cx="6835" cy="72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V="1">
            <a:off x="7028041" y="2627989"/>
            <a:ext cx="6835" cy="19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7034876" y="2627989"/>
            <a:ext cx="6835" cy="33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7041711" y="2628320"/>
            <a:ext cx="6835" cy="85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7048546" y="2629175"/>
            <a:ext cx="6835" cy="1366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7055381" y="2630541"/>
            <a:ext cx="6834" cy="185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7062215" y="2632395"/>
            <a:ext cx="6835" cy="231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7069050" y="2634708"/>
            <a:ext cx="6835" cy="273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7075885" y="2637443"/>
            <a:ext cx="6835" cy="311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7082720" y="2640555"/>
            <a:ext cx="6835" cy="343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7089555" y="2643994"/>
            <a:ext cx="6835" cy="371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7096390" y="2647706"/>
            <a:ext cx="6835" cy="392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7103225" y="2651629"/>
            <a:ext cx="6835" cy="40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7110060" y="2655702"/>
            <a:ext cx="6835" cy="415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7116895" y="2659859"/>
            <a:ext cx="6835" cy="417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7123730" y="2664033"/>
            <a:ext cx="6835" cy="412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7130565" y="2668156"/>
            <a:ext cx="6835" cy="4006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7137400" y="2672162"/>
            <a:ext cx="6834" cy="3826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7144234" y="2675988"/>
            <a:ext cx="6835" cy="358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7151069" y="2679570"/>
            <a:ext cx="6835" cy="328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7157904" y="2682852"/>
            <a:ext cx="6835" cy="293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7164739" y="2685782"/>
            <a:ext cx="6835" cy="2528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7171574" y="2688310"/>
            <a:ext cx="6835" cy="2088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7178409" y="2690398"/>
            <a:ext cx="6835" cy="161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7185244" y="2692011"/>
            <a:ext cx="6835" cy="111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7192079" y="2693124"/>
            <a:ext cx="6835" cy="59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7198914" y="2693718"/>
            <a:ext cx="6835" cy="6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7205749" y="2693322"/>
            <a:ext cx="6834" cy="46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7212583" y="2692337"/>
            <a:ext cx="6835" cy="98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7219418" y="2690847"/>
            <a:ext cx="6835" cy="149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7226253" y="2688875"/>
            <a:ext cx="6835" cy="197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7233088" y="2686453"/>
            <a:ext cx="6835" cy="242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7239923" y="2683620"/>
            <a:ext cx="6835" cy="283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7246758" y="2680421"/>
            <a:ext cx="6835" cy="319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7253593" y="2676908"/>
            <a:ext cx="6835" cy="351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7260428" y="2673138"/>
            <a:ext cx="6835" cy="377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7267263" y="2669171"/>
            <a:ext cx="6835" cy="396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7274098" y="2665071"/>
            <a:ext cx="6835" cy="410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7280933" y="2660904"/>
            <a:ext cx="6835" cy="416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6611112" y="2766879"/>
            <a:ext cx="6834" cy="375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6617946" y="2763176"/>
            <a:ext cx="6835" cy="370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6624781" y="2759569"/>
            <a:ext cx="6835" cy="36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6631616" y="2756107"/>
            <a:ext cx="6835" cy="3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6638451" y="2752834"/>
            <a:ext cx="6835" cy="32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6645286" y="2749794"/>
            <a:ext cx="6835" cy="30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6652121" y="2747025"/>
            <a:ext cx="6835" cy="276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V="1">
            <a:off x="6658956" y="2744563"/>
            <a:ext cx="6835" cy="2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6665791" y="2742442"/>
            <a:ext cx="6835" cy="21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6672626" y="2740688"/>
            <a:ext cx="6835" cy="175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6679461" y="2739324"/>
            <a:ext cx="6835" cy="136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6686296" y="2738369"/>
            <a:ext cx="6834" cy="95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6693130" y="2737834"/>
            <a:ext cx="6835" cy="53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6699965" y="2737727"/>
            <a:ext cx="6835" cy="1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6706800" y="2737727"/>
            <a:ext cx="6835" cy="3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6713635" y="2738048"/>
            <a:ext cx="6835" cy="74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6720470" y="2738795"/>
            <a:ext cx="6835" cy="1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6727305" y="2739956"/>
            <a:ext cx="6835" cy="15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6734140" y="2741517"/>
            <a:ext cx="6835" cy="194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6740975" y="2743458"/>
            <a:ext cx="6835" cy="229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6747810" y="2745753"/>
            <a:ext cx="6835" cy="262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6754645" y="2748373"/>
            <a:ext cx="6834" cy="291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6761479" y="2751283"/>
            <a:ext cx="6835" cy="3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6768314" y="2754444"/>
            <a:ext cx="6835" cy="33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6775149" y="2757817"/>
            <a:ext cx="6835" cy="35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6781984" y="2761357"/>
            <a:ext cx="6835" cy="36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6788819" y="2765018"/>
            <a:ext cx="6835" cy="373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6795654" y="2768752"/>
            <a:ext cx="6835" cy="375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6802489" y="2772511"/>
            <a:ext cx="6835" cy="373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6809324" y="2776245"/>
            <a:ext cx="6835" cy="36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6816159" y="2779906"/>
            <a:ext cx="6835" cy="35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6822994" y="2783446"/>
            <a:ext cx="6835" cy="33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6829829" y="2786819"/>
            <a:ext cx="6835" cy="3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6836664" y="2789980"/>
            <a:ext cx="6834" cy="291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6843498" y="2792890"/>
            <a:ext cx="6835" cy="262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6850333" y="2795510"/>
            <a:ext cx="6835" cy="229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6857168" y="2797805"/>
            <a:ext cx="6835" cy="194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6864003" y="2799746"/>
            <a:ext cx="6835" cy="15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6870838" y="2801307"/>
            <a:ext cx="6835" cy="1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6877673" y="2802468"/>
            <a:ext cx="6835" cy="74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6884508" y="2803215"/>
            <a:ext cx="6835" cy="3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6891343" y="2803429"/>
            <a:ext cx="6835" cy="1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6898178" y="2802894"/>
            <a:ext cx="6835" cy="53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6905013" y="2801939"/>
            <a:ext cx="6834" cy="95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6911847" y="2800575"/>
            <a:ext cx="6835" cy="136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6918682" y="2798821"/>
            <a:ext cx="6835" cy="175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6925517" y="2796700"/>
            <a:ext cx="6835" cy="21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6932352" y="2794238"/>
            <a:ext cx="6835" cy="2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6939187" y="2791469"/>
            <a:ext cx="6835" cy="276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6946022" y="2788429"/>
            <a:ext cx="6835" cy="30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V="1">
            <a:off x="6952857" y="2785156"/>
            <a:ext cx="6835" cy="32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V="1">
            <a:off x="6959692" y="2781694"/>
            <a:ext cx="6835" cy="3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6966527" y="2778087"/>
            <a:ext cx="6835" cy="36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V="1">
            <a:off x="6973362" y="2774384"/>
            <a:ext cx="6835" cy="370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V="1">
            <a:off x="6980197" y="2770632"/>
            <a:ext cx="6835" cy="375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6987032" y="2766879"/>
            <a:ext cx="6834" cy="375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6993866" y="2763176"/>
            <a:ext cx="6835" cy="370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7000701" y="2759569"/>
            <a:ext cx="6835" cy="36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7007536" y="2756107"/>
            <a:ext cx="6835" cy="3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7014371" y="2752834"/>
            <a:ext cx="6835" cy="32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7021206" y="2749794"/>
            <a:ext cx="6835" cy="30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7028041" y="2747025"/>
            <a:ext cx="6835" cy="276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7034876" y="2744563"/>
            <a:ext cx="6835" cy="2462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7041711" y="2742442"/>
            <a:ext cx="6835" cy="21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V="1">
            <a:off x="7048546" y="2740688"/>
            <a:ext cx="6835" cy="175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V="1">
            <a:off x="7055381" y="2739324"/>
            <a:ext cx="6834" cy="136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V="1">
            <a:off x="7062215" y="2738369"/>
            <a:ext cx="6835" cy="95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V="1">
            <a:off x="7069050" y="2737834"/>
            <a:ext cx="6835" cy="53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7075885" y="2737727"/>
            <a:ext cx="6835" cy="1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7082720" y="2737727"/>
            <a:ext cx="6835" cy="3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7089555" y="2738048"/>
            <a:ext cx="6835" cy="74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7096390" y="2738795"/>
            <a:ext cx="6835" cy="1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7103225" y="2739956"/>
            <a:ext cx="6835" cy="15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7110060" y="2741517"/>
            <a:ext cx="6835" cy="194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7116895" y="2743458"/>
            <a:ext cx="6835" cy="229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7123730" y="2745753"/>
            <a:ext cx="6835" cy="262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7130565" y="2748373"/>
            <a:ext cx="6835" cy="291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7137400" y="2751283"/>
            <a:ext cx="6834" cy="3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7144234" y="2754444"/>
            <a:ext cx="6835" cy="33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7151069" y="2757817"/>
            <a:ext cx="6835" cy="35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7157904" y="2761357"/>
            <a:ext cx="6835" cy="36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7164739" y="2765018"/>
            <a:ext cx="6835" cy="373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7171574" y="2768752"/>
            <a:ext cx="6835" cy="3759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7178409" y="2772511"/>
            <a:ext cx="6835" cy="3734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7185244" y="2776245"/>
            <a:ext cx="6835" cy="36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7192079" y="2779906"/>
            <a:ext cx="6835" cy="354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7198914" y="2783446"/>
            <a:ext cx="6835" cy="3373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7205749" y="2786819"/>
            <a:ext cx="6834" cy="3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7212583" y="2789980"/>
            <a:ext cx="6835" cy="291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7219418" y="2792890"/>
            <a:ext cx="6835" cy="2620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7226253" y="2795510"/>
            <a:ext cx="6835" cy="229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>
            <a:off x="7233088" y="2797805"/>
            <a:ext cx="6835" cy="194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>
            <a:off x="7239923" y="2799746"/>
            <a:ext cx="6835" cy="15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7246758" y="2801307"/>
            <a:ext cx="6835" cy="116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7253593" y="2802468"/>
            <a:ext cx="6835" cy="74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7260428" y="2803215"/>
            <a:ext cx="6835" cy="321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 flipV="1">
            <a:off x="7267263" y="2803429"/>
            <a:ext cx="6835" cy="107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 flipV="1">
            <a:off x="7274098" y="2802894"/>
            <a:ext cx="6835" cy="53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V="1">
            <a:off x="7280933" y="2801939"/>
            <a:ext cx="6835" cy="955"/>
          </a:xfrm>
          <a:prstGeom prst="line">
            <a:avLst/>
          </a:prstGeom>
          <a:ln w="1270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7" name="TextBox 516"/>
          <p:cNvSpPr txBox="1"/>
          <p:nvPr/>
        </p:nvSpPr>
        <p:spPr>
          <a:xfrm>
            <a:off x="6537959" y="3118104"/>
            <a:ext cx="822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468C2"/>
                </a:solidFill>
                <a:latin typeface="Microsoft YaHei"/>
                <a:ea typeface="Microsoft YaHei"/>
                <a:cs typeface="Microsoft YaHei"/>
              </a:rPr>
              <a:t>0°</a:t>
            </a:r>
          </a:p>
        </p:txBody>
      </p:sp>
      <p:sp>
        <p:nvSpPr>
          <p:cNvPr id="518" name="Rounded Rectangle 517"/>
          <p:cNvSpPr/>
          <p:nvPr/>
        </p:nvSpPr>
        <p:spPr>
          <a:xfrm>
            <a:off x="7589519" y="2148840"/>
            <a:ext cx="8229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9" name="Connector 518"/>
          <p:cNvCxnSpPr/>
          <p:nvPr/>
        </p:nvCxnSpPr>
        <p:spPr>
          <a:xfrm flipV="1">
            <a:off x="7662671" y="2327967"/>
            <a:ext cx="6835" cy="375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7669506" y="2324264"/>
            <a:ext cx="6835" cy="370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 flipV="1">
            <a:off x="7676341" y="2320657"/>
            <a:ext cx="6835" cy="36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 flipV="1">
            <a:off x="7683176" y="2317195"/>
            <a:ext cx="6835" cy="3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 flipV="1">
            <a:off x="7690011" y="2313922"/>
            <a:ext cx="6835" cy="32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V="1">
            <a:off x="7696846" y="2310882"/>
            <a:ext cx="6835" cy="30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V="1">
            <a:off x="7703681" y="2308113"/>
            <a:ext cx="6835" cy="276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V="1">
            <a:off x="7710516" y="2305651"/>
            <a:ext cx="6835" cy="2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V="1">
            <a:off x="7717351" y="2303530"/>
            <a:ext cx="6835" cy="21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V="1">
            <a:off x="7724186" y="2301776"/>
            <a:ext cx="6835" cy="175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 flipV="1">
            <a:off x="7731021" y="2300412"/>
            <a:ext cx="6834" cy="136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 flipV="1">
            <a:off x="7737855" y="2299457"/>
            <a:ext cx="6835" cy="95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 flipV="1">
            <a:off x="7744690" y="2298922"/>
            <a:ext cx="6835" cy="53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V="1">
            <a:off x="7751525" y="2298815"/>
            <a:ext cx="6835" cy="1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7758360" y="2298815"/>
            <a:ext cx="6835" cy="3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>
            <a:off x="7765195" y="2299136"/>
            <a:ext cx="6835" cy="74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>
            <a:off x="7772030" y="2299883"/>
            <a:ext cx="6835" cy="1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>
            <a:off x="7778865" y="2301044"/>
            <a:ext cx="6835" cy="15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>
            <a:off x="7785700" y="2302605"/>
            <a:ext cx="6835" cy="194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7792535" y="2304546"/>
            <a:ext cx="6835" cy="229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>
            <a:off x="7799370" y="2306841"/>
            <a:ext cx="6835" cy="262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>
            <a:off x="7806205" y="2309461"/>
            <a:ext cx="6835" cy="291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>
            <a:off x="7813040" y="2312371"/>
            <a:ext cx="6834" cy="3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7819874" y="2315532"/>
            <a:ext cx="6835" cy="33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7826709" y="2318905"/>
            <a:ext cx="6835" cy="35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>
            <a:off x="7833544" y="2322445"/>
            <a:ext cx="6835" cy="36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>
            <a:off x="7840379" y="2326106"/>
            <a:ext cx="6835" cy="373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7847214" y="2329840"/>
            <a:ext cx="6835" cy="375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7854049" y="2333599"/>
            <a:ext cx="6835" cy="373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7860884" y="2337333"/>
            <a:ext cx="6835" cy="36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7867719" y="2340994"/>
            <a:ext cx="6835" cy="35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7874554" y="2344534"/>
            <a:ext cx="6835" cy="33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7881389" y="2347907"/>
            <a:ext cx="6834" cy="3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7888223" y="2351068"/>
            <a:ext cx="6835" cy="291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>
            <a:off x="7895058" y="2353978"/>
            <a:ext cx="6835" cy="262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>
            <a:off x="7901893" y="2356598"/>
            <a:ext cx="6835" cy="229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>
            <a:off x="7908728" y="2358893"/>
            <a:ext cx="6835" cy="194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>
            <a:off x="7915563" y="2360834"/>
            <a:ext cx="6835" cy="15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>
            <a:off x="7922398" y="2362395"/>
            <a:ext cx="6835" cy="1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>
            <a:off x="7929233" y="2363556"/>
            <a:ext cx="6835" cy="74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7936068" y="2364303"/>
            <a:ext cx="6835" cy="3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V="1">
            <a:off x="7942903" y="2364517"/>
            <a:ext cx="6835" cy="1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V="1">
            <a:off x="7949738" y="2363982"/>
            <a:ext cx="6835" cy="53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7956573" y="2363027"/>
            <a:ext cx="6834" cy="95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7963407" y="2361663"/>
            <a:ext cx="6835" cy="136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V="1">
            <a:off x="7970242" y="2359909"/>
            <a:ext cx="6835" cy="175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V="1">
            <a:off x="7977077" y="2357788"/>
            <a:ext cx="6835" cy="21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7983912" y="2355326"/>
            <a:ext cx="6835" cy="2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V="1">
            <a:off x="7990747" y="2352557"/>
            <a:ext cx="6835" cy="276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7997582" y="2349517"/>
            <a:ext cx="6835" cy="30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8004417" y="2346244"/>
            <a:ext cx="6835" cy="32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8011252" y="2342782"/>
            <a:ext cx="6835" cy="3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V="1">
            <a:off x="8018087" y="2339175"/>
            <a:ext cx="6835" cy="36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8024922" y="2335472"/>
            <a:ext cx="6835" cy="370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8031757" y="2331720"/>
            <a:ext cx="6834" cy="375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8038591" y="2327967"/>
            <a:ext cx="6835" cy="375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8045426" y="2324264"/>
            <a:ext cx="6835" cy="370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8052261" y="2320657"/>
            <a:ext cx="6835" cy="36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V="1">
            <a:off x="8059096" y="2317195"/>
            <a:ext cx="6835" cy="3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8065931" y="2313922"/>
            <a:ext cx="6835" cy="32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V="1">
            <a:off x="8072766" y="2310882"/>
            <a:ext cx="6835" cy="30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8079601" y="2308113"/>
            <a:ext cx="6835" cy="276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8086436" y="2305651"/>
            <a:ext cx="6835" cy="2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8093271" y="2303530"/>
            <a:ext cx="6835" cy="21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8100106" y="2301776"/>
            <a:ext cx="6835" cy="175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V="1">
            <a:off x="8106941" y="2300412"/>
            <a:ext cx="6835" cy="136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8113776" y="2299457"/>
            <a:ext cx="6834" cy="95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8120610" y="2298922"/>
            <a:ext cx="6835" cy="53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8127445" y="2298815"/>
            <a:ext cx="6835" cy="1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8134280" y="2298815"/>
            <a:ext cx="6835" cy="3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8141115" y="2299136"/>
            <a:ext cx="6835" cy="74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8147950" y="2299883"/>
            <a:ext cx="6835" cy="1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8154785" y="2301044"/>
            <a:ext cx="6835" cy="15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8161620" y="2302605"/>
            <a:ext cx="6835" cy="194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8168455" y="2304546"/>
            <a:ext cx="6835" cy="229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8175290" y="2306841"/>
            <a:ext cx="6835" cy="262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8182125" y="2309461"/>
            <a:ext cx="6834" cy="291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8188959" y="2312371"/>
            <a:ext cx="6835" cy="3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8195794" y="2315532"/>
            <a:ext cx="6835" cy="33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8202629" y="2318905"/>
            <a:ext cx="6835" cy="35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8209464" y="2322445"/>
            <a:ext cx="6835" cy="36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8216299" y="2326106"/>
            <a:ext cx="6835" cy="373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8223134" y="2329840"/>
            <a:ext cx="6835" cy="375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8229969" y="2333599"/>
            <a:ext cx="6835" cy="373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8236804" y="2337333"/>
            <a:ext cx="6835" cy="36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8243639" y="2340994"/>
            <a:ext cx="6835" cy="35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8250474" y="2344534"/>
            <a:ext cx="6835" cy="33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8257309" y="2347907"/>
            <a:ext cx="6834" cy="3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8264143" y="2351068"/>
            <a:ext cx="6835" cy="291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8270978" y="2353978"/>
            <a:ext cx="6835" cy="262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8277813" y="2356598"/>
            <a:ext cx="6835" cy="229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8284648" y="2358893"/>
            <a:ext cx="6835" cy="194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8291483" y="2360834"/>
            <a:ext cx="6835" cy="15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8298318" y="2362395"/>
            <a:ext cx="6835" cy="1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8305153" y="2363556"/>
            <a:ext cx="6835" cy="74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8311988" y="2364303"/>
            <a:ext cx="6835" cy="3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V="1">
            <a:off x="8318823" y="2364517"/>
            <a:ext cx="6835" cy="1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8325658" y="2363982"/>
            <a:ext cx="6835" cy="53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8332493" y="2363027"/>
            <a:ext cx="6834" cy="95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7662671" y="2437280"/>
            <a:ext cx="6835" cy="4168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 flipV="1">
            <a:off x="7669506" y="2433180"/>
            <a:ext cx="6835" cy="410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7676341" y="2429213"/>
            <a:ext cx="6835" cy="396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 flipV="1">
            <a:off x="7683176" y="2425443"/>
            <a:ext cx="6835" cy="377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 flipV="1">
            <a:off x="7690011" y="2421930"/>
            <a:ext cx="6835" cy="351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7696846" y="2418731"/>
            <a:ext cx="6835" cy="319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7703681" y="2415898"/>
            <a:ext cx="6835" cy="283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 flipV="1">
            <a:off x="7710516" y="2413476"/>
            <a:ext cx="6835" cy="242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 flipV="1">
            <a:off x="7717351" y="2411504"/>
            <a:ext cx="6835" cy="197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V="1">
            <a:off x="7724186" y="2410014"/>
            <a:ext cx="6835" cy="149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7731021" y="2409029"/>
            <a:ext cx="6834" cy="98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7737855" y="2408566"/>
            <a:ext cx="6835" cy="46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7744690" y="2408566"/>
            <a:ext cx="6835" cy="6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7751525" y="2408633"/>
            <a:ext cx="6835" cy="59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7758360" y="2409227"/>
            <a:ext cx="6835" cy="111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7765195" y="2410340"/>
            <a:ext cx="6835" cy="161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7772030" y="2411953"/>
            <a:ext cx="6835" cy="2088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7778865" y="2414041"/>
            <a:ext cx="6835" cy="2528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>
            <a:off x="7785700" y="2416569"/>
            <a:ext cx="6835" cy="293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>
            <a:off x="7792535" y="2419499"/>
            <a:ext cx="6835" cy="328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7799370" y="2422781"/>
            <a:ext cx="6835" cy="358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7806205" y="2426363"/>
            <a:ext cx="6835" cy="3826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7813040" y="2430189"/>
            <a:ext cx="6834" cy="4006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7819874" y="2434195"/>
            <a:ext cx="6835" cy="412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7826709" y="2438318"/>
            <a:ext cx="6835" cy="417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7833544" y="2442492"/>
            <a:ext cx="6835" cy="415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7840379" y="2446649"/>
            <a:ext cx="6835" cy="40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7847214" y="2450722"/>
            <a:ext cx="6835" cy="392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7854049" y="2454645"/>
            <a:ext cx="6835" cy="371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7860884" y="2458357"/>
            <a:ext cx="6835" cy="343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7867719" y="2461796"/>
            <a:ext cx="6835" cy="311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7874554" y="2464908"/>
            <a:ext cx="6835" cy="273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7881389" y="2467643"/>
            <a:ext cx="6834" cy="231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7888223" y="2469956"/>
            <a:ext cx="6835" cy="185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7895058" y="2471810"/>
            <a:ext cx="6835" cy="1366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7901893" y="2473176"/>
            <a:ext cx="6835" cy="85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7908728" y="2474031"/>
            <a:ext cx="6835" cy="33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7915563" y="2474163"/>
            <a:ext cx="6835" cy="19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7922398" y="2473438"/>
            <a:ext cx="6835" cy="72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7929233" y="2472198"/>
            <a:ext cx="6835" cy="12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7936068" y="2470464"/>
            <a:ext cx="6835" cy="173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V="1">
            <a:off x="7942903" y="2468262"/>
            <a:ext cx="6835" cy="220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7949738" y="2465629"/>
            <a:ext cx="6835" cy="263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7956573" y="2462607"/>
            <a:ext cx="6834" cy="302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 flipV="1">
            <a:off x="7963407" y="2459245"/>
            <a:ext cx="6835" cy="33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 flipV="1">
            <a:off x="7970242" y="2455596"/>
            <a:ext cx="6835" cy="364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 flipV="1">
            <a:off x="7977077" y="2451719"/>
            <a:ext cx="6835" cy="387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V="1">
            <a:off x="7983912" y="2447677"/>
            <a:ext cx="6835" cy="404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 flipV="1">
            <a:off x="7990747" y="2443535"/>
            <a:ext cx="6835" cy="414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 flipV="1">
            <a:off x="7997582" y="2439360"/>
            <a:ext cx="6835" cy="417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 flipV="1">
            <a:off x="8004417" y="2435218"/>
            <a:ext cx="6835" cy="414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 flipV="1">
            <a:off x="8011252" y="2431176"/>
            <a:ext cx="6835" cy="404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 flipV="1">
            <a:off x="8018087" y="2427299"/>
            <a:ext cx="6835" cy="387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 flipV="1">
            <a:off x="8024922" y="2423650"/>
            <a:ext cx="6835" cy="364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 flipV="1">
            <a:off x="8031757" y="2420288"/>
            <a:ext cx="6834" cy="33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 flipV="1">
            <a:off x="8038591" y="2417266"/>
            <a:ext cx="6835" cy="302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 flipV="1">
            <a:off x="8045426" y="2414633"/>
            <a:ext cx="6835" cy="263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8052261" y="2412431"/>
            <a:ext cx="6835" cy="220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 flipV="1">
            <a:off x="8059096" y="2410697"/>
            <a:ext cx="6835" cy="173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8065931" y="2409457"/>
            <a:ext cx="6835" cy="12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 flipV="1">
            <a:off x="8072766" y="2408732"/>
            <a:ext cx="6835" cy="72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 flipV="1">
            <a:off x="8079601" y="2408533"/>
            <a:ext cx="6835" cy="19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8086436" y="2408533"/>
            <a:ext cx="6835" cy="33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8093271" y="2408864"/>
            <a:ext cx="6835" cy="85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8100106" y="2409719"/>
            <a:ext cx="6835" cy="1366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8106941" y="2411085"/>
            <a:ext cx="6835" cy="185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8113776" y="2412939"/>
            <a:ext cx="6834" cy="231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8120610" y="2415252"/>
            <a:ext cx="6835" cy="273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8127445" y="2417987"/>
            <a:ext cx="6835" cy="311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8134280" y="2421099"/>
            <a:ext cx="6835" cy="343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8141115" y="2424538"/>
            <a:ext cx="6835" cy="371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8147950" y="2428250"/>
            <a:ext cx="6835" cy="392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8154785" y="2432173"/>
            <a:ext cx="6835" cy="40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8161620" y="2436246"/>
            <a:ext cx="6835" cy="415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8168455" y="2440403"/>
            <a:ext cx="6835" cy="417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8175290" y="2444577"/>
            <a:ext cx="6835" cy="412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8182125" y="2448700"/>
            <a:ext cx="6834" cy="4006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8188959" y="2452706"/>
            <a:ext cx="6835" cy="3826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8195794" y="2456532"/>
            <a:ext cx="6835" cy="358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8202629" y="2460114"/>
            <a:ext cx="6835" cy="328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8209464" y="2463396"/>
            <a:ext cx="6835" cy="293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8216299" y="2466326"/>
            <a:ext cx="6835" cy="2528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8223134" y="2468854"/>
            <a:ext cx="6835" cy="2088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8229969" y="2470942"/>
            <a:ext cx="6835" cy="161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>
            <a:off x="8236804" y="2472555"/>
            <a:ext cx="6835" cy="111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>
            <a:off x="8243639" y="2473668"/>
            <a:ext cx="6835" cy="59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>
            <a:off x="8250474" y="2474262"/>
            <a:ext cx="6835" cy="6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V="1">
            <a:off x="8257309" y="2473866"/>
            <a:ext cx="6834" cy="46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V="1">
            <a:off x="8264143" y="2472881"/>
            <a:ext cx="6835" cy="98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 flipV="1">
            <a:off x="8270978" y="2471391"/>
            <a:ext cx="6835" cy="149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 flipV="1">
            <a:off x="8277813" y="2469419"/>
            <a:ext cx="6835" cy="197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V="1">
            <a:off x="8284648" y="2466997"/>
            <a:ext cx="6835" cy="242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V="1">
            <a:off x="8291483" y="2464164"/>
            <a:ext cx="6835" cy="283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V="1">
            <a:off x="8298318" y="2460965"/>
            <a:ext cx="6835" cy="319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V="1">
            <a:off x="8305153" y="2457452"/>
            <a:ext cx="6835" cy="351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V="1">
            <a:off x="8311988" y="2453682"/>
            <a:ext cx="6835" cy="377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V="1">
            <a:off x="8318823" y="2449715"/>
            <a:ext cx="6835" cy="396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V="1">
            <a:off x="8325658" y="2445615"/>
            <a:ext cx="6835" cy="410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V="1">
            <a:off x="8332493" y="2441448"/>
            <a:ext cx="6834" cy="416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V="1">
            <a:off x="7662671" y="2547423"/>
            <a:ext cx="6835" cy="375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V="1">
            <a:off x="7669506" y="2543720"/>
            <a:ext cx="6835" cy="370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V="1">
            <a:off x="7676341" y="2540113"/>
            <a:ext cx="6835" cy="36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 flipV="1">
            <a:off x="7683176" y="2536651"/>
            <a:ext cx="6835" cy="3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 flipV="1">
            <a:off x="7690011" y="2533378"/>
            <a:ext cx="6835" cy="32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 flipV="1">
            <a:off x="7696846" y="2530338"/>
            <a:ext cx="6835" cy="30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V="1">
            <a:off x="7703681" y="2527569"/>
            <a:ext cx="6835" cy="276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 flipV="1">
            <a:off x="7710516" y="2525107"/>
            <a:ext cx="6835" cy="2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 flipV="1">
            <a:off x="7717351" y="2522986"/>
            <a:ext cx="6835" cy="21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 flipV="1">
            <a:off x="7724186" y="2521232"/>
            <a:ext cx="6835" cy="175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 flipV="1">
            <a:off x="7731021" y="2519868"/>
            <a:ext cx="6834" cy="136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 flipV="1">
            <a:off x="7737855" y="2518913"/>
            <a:ext cx="6835" cy="95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 flipV="1">
            <a:off x="7744690" y="2518378"/>
            <a:ext cx="6835" cy="53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 flipV="1">
            <a:off x="7751525" y="2518271"/>
            <a:ext cx="6835" cy="1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>
            <a:off x="7758360" y="2518271"/>
            <a:ext cx="6835" cy="3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7765195" y="2518592"/>
            <a:ext cx="6835" cy="74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7772030" y="2519339"/>
            <a:ext cx="6835" cy="1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7778865" y="2520500"/>
            <a:ext cx="6835" cy="15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7785700" y="2522061"/>
            <a:ext cx="6835" cy="194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>
            <a:off x="7792535" y="2524002"/>
            <a:ext cx="6835" cy="229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>
            <a:off x="7799370" y="2526297"/>
            <a:ext cx="6835" cy="262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>
            <a:off x="7806205" y="2528917"/>
            <a:ext cx="6835" cy="291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>
            <a:off x="7813040" y="2531827"/>
            <a:ext cx="6834" cy="3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7819874" y="2534988"/>
            <a:ext cx="6835" cy="33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7826709" y="2538361"/>
            <a:ext cx="6835" cy="35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7833544" y="2541901"/>
            <a:ext cx="6835" cy="36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7840379" y="2545562"/>
            <a:ext cx="6835" cy="373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7847214" y="2549296"/>
            <a:ext cx="6835" cy="375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>
            <a:off x="7854049" y="2553055"/>
            <a:ext cx="6835" cy="373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>
            <a:off x="7860884" y="2556789"/>
            <a:ext cx="6835" cy="36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>
            <a:off x="7867719" y="2560450"/>
            <a:ext cx="6835" cy="35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>
            <a:off x="7874554" y="2563990"/>
            <a:ext cx="6835" cy="33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7881389" y="2567363"/>
            <a:ext cx="6834" cy="3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7888223" y="2570524"/>
            <a:ext cx="6835" cy="291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7895058" y="2573434"/>
            <a:ext cx="6835" cy="262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7901893" y="2576054"/>
            <a:ext cx="6835" cy="229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>
            <a:off x="7908728" y="2578349"/>
            <a:ext cx="6835" cy="194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4" name="Connector 753"/>
          <p:cNvCxnSpPr/>
          <p:nvPr/>
        </p:nvCxnSpPr>
        <p:spPr>
          <a:xfrm>
            <a:off x="7915563" y="2580290"/>
            <a:ext cx="6835" cy="15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>
            <a:off x="7922398" y="2581851"/>
            <a:ext cx="6835" cy="1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Connector 755"/>
          <p:cNvCxnSpPr/>
          <p:nvPr/>
        </p:nvCxnSpPr>
        <p:spPr>
          <a:xfrm>
            <a:off x="7929233" y="2583012"/>
            <a:ext cx="6835" cy="74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>
            <a:off x="7936068" y="2583759"/>
            <a:ext cx="6835" cy="3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 flipV="1">
            <a:off x="7942903" y="2583973"/>
            <a:ext cx="6835" cy="1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 flipV="1">
            <a:off x="7949738" y="2583438"/>
            <a:ext cx="6835" cy="53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 flipV="1">
            <a:off x="7956573" y="2582483"/>
            <a:ext cx="6834" cy="95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 flipV="1">
            <a:off x="7963407" y="2581119"/>
            <a:ext cx="6835" cy="136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 flipV="1">
            <a:off x="7970242" y="2579365"/>
            <a:ext cx="6835" cy="175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 flipV="1">
            <a:off x="7977077" y="2577244"/>
            <a:ext cx="6835" cy="21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 flipV="1">
            <a:off x="7983912" y="2574782"/>
            <a:ext cx="6835" cy="2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 flipV="1">
            <a:off x="7990747" y="2572013"/>
            <a:ext cx="6835" cy="276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 flipV="1">
            <a:off x="7997582" y="2568973"/>
            <a:ext cx="6835" cy="30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Connector 766"/>
          <p:cNvCxnSpPr/>
          <p:nvPr/>
        </p:nvCxnSpPr>
        <p:spPr>
          <a:xfrm flipV="1">
            <a:off x="8004417" y="2565700"/>
            <a:ext cx="6835" cy="32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8" name="Connector 767"/>
          <p:cNvCxnSpPr/>
          <p:nvPr/>
        </p:nvCxnSpPr>
        <p:spPr>
          <a:xfrm flipV="1">
            <a:off x="8011252" y="2562238"/>
            <a:ext cx="6835" cy="3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 flipV="1">
            <a:off x="8018087" y="2558631"/>
            <a:ext cx="6835" cy="36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 flipV="1">
            <a:off x="8024922" y="2554928"/>
            <a:ext cx="6835" cy="370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 flipV="1">
            <a:off x="8031757" y="2551176"/>
            <a:ext cx="6834" cy="375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Connector 771"/>
          <p:cNvCxnSpPr/>
          <p:nvPr/>
        </p:nvCxnSpPr>
        <p:spPr>
          <a:xfrm flipV="1">
            <a:off x="8038591" y="2547423"/>
            <a:ext cx="6835" cy="375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Connector 772"/>
          <p:cNvCxnSpPr/>
          <p:nvPr/>
        </p:nvCxnSpPr>
        <p:spPr>
          <a:xfrm flipV="1">
            <a:off x="8045426" y="2543720"/>
            <a:ext cx="6835" cy="370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Connector 773"/>
          <p:cNvCxnSpPr/>
          <p:nvPr/>
        </p:nvCxnSpPr>
        <p:spPr>
          <a:xfrm flipV="1">
            <a:off x="8052261" y="2540113"/>
            <a:ext cx="6835" cy="36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Connector 774"/>
          <p:cNvCxnSpPr/>
          <p:nvPr/>
        </p:nvCxnSpPr>
        <p:spPr>
          <a:xfrm flipV="1">
            <a:off x="8059096" y="2536651"/>
            <a:ext cx="6835" cy="3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6" name="Connector 775"/>
          <p:cNvCxnSpPr/>
          <p:nvPr/>
        </p:nvCxnSpPr>
        <p:spPr>
          <a:xfrm flipV="1">
            <a:off x="8065931" y="2533378"/>
            <a:ext cx="6835" cy="32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7" name="Connector 776"/>
          <p:cNvCxnSpPr/>
          <p:nvPr/>
        </p:nvCxnSpPr>
        <p:spPr>
          <a:xfrm flipV="1">
            <a:off x="8072766" y="2530338"/>
            <a:ext cx="6835" cy="30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8" name="Connector 777"/>
          <p:cNvCxnSpPr/>
          <p:nvPr/>
        </p:nvCxnSpPr>
        <p:spPr>
          <a:xfrm flipV="1">
            <a:off x="8079601" y="2527569"/>
            <a:ext cx="6835" cy="276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9" name="Connector 778"/>
          <p:cNvCxnSpPr/>
          <p:nvPr/>
        </p:nvCxnSpPr>
        <p:spPr>
          <a:xfrm flipV="1">
            <a:off x="8086436" y="2525107"/>
            <a:ext cx="6835" cy="2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0" name="Connector 779"/>
          <p:cNvCxnSpPr/>
          <p:nvPr/>
        </p:nvCxnSpPr>
        <p:spPr>
          <a:xfrm flipV="1">
            <a:off x="8093271" y="2522986"/>
            <a:ext cx="6835" cy="21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Connector 780"/>
          <p:cNvCxnSpPr/>
          <p:nvPr/>
        </p:nvCxnSpPr>
        <p:spPr>
          <a:xfrm flipV="1">
            <a:off x="8100106" y="2521232"/>
            <a:ext cx="6835" cy="175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Connector 781"/>
          <p:cNvCxnSpPr/>
          <p:nvPr/>
        </p:nvCxnSpPr>
        <p:spPr>
          <a:xfrm flipV="1">
            <a:off x="8106941" y="2519868"/>
            <a:ext cx="6835" cy="136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Connector 782"/>
          <p:cNvCxnSpPr/>
          <p:nvPr/>
        </p:nvCxnSpPr>
        <p:spPr>
          <a:xfrm flipV="1">
            <a:off x="8113776" y="2518913"/>
            <a:ext cx="6834" cy="95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Connector 783"/>
          <p:cNvCxnSpPr/>
          <p:nvPr/>
        </p:nvCxnSpPr>
        <p:spPr>
          <a:xfrm flipV="1">
            <a:off x="8120610" y="2518378"/>
            <a:ext cx="6835" cy="53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Connector 784"/>
          <p:cNvCxnSpPr/>
          <p:nvPr/>
        </p:nvCxnSpPr>
        <p:spPr>
          <a:xfrm flipV="1">
            <a:off x="8127445" y="2518271"/>
            <a:ext cx="6835" cy="1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Connector 785"/>
          <p:cNvCxnSpPr/>
          <p:nvPr/>
        </p:nvCxnSpPr>
        <p:spPr>
          <a:xfrm>
            <a:off x="8134280" y="2518271"/>
            <a:ext cx="6835" cy="3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Connector 786"/>
          <p:cNvCxnSpPr/>
          <p:nvPr/>
        </p:nvCxnSpPr>
        <p:spPr>
          <a:xfrm>
            <a:off x="8141115" y="2518592"/>
            <a:ext cx="6835" cy="74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8" name="Connector 787"/>
          <p:cNvCxnSpPr/>
          <p:nvPr/>
        </p:nvCxnSpPr>
        <p:spPr>
          <a:xfrm>
            <a:off x="8147950" y="2519339"/>
            <a:ext cx="6835" cy="1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9" name="Connector 788"/>
          <p:cNvCxnSpPr/>
          <p:nvPr/>
        </p:nvCxnSpPr>
        <p:spPr>
          <a:xfrm>
            <a:off x="8154785" y="2520500"/>
            <a:ext cx="6835" cy="15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0" name="Connector 789"/>
          <p:cNvCxnSpPr/>
          <p:nvPr/>
        </p:nvCxnSpPr>
        <p:spPr>
          <a:xfrm>
            <a:off x="8161620" y="2522061"/>
            <a:ext cx="6835" cy="194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Connector 790"/>
          <p:cNvCxnSpPr/>
          <p:nvPr/>
        </p:nvCxnSpPr>
        <p:spPr>
          <a:xfrm>
            <a:off x="8168455" y="2524002"/>
            <a:ext cx="6835" cy="229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8175290" y="2526297"/>
            <a:ext cx="6835" cy="262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8182125" y="2528917"/>
            <a:ext cx="6834" cy="291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4" name="Connector 793"/>
          <p:cNvCxnSpPr/>
          <p:nvPr/>
        </p:nvCxnSpPr>
        <p:spPr>
          <a:xfrm>
            <a:off x="8188959" y="2531827"/>
            <a:ext cx="6835" cy="3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>
            <a:off x="8195794" y="2534988"/>
            <a:ext cx="6835" cy="33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>
            <a:off x="8202629" y="2538361"/>
            <a:ext cx="6835" cy="35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>
            <a:off x="8209464" y="2541901"/>
            <a:ext cx="6835" cy="36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Connector 797"/>
          <p:cNvCxnSpPr/>
          <p:nvPr/>
        </p:nvCxnSpPr>
        <p:spPr>
          <a:xfrm>
            <a:off x="8216299" y="2545562"/>
            <a:ext cx="6835" cy="373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Connector 798"/>
          <p:cNvCxnSpPr/>
          <p:nvPr/>
        </p:nvCxnSpPr>
        <p:spPr>
          <a:xfrm>
            <a:off x="8223134" y="2549296"/>
            <a:ext cx="6835" cy="375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Connector 799"/>
          <p:cNvCxnSpPr/>
          <p:nvPr/>
        </p:nvCxnSpPr>
        <p:spPr>
          <a:xfrm>
            <a:off x="8229969" y="2553055"/>
            <a:ext cx="6835" cy="373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1" name="Connector 800"/>
          <p:cNvCxnSpPr/>
          <p:nvPr/>
        </p:nvCxnSpPr>
        <p:spPr>
          <a:xfrm>
            <a:off x="8236804" y="2556789"/>
            <a:ext cx="6835" cy="36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2" name="Connector 801"/>
          <p:cNvCxnSpPr/>
          <p:nvPr/>
        </p:nvCxnSpPr>
        <p:spPr>
          <a:xfrm>
            <a:off x="8243639" y="2560450"/>
            <a:ext cx="6835" cy="35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3" name="Connector 802"/>
          <p:cNvCxnSpPr/>
          <p:nvPr/>
        </p:nvCxnSpPr>
        <p:spPr>
          <a:xfrm>
            <a:off x="8250474" y="2563990"/>
            <a:ext cx="6835" cy="33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Connector 803"/>
          <p:cNvCxnSpPr/>
          <p:nvPr/>
        </p:nvCxnSpPr>
        <p:spPr>
          <a:xfrm>
            <a:off x="8257309" y="2567363"/>
            <a:ext cx="6834" cy="3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Connector 804"/>
          <p:cNvCxnSpPr/>
          <p:nvPr/>
        </p:nvCxnSpPr>
        <p:spPr>
          <a:xfrm>
            <a:off x="8264143" y="2570524"/>
            <a:ext cx="6835" cy="291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>
            <a:off x="8270978" y="2573434"/>
            <a:ext cx="6835" cy="262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7" name="Connector 806"/>
          <p:cNvCxnSpPr/>
          <p:nvPr/>
        </p:nvCxnSpPr>
        <p:spPr>
          <a:xfrm>
            <a:off x="8277813" y="2576054"/>
            <a:ext cx="6835" cy="229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Connector 807"/>
          <p:cNvCxnSpPr/>
          <p:nvPr/>
        </p:nvCxnSpPr>
        <p:spPr>
          <a:xfrm>
            <a:off x="8284648" y="2578349"/>
            <a:ext cx="6835" cy="194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Connector 808"/>
          <p:cNvCxnSpPr/>
          <p:nvPr/>
        </p:nvCxnSpPr>
        <p:spPr>
          <a:xfrm>
            <a:off x="8291483" y="2580290"/>
            <a:ext cx="6835" cy="15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>
            <a:off x="8298318" y="2581851"/>
            <a:ext cx="6835" cy="1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Connector 810"/>
          <p:cNvCxnSpPr/>
          <p:nvPr/>
        </p:nvCxnSpPr>
        <p:spPr>
          <a:xfrm>
            <a:off x="8305153" y="2583012"/>
            <a:ext cx="6835" cy="74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2" name="Connector 811"/>
          <p:cNvCxnSpPr/>
          <p:nvPr/>
        </p:nvCxnSpPr>
        <p:spPr>
          <a:xfrm>
            <a:off x="8311988" y="2583759"/>
            <a:ext cx="6835" cy="3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3" name="Connector 812"/>
          <p:cNvCxnSpPr/>
          <p:nvPr/>
        </p:nvCxnSpPr>
        <p:spPr>
          <a:xfrm flipV="1">
            <a:off x="8318823" y="2583973"/>
            <a:ext cx="6835" cy="1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4" name="Connector 813"/>
          <p:cNvCxnSpPr/>
          <p:nvPr/>
        </p:nvCxnSpPr>
        <p:spPr>
          <a:xfrm flipV="1">
            <a:off x="8325658" y="2583438"/>
            <a:ext cx="6835" cy="53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 flipV="1">
            <a:off x="8332493" y="2582483"/>
            <a:ext cx="6834" cy="95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6" name="Connector 815"/>
          <p:cNvCxnSpPr/>
          <p:nvPr/>
        </p:nvCxnSpPr>
        <p:spPr>
          <a:xfrm flipV="1">
            <a:off x="7662671" y="2656736"/>
            <a:ext cx="6835" cy="4168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7" name="Connector 816"/>
          <p:cNvCxnSpPr/>
          <p:nvPr/>
        </p:nvCxnSpPr>
        <p:spPr>
          <a:xfrm flipV="1">
            <a:off x="7669506" y="2652636"/>
            <a:ext cx="6835" cy="410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8" name="Connector 817"/>
          <p:cNvCxnSpPr/>
          <p:nvPr/>
        </p:nvCxnSpPr>
        <p:spPr>
          <a:xfrm flipV="1">
            <a:off x="7676341" y="2648669"/>
            <a:ext cx="6835" cy="396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 flipV="1">
            <a:off x="7683176" y="2644899"/>
            <a:ext cx="6835" cy="377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0" name="Connector 819"/>
          <p:cNvCxnSpPr/>
          <p:nvPr/>
        </p:nvCxnSpPr>
        <p:spPr>
          <a:xfrm flipV="1">
            <a:off x="7690011" y="2641386"/>
            <a:ext cx="6835" cy="351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1" name="Connector 820"/>
          <p:cNvCxnSpPr/>
          <p:nvPr/>
        </p:nvCxnSpPr>
        <p:spPr>
          <a:xfrm flipV="1">
            <a:off x="7696846" y="2638187"/>
            <a:ext cx="6835" cy="319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2" name="Connector 821"/>
          <p:cNvCxnSpPr/>
          <p:nvPr/>
        </p:nvCxnSpPr>
        <p:spPr>
          <a:xfrm flipV="1">
            <a:off x="7703681" y="2635354"/>
            <a:ext cx="6835" cy="283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3" name="Connector 822"/>
          <p:cNvCxnSpPr/>
          <p:nvPr/>
        </p:nvCxnSpPr>
        <p:spPr>
          <a:xfrm flipV="1">
            <a:off x="7710516" y="2632932"/>
            <a:ext cx="6835" cy="242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4" name="Connector 823"/>
          <p:cNvCxnSpPr/>
          <p:nvPr/>
        </p:nvCxnSpPr>
        <p:spPr>
          <a:xfrm flipV="1">
            <a:off x="7717351" y="2630960"/>
            <a:ext cx="6835" cy="197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5" name="Connector 824"/>
          <p:cNvCxnSpPr/>
          <p:nvPr/>
        </p:nvCxnSpPr>
        <p:spPr>
          <a:xfrm flipV="1">
            <a:off x="7724186" y="2629470"/>
            <a:ext cx="6835" cy="149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6" name="Connector 825"/>
          <p:cNvCxnSpPr/>
          <p:nvPr/>
        </p:nvCxnSpPr>
        <p:spPr>
          <a:xfrm flipV="1">
            <a:off x="7731021" y="2628485"/>
            <a:ext cx="6834" cy="98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Connector 826"/>
          <p:cNvCxnSpPr/>
          <p:nvPr/>
        </p:nvCxnSpPr>
        <p:spPr>
          <a:xfrm flipV="1">
            <a:off x="7737855" y="2628022"/>
            <a:ext cx="6835" cy="46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" name="Connector 827"/>
          <p:cNvCxnSpPr/>
          <p:nvPr/>
        </p:nvCxnSpPr>
        <p:spPr>
          <a:xfrm>
            <a:off x="7744690" y="2628022"/>
            <a:ext cx="6835" cy="6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9" name="Connector 828"/>
          <p:cNvCxnSpPr/>
          <p:nvPr/>
        </p:nvCxnSpPr>
        <p:spPr>
          <a:xfrm>
            <a:off x="7751525" y="2628089"/>
            <a:ext cx="6835" cy="59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0" name="Connector 829"/>
          <p:cNvCxnSpPr/>
          <p:nvPr/>
        </p:nvCxnSpPr>
        <p:spPr>
          <a:xfrm>
            <a:off x="7758360" y="2628683"/>
            <a:ext cx="6835" cy="111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1" name="Connector 830"/>
          <p:cNvCxnSpPr/>
          <p:nvPr/>
        </p:nvCxnSpPr>
        <p:spPr>
          <a:xfrm>
            <a:off x="7765195" y="2629796"/>
            <a:ext cx="6835" cy="161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2" name="Connector 831"/>
          <p:cNvCxnSpPr/>
          <p:nvPr/>
        </p:nvCxnSpPr>
        <p:spPr>
          <a:xfrm>
            <a:off x="7772030" y="2631409"/>
            <a:ext cx="6835" cy="2088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3" name="Connector 832"/>
          <p:cNvCxnSpPr/>
          <p:nvPr/>
        </p:nvCxnSpPr>
        <p:spPr>
          <a:xfrm>
            <a:off x="7778865" y="2633497"/>
            <a:ext cx="6835" cy="2528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4" name="Connector 833"/>
          <p:cNvCxnSpPr/>
          <p:nvPr/>
        </p:nvCxnSpPr>
        <p:spPr>
          <a:xfrm>
            <a:off x="7785700" y="2636025"/>
            <a:ext cx="6835" cy="293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5" name="Connector 834"/>
          <p:cNvCxnSpPr/>
          <p:nvPr/>
        </p:nvCxnSpPr>
        <p:spPr>
          <a:xfrm>
            <a:off x="7792535" y="2638955"/>
            <a:ext cx="6835" cy="328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6" name="Connector 835"/>
          <p:cNvCxnSpPr/>
          <p:nvPr/>
        </p:nvCxnSpPr>
        <p:spPr>
          <a:xfrm>
            <a:off x="7799370" y="2642237"/>
            <a:ext cx="6835" cy="358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7" name="Connector 836"/>
          <p:cNvCxnSpPr/>
          <p:nvPr/>
        </p:nvCxnSpPr>
        <p:spPr>
          <a:xfrm>
            <a:off x="7806205" y="2645819"/>
            <a:ext cx="6835" cy="3826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8" name="Connector 837"/>
          <p:cNvCxnSpPr/>
          <p:nvPr/>
        </p:nvCxnSpPr>
        <p:spPr>
          <a:xfrm>
            <a:off x="7813040" y="2649645"/>
            <a:ext cx="6834" cy="4006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9" name="Connector 838"/>
          <p:cNvCxnSpPr/>
          <p:nvPr/>
        </p:nvCxnSpPr>
        <p:spPr>
          <a:xfrm>
            <a:off x="7819874" y="2653651"/>
            <a:ext cx="6835" cy="412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0" name="Connector 839"/>
          <p:cNvCxnSpPr/>
          <p:nvPr/>
        </p:nvCxnSpPr>
        <p:spPr>
          <a:xfrm>
            <a:off x="7826709" y="2657774"/>
            <a:ext cx="6835" cy="417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1" name="Connector 840"/>
          <p:cNvCxnSpPr/>
          <p:nvPr/>
        </p:nvCxnSpPr>
        <p:spPr>
          <a:xfrm>
            <a:off x="7833544" y="2661948"/>
            <a:ext cx="6835" cy="415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2" name="Connector 841"/>
          <p:cNvCxnSpPr/>
          <p:nvPr/>
        </p:nvCxnSpPr>
        <p:spPr>
          <a:xfrm>
            <a:off x="7840379" y="2666105"/>
            <a:ext cx="6835" cy="40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3" name="Connector 842"/>
          <p:cNvCxnSpPr/>
          <p:nvPr/>
        </p:nvCxnSpPr>
        <p:spPr>
          <a:xfrm>
            <a:off x="7847214" y="2670178"/>
            <a:ext cx="6835" cy="392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4" name="Connector 843"/>
          <p:cNvCxnSpPr/>
          <p:nvPr/>
        </p:nvCxnSpPr>
        <p:spPr>
          <a:xfrm>
            <a:off x="7854049" y="2674101"/>
            <a:ext cx="6835" cy="371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5" name="Connector 844"/>
          <p:cNvCxnSpPr/>
          <p:nvPr/>
        </p:nvCxnSpPr>
        <p:spPr>
          <a:xfrm>
            <a:off x="7860884" y="2677813"/>
            <a:ext cx="6835" cy="343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6" name="Connector 845"/>
          <p:cNvCxnSpPr/>
          <p:nvPr/>
        </p:nvCxnSpPr>
        <p:spPr>
          <a:xfrm>
            <a:off x="7867719" y="2681252"/>
            <a:ext cx="6835" cy="311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7" name="Connector 846"/>
          <p:cNvCxnSpPr/>
          <p:nvPr/>
        </p:nvCxnSpPr>
        <p:spPr>
          <a:xfrm>
            <a:off x="7874554" y="2684364"/>
            <a:ext cx="6835" cy="273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8" name="Connector 847"/>
          <p:cNvCxnSpPr/>
          <p:nvPr/>
        </p:nvCxnSpPr>
        <p:spPr>
          <a:xfrm>
            <a:off x="7881389" y="2687099"/>
            <a:ext cx="6834" cy="231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9" name="Connector 848"/>
          <p:cNvCxnSpPr/>
          <p:nvPr/>
        </p:nvCxnSpPr>
        <p:spPr>
          <a:xfrm>
            <a:off x="7888223" y="2689412"/>
            <a:ext cx="6835" cy="185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0" name="Connector 849"/>
          <p:cNvCxnSpPr/>
          <p:nvPr/>
        </p:nvCxnSpPr>
        <p:spPr>
          <a:xfrm>
            <a:off x="7895058" y="2691266"/>
            <a:ext cx="6835" cy="1366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1" name="Connector 850"/>
          <p:cNvCxnSpPr/>
          <p:nvPr/>
        </p:nvCxnSpPr>
        <p:spPr>
          <a:xfrm>
            <a:off x="7901893" y="2692632"/>
            <a:ext cx="6835" cy="85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2" name="Connector 851"/>
          <p:cNvCxnSpPr/>
          <p:nvPr/>
        </p:nvCxnSpPr>
        <p:spPr>
          <a:xfrm>
            <a:off x="7908728" y="2693487"/>
            <a:ext cx="6835" cy="33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 flipV="1">
            <a:off x="7915563" y="2693619"/>
            <a:ext cx="6835" cy="19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 flipV="1">
            <a:off x="7922398" y="2692894"/>
            <a:ext cx="6835" cy="72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 flipV="1">
            <a:off x="7929233" y="2691654"/>
            <a:ext cx="6835" cy="12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 flipV="1">
            <a:off x="7936068" y="2689920"/>
            <a:ext cx="6835" cy="173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 flipV="1">
            <a:off x="7942903" y="2687718"/>
            <a:ext cx="6835" cy="220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 flipV="1">
            <a:off x="7949738" y="2685085"/>
            <a:ext cx="6835" cy="263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 flipV="1">
            <a:off x="7956573" y="2682063"/>
            <a:ext cx="6834" cy="302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 flipV="1">
            <a:off x="7963407" y="2678701"/>
            <a:ext cx="6835" cy="33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1" name="Connector 860"/>
          <p:cNvCxnSpPr/>
          <p:nvPr/>
        </p:nvCxnSpPr>
        <p:spPr>
          <a:xfrm flipV="1">
            <a:off x="7970242" y="2675052"/>
            <a:ext cx="6835" cy="364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2" name="Connector 861"/>
          <p:cNvCxnSpPr/>
          <p:nvPr/>
        </p:nvCxnSpPr>
        <p:spPr>
          <a:xfrm flipV="1">
            <a:off x="7977077" y="2671175"/>
            <a:ext cx="6835" cy="387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Connector 862"/>
          <p:cNvCxnSpPr/>
          <p:nvPr/>
        </p:nvCxnSpPr>
        <p:spPr>
          <a:xfrm flipV="1">
            <a:off x="7983912" y="2667133"/>
            <a:ext cx="6835" cy="404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 flipV="1">
            <a:off x="7990747" y="2662991"/>
            <a:ext cx="6835" cy="414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 flipV="1">
            <a:off x="7997582" y="2658816"/>
            <a:ext cx="6835" cy="417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 flipV="1">
            <a:off x="8004417" y="2654674"/>
            <a:ext cx="6835" cy="414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 flipV="1">
            <a:off x="8011252" y="2650632"/>
            <a:ext cx="6835" cy="404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 flipV="1">
            <a:off x="8018087" y="2646755"/>
            <a:ext cx="6835" cy="387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 flipV="1">
            <a:off x="8024922" y="2643106"/>
            <a:ext cx="6835" cy="364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 flipV="1">
            <a:off x="8031757" y="2639744"/>
            <a:ext cx="6834" cy="33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 flipV="1">
            <a:off x="8038591" y="2636722"/>
            <a:ext cx="6835" cy="302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 flipV="1">
            <a:off x="8045426" y="2634089"/>
            <a:ext cx="6835" cy="263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 flipV="1">
            <a:off x="8052261" y="2631887"/>
            <a:ext cx="6835" cy="220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Connector 873"/>
          <p:cNvCxnSpPr/>
          <p:nvPr/>
        </p:nvCxnSpPr>
        <p:spPr>
          <a:xfrm flipV="1">
            <a:off x="8059096" y="2630153"/>
            <a:ext cx="6835" cy="173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 flipV="1">
            <a:off x="8065931" y="2628913"/>
            <a:ext cx="6835" cy="12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 flipV="1">
            <a:off x="8072766" y="2628188"/>
            <a:ext cx="6835" cy="72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Connector 876"/>
          <p:cNvCxnSpPr/>
          <p:nvPr/>
        </p:nvCxnSpPr>
        <p:spPr>
          <a:xfrm flipV="1">
            <a:off x="8079601" y="2627989"/>
            <a:ext cx="6835" cy="19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Connector 877"/>
          <p:cNvCxnSpPr/>
          <p:nvPr/>
        </p:nvCxnSpPr>
        <p:spPr>
          <a:xfrm>
            <a:off x="8086436" y="2627989"/>
            <a:ext cx="6835" cy="33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>
            <a:off x="8093271" y="2628320"/>
            <a:ext cx="6835" cy="85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8100106" y="2629175"/>
            <a:ext cx="6835" cy="1366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>
            <a:off x="8106941" y="2630541"/>
            <a:ext cx="6835" cy="185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>
            <a:off x="8113776" y="2632395"/>
            <a:ext cx="6834" cy="231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>
            <a:off x="8120610" y="2634708"/>
            <a:ext cx="6835" cy="273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>
            <a:off x="8127445" y="2637443"/>
            <a:ext cx="6835" cy="311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5" name="Connector 884"/>
          <p:cNvCxnSpPr/>
          <p:nvPr/>
        </p:nvCxnSpPr>
        <p:spPr>
          <a:xfrm>
            <a:off x="8134280" y="2640555"/>
            <a:ext cx="6835" cy="343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>
            <a:off x="8141115" y="2643994"/>
            <a:ext cx="6835" cy="371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>
            <a:off x="8147950" y="2647706"/>
            <a:ext cx="6835" cy="392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8154785" y="2651629"/>
            <a:ext cx="6835" cy="40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>
            <a:off x="8161620" y="2655702"/>
            <a:ext cx="6835" cy="415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>
            <a:off x="8168455" y="2659859"/>
            <a:ext cx="6835" cy="417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>
            <a:off x="8175290" y="2664033"/>
            <a:ext cx="6835" cy="412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>
            <a:off x="8182125" y="2668156"/>
            <a:ext cx="6834" cy="4006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>
            <a:off x="8188959" y="2672162"/>
            <a:ext cx="6835" cy="3826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>
            <a:off x="8195794" y="2675988"/>
            <a:ext cx="6835" cy="358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5" name="Connector 894"/>
          <p:cNvCxnSpPr/>
          <p:nvPr/>
        </p:nvCxnSpPr>
        <p:spPr>
          <a:xfrm>
            <a:off x="8202629" y="2679570"/>
            <a:ext cx="6835" cy="328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6" name="Connector 895"/>
          <p:cNvCxnSpPr/>
          <p:nvPr/>
        </p:nvCxnSpPr>
        <p:spPr>
          <a:xfrm>
            <a:off x="8209464" y="2682852"/>
            <a:ext cx="6835" cy="293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>
            <a:off x="8216299" y="2685782"/>
            <a:ext cx="6835" cy="2528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8223134" y="2688310"/>
            <a:ext cx="6835" cy="2088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8229969" y="2690398"/>
            <a:ext cx="6835" cy="161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>
            <a:off x="8236804" y="2692011"/>
            <a:ext cx="6835" cy="111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>
            <a:off x="8243639" y="2693124"/>
            <a:ext cx="6835" cy="59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" name="Connector 901"/>
          <p:cNvCxnSpPr/>
          <p:nvPr/>
        </p:nvCxnSpPr>
        <p:spPr>
          <a:xfrm>
            <a:off x="8250474" y="2693718"/>
            <a:ext cx="6835" cy="6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Connector 902"/>
          <p:cNvCxnSpPr/>
          <p:nvPr/>
        </p:nvCxnSpPr>
        <p:spPr>
          <a:xfrm flipV="1">
            <a:off x="8257309" y="2693322"/>
            <a:ext cx="6834" cy="46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" name="Connector 903"/>
          <p:cNvCxnSpPr/>
          <p:nvPr/>
        </p:nvCxnSpPr>
        <p:spPr>
          <a:xfrm flipV="1">
            <a:off x="8264143" y="2692337"/>
            <a:ext cx="6835" cy="98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 flipV="1">
            <a:off x="8270978" y="2690847"/>
            <a:ext cx="6835" cy="149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 flipV="1">
            <a:off x="8277813" y="2688875"/>
            <a:ext cx="6835" cy="197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 flipV="1">
            <a:off x="8284648" y="2686453"/>
            <a:ext cx="6835" cy="242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 flipV="1">
            <a:off x="8291483" y="2683620"/>
            <a:ext cx="6835" cy="283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 flipV="1">
            <a:off x="8298318" y="2680421"/>
            <a:ext cx="6835" cy="319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 flipV="1">
            <a:off x="8305153" y="2676908"/>
            <a:ext cx="6835" cy="351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 flipV="1">
            <a:off x="8311988" y="2673138"/>
            <a:ext cx="6835" cy="377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 flipV="1">
            <a:off x="8318823" y="2669171"/>
            <a:ext cx="6835" cy="396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 flipV="1">
            <a:off x="8325658" y="2665071"/>
            <a:ext cx="6835" cy="410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 flipV="1">
            <a:off x="8332493" y="2660904"/>
            <a:ext cx="6834" cy="416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 flipV="1">
            <a:off x="7662671" y="2766879"/>
            <a:ext cx="6835" cy="375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 flipV="1">
            <a:off x="7669506" y="2763176"/>
            <a:ext cx="6835" cy="370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 flipV="1">
            <a:off x="7676341" y="2759569"/>
            <a:ext cx="6835" cy="36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 flipV="1">
            <a:off x="7683176" y="2756107"/>
            <a:ext cx="6835" cy="3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 flipV="1">
            <a:off x="7690011" y="2752834"/>
            <a:ext cx="6835" cy="32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 flipV="1">
            <a:off x="7696846" y="2749794"/>
            <a:ext cx="6835" cy="30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 flipV="1">
            <a:off x="7703681" y="2747025"/>
            <a:ext cx="6835" cy="276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 flipV="1">
            <a:off x="7710516" y="2744563"/>
            <a:ext cx="6835" cy="2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 flipV="1">
            <a:off x="7717351" y="2742442"/>
            <a:ext cx="6835" cy="21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4" name="Connector 923"/>
          <p:cNvCxnSpPr/>
          <p:nvPr/>
        </p:nvCxnSpPr>
        <p:spPr>
          <a:xfrm flipV="1">
            <a:off x="7724186" y="2740688"/>
            <a:ext cx="6835" cy="175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5" name="Connector 924"/>
          <p:cNvCxnSpPr/>
          <p:nvPr/>
        </p:nvCxnSpPr>
        <p:spPr>
          <a:xfrm flipV="1">
            <a:off x="7731021" y="2739324"/>
            <a:ext cx="6834" cy="136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 flipV="1">
            <a:off x="7737855" y="2738369"/>
            <a:ext cx="6835" cy="95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 flipV="1">
            <a:off x="7744690" y="2737834"/>
            <a:ext cx="6835" cy="53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 flipV="1">
            <a:off x="7751525" y="2737727"/>
            <a:ext cx="6835" cy="1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>
            <a:off x="7758360" y="2737727"/>
            <a:ext cx="6835" cy="3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>
            <a:off x="7765195" y="2738048"/>
            <a:ext cx="6835" cy="74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>
            <a:off x="7772030" y="2738795"/>
            <a:ext cx="6835" cy="1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2" name="Connector 931"/>
          <p:cNvCxnSpPr/>
          <p:nvPr/>
        </p:nvCxnSpPr>
        <p:spPr>
          <a:xfrm>
            <a:off x="7778865" y="2739956"/>
            <a:ext cx="6835" cy="15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3" name="Connector 932"/>
          <p:cNvCxnSpPr/>
          <p:nvPr/>
        </p:nvCxnSpPr>
        <p:spPr>
          <a:xfrm>
            <a:off x="7785700" y="2741517"/>
            <a:ext cx="6835" cy="194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>
            <a:off x="7792535" y="2743458"/>
            <a:ext cx="6835" cy="229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7799370" y="2745753"/>
            <a:ext cx="6835" cy="262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>
            <a:off x="7806205" y="2748373"/>
            <a:ext cx="6835" cy="291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>
            <a:off x="7813040" y="2751283"/>
            <a:ext cx="6834" cy="3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8" name="Connector 937"/>
          <p:cNvCxnSpPr/>
          <p:nvPr/>
        </p:nvCxnSpPr>
        <p:spPr>
          <a:xfrm>
            <a:off x="7819874" y="2754444"/>
            <a:ext cx="6835" cy="33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>
            <a:off x="7826709" y="2757817"/>
            <a:ext cx="6835" cy="35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>
            <a:off x="7833544" y="2761357"/>
            <a:ext cx="6835" cy="36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7840379" y="2765018"/>
            <a:ext cx="6835" cy="373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>
            <a:off x="7847214" y="2768752"/>
            <a:ext cx="6835" cy="375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>
            <a:off x="7854049" y="2772511"/>
            <a:ext cx="6835" cy="373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4" name="Connector 943"/>
          <p:cNvCxnSpPr/>
          <p:nvPr/>
        </p:nvCxnSpPr>
        <p:spPr>
          <a:xfrm>
            <a:off x="7860884" y="2776245"/>
            <a:ext cx="6835" cy="36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5" name="Connector 944"/>
          <p:cNvCxnSpPr/>
          <p:nvPr/>
        </p:nvCxnSpPr>
        <p:spPr>
          <a:xfrm>
            <a:off x="7867719" y="2779906"/>
            <a:ext cx="6835" cy="35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>
            <a:off x="7874554" y="2783446"/>
            <a:ext cx="6835" cy="33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>
            <a:off x="7881389" y="2786819"/>
            <a:ext cx="6834" cy="3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>
            <a:off x="7888223" y="2789980"/>
            <a:ext cx="6835" cy="291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7895058" y="2792890"/>
            <a:ext cx="6835" cy="262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>
            <a:off x="7901893" y="2795510"/>
            <a:ext cx="6835" cy="229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>
            <a:off x="7908728" y="2797805"/>
            <a:ext cx="6835" cy="194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Connector 951"/>
          <p:cNvCxnSpPr/>
          <p:nvPr/>
        </p:nvCxnSpPr>
        <p:spPr>
          <a:xfrm>
            <a:off x="7915563" y="2799746"/>
            <a:ext cx="6835" cy="15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3" name="Connector 952"/>
          <p:cNvCxnSpPr/>
          <p:nvPr/>
        </p:nvCxnSpPr>
        <p:spPr>
          <a:xfrm>
            <a:off x="7922398" y="2801307"/>
            <a:ext cx="6835" cy="1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>
            <a:off x="7929233" y="2802468"/>
            <a:ext cx="6835" cy="74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>
            <a:off x="7936068" y="2803215"/>
            <a:ext cx="6835" cy="3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 flipV="1">
            <a:off x="7942903" y="2803429"/>
            <a:ext cx="6835" cy="1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7" name="Connector 956"/>
          <p:cNvCxnSpPr/>
          <p:nvPr/>
        </p:nvCxnSpPr>
        <p:spPr>
          <a:xfrm flipV="1">
            <a:off x="7949738" y="2802894"/>
            <a:ext cx="6835" cy="53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8" name="Connector 957"/>
          <p:cNvCxnSpPr/>
          <p:nvPr/>
        </p:nvCxnSpPr>
        <p:spPr>
          <a:xfrm flipV="1">
            <a:off x="7956573" y="2801939"/>
            <a:ext cx="6834" cy="95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9" name="Connector 958"/>
          <p:cNvCxnSpPr/>
          <p:nvPr/>
        </p:nvCxnSpPr>
        <p:spPr>
          <a:xfrm flipV="1">
            <a:off x="7963407" y="2800575"/>
            <a:ext cx="6835" cy="136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 flipV="1">
            <a:off x="7970242" y="2798821"/>
            <a:ext cx="6835" cy="175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1" name="Connector 960"/>
          <p:cNvCxnSpPr/>
          <p:nvPr/>
        </p:nvCxnSpPr>
        <p:spPr>
          <a:xfrm flipV="1">
            <a:off x="7977077" y="2796700"/>
            <a:ext cx="6835" cy="21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2" name="Connector 961"/>
          <p:cNvCxnSpPr/>
          <p:nvPr/>
        </p:nvCxnSpPr>
        <p:spPr>
          <a:xfrm flipV="1">
            <a:off x="7983912" y="2794238"/>
            <a:ext cx="6835" cy="2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3" name="Connector 962"/>
          <p:cNvCxnSpPr/>
          <p:nvPr/>
        </p:nvCxnSpPr>
        <p:spPr>
          <a:xfrm flipV="1">
            <a:off x="7990747" y="2791469"/>
            <a:ext cx="6835" cy="276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 flipV="1">
            <a:off x="7997582" y="2788429"/>
            <a:ext cx="6835" cy="30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 flipV="1">
            <a:off x="8004417" y="2785156"/>
            <a:ext cx="6835" cy="32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6" name="Connector 965"/>
          <p:cNvCxnSpPr/>
          <p:nvPr/>
        </p:nvCxnSpPr>
        <p:spPr>
          <a:xfrm flipV="1">
            <a:off x="8011252" y="2781694"/>
            <a:ext cx="6835" cy="3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7" name="Connector 966"/>
          <p:cNvCxnSpPr/>
          <p:nvPr/>
        </p:nvCxnSpPr>
        <p:spPr>
          <a:xfrm flipV="1">
            <a:off x="8018087" y="2778087"/>
            <a:ext cx="6835" cy="36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8" name="Connector 967"/>
          <p:cNvCxnSpPr/>
          <p:nvPr/>
        </p:nvCxnSpPr>
        <p:spPr>
          <a:xfrm flipV="1">
            <a:off x="8024922" y="2774384"/>
            <a:ext cx="6835" cy="370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9" name="Connector 968"/>
          <p:cNvCxnSpPr/>
          <p:nvPr/>
        </p:nvCxnSpPr>
        <p:spPr>
          <a:xfrm flipV="1">
            <a:off x="8031757" y="2770632"/>
            <a:ext cx="6834" cy="375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0" name="Connector 969"/>
          <p:cNvCxnSpPr/>
          <p:nvPr/>
        </p:nvCxnSpPr>
        <p:spPr>
          <a:xfrm flipV="1">
            <a:off x="8038591" y="2766879"/>
            <a:ext cx="6835" cy="375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1" name="Connector 970"/>
          <p:cNvCxnSpPr/>
          <p:nvPr/>
        </p:nvCxnSpPr>
        <p:spPr>
          <a:xfrm flipV="1">
            <a:off x="8045426" y="2763176"/>
            <a:ext cx="6835" cy="370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2" name="Connector 971"/>
          <p:cNvCxnSpPr/>
          <p:nvPr/>
        </p:nvCxnSpPr>
        <p:spPr>
          <a:xfrm flipV="1">
            <a:off x="8052261" y="2759569"/>
            <a:ext cx="6835" cy="36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3" name="Connector 972"/>
          <p:cNvCxnSpPr/>
          <p:nvPr/>
        </p:nvCxnSpPr>
        <p:spPr>
          <a:xfrm flipV="1">
            <a:off x="8059096" y="2756107"/>
            <a:ext cx="6835" cy="3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4" name="Connector 973"/>
          <p:cNvCxnSpPr/>
          <p:nvPr/>
        </p:nvCxnSpPr>
        <p:spPr>
          <a:xfrm flipV="1">
            <a:off x="8065931" y="2752834"/>
            <a:ext cx="6835" cy="32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Connector 974"/>
          <p:cNvCxnSpPr/>
          <p:nvPr/>
        </p:nvCxnSpPr>
        <p:spPr>
          <a:xfrm flipV="1">
            <a:off x="8072766" y="2749794"/>
            <a:ext cx="6835" cy="30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6" name="Connector 975"/>
          <p:cNvCxnSpPr/>
          <p:nvPr/>
        </p:nvCxnSpPr>
        <p:spPr>
          <a:xfrm flipV="1">
            <a:off x="8079601" y="2747025"/>
            <a:ext cx="6835" cy="276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7" name="Connector 976"/>
          <p:cNvCxnSpPr/>
          <p:nvPr/>
        </p:nvCxnSpPr>
        <p:spPr>
          <a:xfrm flipV="1">
            <a:off x="8086436" y="2744563"/>
            <a:ext cx="6835" cy="2462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Connector 977"/>
          <p:cNvCxnSpPr/>
          <p:nvPr/>
        </p:nvCxnSpPr>
        <p:spPr>
          <a:xfrm flipV="1">
            <a:off x="8093271" y="2742442"/>
            <a:ext cx="6835" cy="21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V="1">
            <a:off x="8100106" y="2740688"/>
            <a:ext cx="6835" cy="175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0" name="Connector 979"/>
          <p:cNvCxnSpPr/>
          <p:nvPr/>
        </p:nvCxnSpPr>
        <p:spPr>
          <a:xfrm flipV="1">
            <a:off x="8106941" y="2739324"/>
            <a:ext cx="6835" cy="136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1" name="Connector 980"/>
          <p:cNvCxnSpPr/>
          <p:nvPr/>
        </p:nvCxnSpPr>
        <p:spPr>
          <a:xfrm flipV="1">
            <a:off x="8113776" y="2738369"/>
            <a:ext cx="6834" cy="95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2" name="Connector 981"/>
          <p:cNvCxnSpPr/>
          <p:nvPr/>
        </p:nvCxnSpPr>
        <p:spPr>
          <a:xfrm flipV="1">
            <a:off x="8120610" y="2737834"/>
            <a:ext cx="6835" cy="53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Connector 982"/>
          <p:cNvCxnSpPr/>
          <p:nvPr/>
        </p:nvCxnSpPr>
        <p:spPr>
          <a:xfrm flipV="1">
            <a:off x="8127445" y="2737727"/>
            <a:ext cx="6835" cy="1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Connector 983"/>
          <p:cNvCxnSpPr/>
          <p:nvPr/>
        </p:nvCxnSpPr>
        <p:spPr>
          <a:xfrm>
            <a:off x="8134280" y="2737727"/>
            <a:ext cx="6835" cy="3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5" name="Connector 984"/>
          <p:cNvCxnSpPr/>
          <p:nvPr/>
        </p:nvCxnSpPr>
        <p:spPr>
          <a:xfrm>
            <a:off x="8141115" y="2738048"/>
            <a:ext cx="6835" cy="74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6" name="Connector 985"/>
          <p:cNvCxnSpPr/>
          <p:nvPr/>
        </p:nvCxnSpPr>
        <p:spPr>
          <a:xfrm>
            <a:off x="8147950" y="2738795"/>
            <a:ext cx="6835" cy="1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7" name="Connector 986"/>
          <p:cNvCxnSpPr/>
          <p:nvPr/>
        </p:nvCxnSpPr>
        <p:spPr>
          <a:xfrm>
            <a:off x="8154785" y="2739956"/>
            <a:ext cx="6835" cy="15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Connector 987"/>
          <p:cNvCxnSpPr/>
          <p:nvPr/>
        </p:nvCxnSpPr>
        <p:spPr>
          <a:xfrm>
            <a:off x="8161620" y="2741517"/>
            <a:ext cx="6835" cy="194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>
            <a:off x="8168455" y="2743458"/>
            <a:ext cx="6835" cy="229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>
            <a:off x="8175290" y="2745753"/>
            <a:ext cx="6835" cy="262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>
            <a:off x="8182125" y="2748373"/>
            <a:ext cx="6834" cy="291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2" name="Connector 991"/>
          <p:cNvCxnSpPr/>
          <p:nvPr/>
        </p:nvCxnSpPr>
        <p:spPr>
          <a:xfrm>
            <a:off x="8188959" y="2751283"/>
            <a:ext cx="6835" cy="3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3" name="Connector 992"/>
          <p:cNvCxnSpPr/>
          <p:nvPr/>
        </p:nvCxnSpPr>
        <p:spPr>
          <a:xfrm>
            <a:off x="8195794" y="2754444"/>
            <a:ext cx="6835" cy="33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>
            <a:off x="8202629" y="2757817"/>
            <a:ext cx="6835" cy="35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>
            <a:off x="8209464" y="2761357"/>
            <a:ext cx="6835" cy="36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6" name="Connector 995"/>
          <p:cNvCxnSpPr/>
          <p:nvPr/>
        </p:nvCxnSpPr>
        <p:spPr>
          <a:xfrm>
            <a:off x="8216299" y="2765018"/>
            <a:ext cx="6835" cy="373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7" name="Connector 996"/>
          <p:cNvCxnSpPr/>
          <p:nvPr/>
        </p:nvCxnSpPr>
        <p:spPr>
          <a:xfrm>
            <a:off x="8223134" y="2768752"/>
            <a:ext cx="6835" cy="3759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8" name="Connector 997"/>
          <p:cNvCxnSpPr/>
          <p:nvPr/>
        </p:nvCxnSpPr>
        <p:spPr>
          <a:xfrm>
            <a:off x="8229969" y="2772511"/>
            <a:ext cx="6835" cy="3734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9" name="Connector 998"/>
          <p:cNvCxnSpPr/>
          <p:nvPr/>
        </p:nvCxnSpPr>
        <p:spPr>
          <a:xfrm>
            <a:off x="8236804" y="2776245"/>
            <a:ext cx="6835" cy="36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" name="Connector 999"/>
          <p:cNvCxnSpPr/>
          <p:nvPr/>
        </p:nvCxnSpPr>
        <p:spPr>
          <a:xfrm>
            <a:off x="8243639" y="2779906"/>
            <a:ext cx="6835" cy="354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" name="Connector 1000"/>
          <p:cNvCxnSpPr/>
          <p:nvPr/>
        </p:nvCxnSpPr>
        <p:spPr>
          <a:xfrm>
            <a:off x="8250474" y="2783446"/>
            <a:ext cx="6835" cy="3373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" name="Connector 1001"/>
          <p:cNvCxnSpPr/>
          <p:nvPr/>
        </p:nvCxnSpPr>
        <p:spPr>
          <a:xfrm>
            <a:off x="8257309" y="2786819"/>
            <a:ext cx="6834" cy="3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3" name="Connector 1002"/>
          <p:cNvCxnSpPr/>
          <p:nvPr/>
        </p:nvCxnSpPr>
        <p:spPr>
          <a:xfrm>
            <a:off x="8264143" y="2789980"/>
            <a:ext cx="6835" cy="291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8270978" y="2792890"/>
            <a:ext cx="6835" cy="2620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>
            <a:off x="8277813" y="2795510"/>
            <a:ext cx="6835" cy="229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Connector 1005"/>
          <p:cNvCxnSpPr/>
          <p:nvPr/>
        </p:nvCxnSpPr>
        <p:spPr>
          <a:xfrm>
            <a:off x="8284648" y="2797805"/>
            <a:ext cx="6835" cy="194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Connector 1006"/>
          <p:cNvCxnSpPr/>
          <p:nvPr/>
        </p:nvCxnSpPr>
        <p:spPr>
          <a:xfrm>
            <a:off x="8291483" y="2799746"/>
            <a:ext cx="6835" cy="15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>
            <a:off x="8298318" y="2801307"/>
            <a:ext cx="6835" cy="116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>
            <a:off x="8305153" y="2802468"/>
            <a:ext cx="6835" cy="74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0" name="Connector 1009"/>
          <p:cNvCxnSpPr/>
          <p:nvPr/>
        </p:nvCxnSpPr>
        <p:spPr>
          <a:xfrm>
            <a:off x="8311988" y="2803215"/>
            <a:ext cx="6835" cy="321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1" name="Connector 1010"/>
          <p:cNvCxnSpPr/>
          <p:nvPr/>
        </p:nvCxnSpPr>
        <p:spPr>
          <a:xfrm flipV="1">
            <a:off x="8318823" y="2803429"/>
            <a:ext cx="6835" cy="107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2" name="Connector 1011"/>
          <p:cNvCxnSpPr/>
          <p:nvPr/>
        </p:nvCxnSpPr>
        <p:spPr>
          <a:xfrm flipV="1">
            <a:off x="8325658" y="2802894"/>
            <a:ext cx="6835" cy="53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3" name="Connector 1012"/>
          <p:cNvCxnSpPr/>
          <p:nvPr/>
        </p:nvCxnSpPr>
        <p:spPr>
          <a:xfrm flipV="1">
            <a:off x="8332493" y="2801939"/>
            <a:ext cx="6834" cy="955"/>
          </a:xfrm>
          <a:prstGeom prst="line">
            <a:avLst/>
          </a:prstGeom>
          <a:ln w="1270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4" name="TextBox 1013"/>
          <p:cNvSpPr txBox="1"/>
          <p:nvPr/>
        </p:nvSpPr>
        <p:spPr>
          <a:xfrm>
            <a:off x="7589519" y="3118104"/>
            <a:ext cx="822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90°</a:t>
            </a:r>
          </a:p>
        </p:txBody>
      </p:sp>
      <p:sp>
        <p:nvSpPr>
          <p:cNvPr id="1015" name="Rounded Rectangle 1014"/>
          <p:cNvSpPr/>
          <p:nvPr/>
        </p:nvSpPr>
        <p:spPr>
          <a:xfrm>
            <a:off x="8641080" y="2148840"/>
            <a:ext cx="8229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6" name="Connector 1015"/>
          <p:cNvCxnSpPr/>
          <p:nvPr/>
        </p:nvCxnSpPr>
        <p:spPr>
          <a:xfrm flipV="1">
            <a:off x="8714232" y="2327967"/>
            <a:ext cx="6834" cy="375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Connector 1016"/>
          <p:cNvCxnSpPr/>
          <p:nvPr/>
        </p:nvCxnSpPr>
        <p:spPr>
          <a:xfrm flipV="1">
            <a:off x="8721066" y="2324264"/>
            <a:ext cx="6835" cy="370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Connector 1017"/>
          <p:cNvCxnSpPr/>
          <p:nvPr/>
        </p:nvCxnSpPr>
        <p:spPr>
          <a:xfrm flipV="1">
            <a:off x="8727901" y="2320657"/>
            <a:ext cx="6835" cy="36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9" name="Connector 1018"/>
          <p:cNvCxnSpPr/>
          <p:nvPr/>
        </p:nvCxnSpPr>
        <p:spPr>
          <a:xfrm flipV="1">
            <a:off x="8734736" y="2317195"/>
            <a:ext cx="6835" cy="3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0" name="Connector 1019"/>
          <p:cNvCxnSpPr/>
          <p:nvPr/>
        </p:nvCxnSpPr>
        <p:spPr>
          <a:xfrm flipV="1">
            <a:off x="8741571" y="2313922"/>
            <a:ext cx="6835" cy="32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1" name="Connector 1020"/>
          <p:cNvCxnSpPr/>
          <p:nvPr/>
        </p:nvCxnSpPr>
        <p:spPr>
          <a:xfrm flipV="1">
            <a:off x="8748406" y="2310882"/>
            <a:ext cx="6835" cy="30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2" name="Connector 1021"/>
          <p:cNvCxnSpPr/>
          <p:nvPr/>
        </p:nvCxnSpPr>
        <p:spPr>
          <a:xfrm flipV="1">
            <a:off x="8755241" y="2308113"/>
            <a:ext cx="6835" cy="276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Connector 1022"/>
          <p:cNvCxnSpPr/>
          <p:nvPr/>
        </p:nvCxnSpPr>
        <p:spPr>
          <a:xfrm flipV="1">
            <a:off x="8762076" y="2305651"/>
            <a:ext cx="6835" cy="2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Connector 1023"/>
          <p:cNvCxnSpPr/>
          <p:nvPr/>
        </p:nvCxnSpPr>
        <p:spPr>
          <a:xfrm flipV="1">
            <a:off x="8768911" y="2303530"/>
            <a:ext cx="6835" cy="21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Connector 1024"/>
          <p:cNvCxnSpPr/>
          <p:nvPr/>
        </p:nvCxnSpPr>
        <p:spPr>
          <a:xfrm flipV="1">
            <a:off x="8775746" y="2301776"/>
            <a:ext cx="6835" cy="175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onnector 1025"/>
          <p:cNvCxnSpPr/>
          <p:nvPr/>
        </p:nvCxnSpPr>
        <p:spPr>
          <a:xfrm flipV="1">
            <a:off x="8782581" y="2300412"/>
            <a:ext cx="6835" cy="136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onnector 1026"/>
          <p:cNvCxnSpPr/>
          <p:nvPr/>
        </p:nvCxnSpPr>
        <p:spPr>
          <a:xfrm flipV="1">
            <a:off x="8789416" y="2299457"/>
            <a:ext cx="6834" cy="95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Connector 1027"/>
          <p:cNvCxnSpPr/>
          <p:nvPr/>
        </p:nvCxnSpPr>
        <p:spPr>
          <a:xfrm flipV="1">
            <a:off x="8796250" y="2298922"/>
            <a:ext cx="6835" cy="53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Connector 1028"/>
          <p:cNvCxnSpPr/>
          <p:nvPr/>
        </p:nvCxnSpPr>
        <p:spPr>
          <a:xfrm flipV="1">
            <a:off x="8803085" y="2298815"/>
            <a:ext cx="6835" cy="1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or 1029"/>
          <p:cNvCxnSpPr/>
          <p:nvPr/>
        </p:nvCxnSpPr>
        <p:spPr>
          <a:xfrm>
            <a:off x="8809920" y="2298815"/>
            <a:ext cx="6835" cy="3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>
            <a:off x="8816755" y="2299136"/>
            <a:ext cx="6835" cy="74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nector 1031"/>
          <p:cNvCxnSpPr/>
          <p:nvPr/>
        </p:nvCxnSpPr>
        <p:spPr>
          <a:xfrm>
            <a:off x="8823590" y="2299883"/>
            <a:ext cx="6835" cy="1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 1032"/>
          <p:cNvCxnSpPr/>
          <p:nvPr/>
        </p:nvCxnSpPr>
        <p:spPr>
          <a:xfrm>
            <a:off x="8830425" y="2301044"/>
            <a:ext cx="6835" cy="15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nector 1033"/>
          <p:cNvCxnSpPr/>
          <p:nvPr/>
        </p:nvCxnSpPr>
        <p:spPr>
          <a:xfrm>
            <a:off x="8837260" y="2302605"/>
            <a:ext cx="6835" cy="194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 1034"/>
          <p:cNvCxnSpPr/>
          <p:nvPr/>
        </p:nvCxnSpPr>
        <p:spPr>
          <a:xfrm>
            <a:off x="8844095" y="2304546"/>
            <a:ext cx="6835" cy="229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Connector 1035"/>
          <p:cNvCxnSpPr/>
          <p:nvPr/>
        </p:nvCxnSpPr>
        <p:spPr>
          <a:xfrm>
            <a:off x="8850930" y="2306841"/>
            <a:ext cx="6835" cy="262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Connector 1036"/>
          <p:cNvCxnSpPr/>
          <p:nvPr/>
        </p:nvCxnSpPr>
        <p:spPr>
          <a:xfrm>
            <a:off x="8857765" y="2309461"/>
            <a:ext cx="6835" cy="291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Connector 1037"/>
          <p:cNvCxnSpPr/>
          <p:nvPr/>
        </p:nvCxnSpPr>
        <p:spPr>
          <a:xfrm>
            <a:off x="8864600" y="2312371"/>
            <a:ext cx="6834" cy="3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Connector 1038"/>
          <p:cNvCxnSpPr/>
          <p:nvPr/>
        </p:nvCxnSpPr>
        <p:spPr>
          <a:xfrm>
            <a:off x="8871434" y="2315532"/>
            <a:ext cx="6835" cy="33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Connector 1039"/>
          <p:cNvCxnSpPr/>
          <p:nvPr/>
        </p:nvCxnSpPr>
        <p:spPr>
          <a:xfrm>
            <a:off x="8878269" y="2318905"/>
            <a:ext cx="6835" cy="35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Connector 1040"/>
          <p:cNvCxnSpPr/>
          <p:nvPr/>
        </p:nvCxnSpPr>
        <p:spPr>
          <a:xfrm>
            <a:off x="8885104" y="2322445"/>
            <a:ext cx="6835" cy="36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Connector 1041"/>
          <p:cNvCxnSpPr/>
          <p:nvPr/>
        </p:nvCxnSpPr>
        <p:spPr>
          <a:xfrm>
            <a:off x="8891939" y="2326106"/>
            <a:ext cx="6835" cy="373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Connector 1042"/>
          <p:cNvCxnSpPr/>
          <p:nvPr/>
        </p:nvCxnSpPr>
        <p:spPr>
          <a:xfrm>
            <a:off x="8898774" y="2329840"/>
            <a:ext cx="6835" cy="375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Connector 1043"/>
          <p:cNvCxnSpPr/>
          <p:nvPr/>
        </p:nvCxnSpPr>
        <p:spPr>
          <a:xfrm>
            <a:off x="8905609" y="2333599"/>
            <a:ext cx="6835" cy="373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Connector 1044"/>
          <p:cNvCxnSpPr/>
          <p:nvPr/>
        </p:nvCxnSpPr>
        <p:spPr>
          <a:xfrm>
            <a:off x="8912444" y="2337333"/>
            <a:ext cx="6835" cy="36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Connector 1045"/>
          <p:cNvCxnSpPr/>
          <p:nvPr/>
        </p:nvCxnSpPr>
        <p:spPr>
          <a:xfrm>
            <a:off x="8919279" y="2340994"/>
            <a:ext cx="6835" cy="35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Connector 1046"/>
          <p:cNvCxnSpPr/>
          <p:nvPr/>
        </p:nvCxnSpPr>
        <p:spPr>
          <a:xfrm>
            <a:off x="8926114" y="2344534"/>
            <a:ext cx="6835" cy="33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 1047"/>
          <p:cNvCxnSpPr/>
          <p:nvPr/>
        </p:nvCxnSpPr>
        <p:spPr>
          <a:xfrm>
            <a:off x="8932949" y="2347907"/>
            <a:ext cx="6834" cy="3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Connector 1048"/>
          <p:cNvCxnSpPr/>
          <p:nvPr/>
        </p:nvCxnSpPr>
        <p:spPr>
          <a:xfrm>
            <a:off x="8939783" y="2351068"/>
            <a:ext cx="6835" cy="291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 1049"/>
          <p:cNvCxnSpPr/>
          <p:nvPr/>
        </p:nvCxnSpPr>
        <p:spPr>
          <a:xfrm>
            <a:off x="8946618" y="2353978"/>
            <a:ext cx="6835" cy="262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Connector 1050"/>
          <p:cNvCxnSpPr/>
          <p:nvPr/>
        </p:nvCxnSpPr>
        <p:spPr>
          <a:xfrm>
            <a:off x="8953453" y="2356598"/>
            <a:ext cx="6835" cy="229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Connector 1051"/>
          <p:cNvCxnSpPr/>
          <p:nvPr/>
        </p:nvCxnSpPr>
        <p:spPr>
          <a:xfrm>
            <a:off x="8960288" y="2358893"/>
            <a:ext cx="6835" cy="194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Connector 1052"/>
          <p:cNvCxnSpPr/>
          <p:nvPr/>
        </p:nvCxnSpPr>
        <p:spPr>
          <a:xfrm>
            <a:off x="8967123" y="2360834"/>
            <a:ext cx="6835" cy="15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Connector 1053"/>
          <p:cNvCxnSpPr/>
          <p:nvPr/>
        </p:nvCxnSpPr>
        <p:spPr>
          <a:xfrm>
            <a:off x="8973958" y="2362395"/>
            <a:ext cx="6835" cy="1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 1054"/>
          <p:cNvCxnSpPr/>
          <p:nvPr/>
        </p:nvCxnSpPr>
        <p:spPr>
          <a:xfrm>
            <a:off x="8980793" y="2363556"/>
            <a:ext cx="6835" cy="74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Connector 1055"/>
          <p:cNvCxnSpPr/>
          <p:nvPr/>
        </p:nvCxnSpPr>
        <p:spPr>
          <a:xfrm>
            <a:off x="8987628" y="2364303"/>
            <a:ext cx="6835" cy="3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Connector 1056"/>
          <p:cNvCxnSpPr/>
          <p:nvPr/>
        </p:nvCxnSpPr>
        <p:spPr>
          <a:xfrm flipV="1">
            <a:off x="8994463" y="2364517"/>
            <a:ext cx="6835" cy="1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Connector 1057"/>
          <p:cNvCxnSpPr/>
          <p:nvPr/>
        </p:nvCxnSpPr>
        <p:spPr>
          <a:xfrm flipV="1">
            <a:off x="9001298" y="2363982"/>
            <a:ext cx="6835" cy="53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Connector 1058"/>
          <p:cNvCxnSpPr/>
          <p:nvPr/>
        </p:nvCxnSpPr>
        <p:spPr>
          <a:xfrm flipV="1">
            <a:off x="9008133" y="2363027"/>
            <a:ext cx="6835" cy="95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Connector 1059"/>
          <p:cNvCxnSpPr/>
          <p:nvPr/>
        </p:nvCxnSpPr>
        <p:spPr>
          <a:xfrm flipV="1">
            <a:off x="9014968" y="2361663"/>
            <a:ext cx="6834" cy="136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Connector 1060"/>
          <p:cNvCxnSpPr/>
          <p:nvPr/>
        </p:nvCxnSpPr>
        <p:spPr>
          <a:xfrm flipV="1">
            <a:off x="9021802" y="2359909"/>
            <a:ext cx="6835" cy="175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Connector 1061"/>
          <p:cNvCxnSpPr/>
          <p:nvPr/>
        </p:nvCxnSpPr>
        <p:spPr>
          <a:xfrm flipV="1">
            <a:off x="9028637" y="2357788"/>
            <a:ext cx="6835" cy="21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onnector 1062"/>
          <p:cNvCxnSpPr/>
          <p:nvPr/>
        </p:nvCxnSpPr>
        <p:spPr>
          <a:xfrm flipV="1">
            <a:off x="9035472" y="2355326"/>
            <a:ext cx="6835" cy="2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Connector 1063"/>
          <p:cNvCxnSpPr/>
          <p:nvPr/>
        </p:nvCxnSpPr>
        <p:spPr>
          <a:xfrm flipV="1">
            <a:off x="9042307" y="2352557"/>
            <a:ext cx="6835" cy="276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Connector 1064"/>
          <p:cNvCxnSpPr/>
          <p:nvPr/>
        </p:nvCxnSpPr>
        <p:spPr>
          <a:xfrm flipV="1">
            <a:off x="9049142" y="2349517"/>
            <a:ext cx="6835" cy="30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Connector 1065"/>
          <p:cNvCxnSpPr/>
          <p:nvPr/>
        </p:nvCxnSpPr>
        <p:spPr>
          <a:xfrm flipV="1">
            <a:off x="9055977" y="2346244"/>
            <a:ext cx="6835" cy="32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Connector 1066"/>
          <p:cNvCxnSpPr/>
          <p:nvPr/>
        </p:nvCxnSpPr>
        <p:spPr>
          <a:xfrm flipV="1">
            <a:off x="9062812" y="2342782"/>
            <a:ext cx="6835" cy="3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Connector 1067"/>
          <p:cNvCxnSpPr/>
          <p:nvPr/>
        </p:nvCxnSpPr>
        <p:spPr>
          <a:xfrm flipV="1">
            <a:off x="9069647" y="2339175"/>
            <a:ext cx="6835" cy="36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9" name="Connector 1068"/>
          <p:cNvCxnSpPr/>
          <p:nvPr/>
        </p:nvCxnSpPr>
        <p:spPr>
          <a:xfrm flipV="1">
            <a:off x="9076482" y="2335472"/>
            <a:ext cx="6835" cy="370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Connector 1069"/>
          <p:cNvCxnSpPr/>
          <p:nvPr/>
        </p:nvCxnSpPr>
        <p:spPr>
          <a:xfrm flipV="1">
            <a:off x="9083317" y="2331720"/>
            <a:ext cx="6835" cy="375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Connector 1070"/>
          <p:cNvCxnSpPr/>
          <p:nvPr/>
        </p:nvCxnSpPr>
        <p:spPr>
          <a:xfrm flipV="1">
            <a:off x="9090152" y="2327967"/>
            <a:ext cx="6834" cy="375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Connector 1071"/>
          <p:cNvCxnSpPr/>
          <p:nvPr/>
        </p:nvCxnSpPr>
        <p:spPr>
          <a:xfrm flipV="1">
            <a:off x="9096986" y="2324264"/>
            <a:ext cx="6835" cy="370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Connector 1072"/>
          <p:cNvCxnSpPr/>
          <p:nvPr/>
        </p:nvCxnSpPr>
        <p:spPr>
          <a:xfrm flipV="1">
            <a:off x="9103821" y="2320657"/>
            <a:ext cx="6835" cy="36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Connector 1073"/>
          <p:cNvCxnSpPr/>
          <p:nvPr/>
        </p:nvCxnSpPr>
        <p:spPr>
          <a:xfrm flipV="1">
            <a:off x="9110656" y="2317195"/>
            <a:ext cx="6835" cy="3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5" name="Connector 1074"/>
          <p:cNvCxnSpPr/>
          <p:nvPr/>
        </p:nvCxnSpPr>
        <p:spPr>
          <a:xfrm flipV="1">
            <a:off x="9117491" y="2313922"/>
            <a:ext cx="6835" cy="32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6" name="Connector 1075"/>
          <p:cNvCxnSpPr/>
          <p:nvPr/>
        </p:nvCxnSpPr>
        <p:spPr>
          <a:xfrm flipV="1">
            <a:off x="9124326" y="2310882"/>
            <a:ext cx="6835" cy="30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Connector 1076"/>
          <p:cNvCxnSpPr/>
          <p:nvPr/>
        </p:nvCxnSpPr>
        <p:spPr>
          <a:xfrm flipV="1">
            <a:off x="9131161" y="2308113"/>
            <a:ext cx="6835" cy="276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8" name="Connector 1077"/>
          <p:cNvCxnSpPr/>
          <p:nvPr/>
        </p:nvCxnSpPr>
        <p:spPr>
          <a:xfrm flipV="1">
            <a:off x="9137996" y="2305651"/>
            <a:ext cx="6835" cy="2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9" name="Connector 1078"/>
          <p:cNvCxnSpPr/>
          <p:nvPr/>
        </p:nvCxnSpPr>
        <p:spPr>
          <a:xfrm flipV="1">
            <a:off x="9144831" y="2303530"/>
            <a:ext cx="6835" cy="21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0" name="Connector 1079"/>
          <p:cNvCxnSpPr/>
          <p:nvPr/>
        </p:nvCxnSpPr>
        <p:spPr>
          <a:xfrm flipV="1">
            <a:off x="9151666" y="2301776"/>
            <a:ext cx="6835" cy="175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Connector 1080"/>
          <p:cNvCxnSpPr/>
          <p:nvPr/>
        </p:nvCxnSpPr>
        <p:spPr>
          <a:xfrm flipV="1">
            <a:off x="9158501" y="2300412"/>
            <a:ext cx="6835" cy="136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2" name="Connector 1081"/>
          <p:cNvCxnSpPr/>
          <p:nvPr/>
        </p:nvCxnSpPr>
        <p:spPr>
          <a:xfrm flipV="1">
            <a:off x="9165336" y="2299457"/>
            <a:ext cx="6834" cy="95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 flipV="1">
            <a:off x="9172170" y="2298922"/>
            <a:ext cx="6835" cy="53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 flipV="1">
            <a:off x="9179005" y="2298815"/>
            <a:ext cx="6835" cy="1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Connector 1084"/>
          <p:cNvCxnSpPr/>
          <p:nvPr/>
        </p:nvCxnSpPr>
        <p:spPr>
          <a:xfrm>
            <a:off x="9185840" y="2298815"/>
            <a:ext cx="6835" cy="3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Connector 1085"/>
          <p:cNvCxnSpPr/>
          <p:nvPr/>
        </p:nvCxnSpPr>
        <p:spPr>
          <a:xfrm>
            <a:off x="9192675" y="2299136"/>
            <a:ext cx="6835" cy="74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Connector 1086"/>
          <p:cNvCxnSpPr/>
          <p:nvPr/>
        </p:nvCxnSpPr>
        <p:spPr>
          <a:xfrm>
            <a:off x="9199510" y="2299883"/>
            <a:ext cx="6835" cy="1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Connector 1087"/>
          <p:cNvCxnSpPr/>
          <p:nvPr/>
        </p:nvCxnSpPr>
        <p:spPr>
          <a:xfrm>
            <a:off x="9206345" y="2301044"/>
            <a:ext cx="6835" cy="15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9" name="Connector 1088"/>
          <p:cNvCxnSpPr/>
          <p:nvPr/>
        </p:nvCxnSpPr>
        <p:spPr>
          <a:xfrm>
            <a:off x="9213180" y="2302605"/>
            <a:ext cx="6835" cy="194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" name="Connector 1089"/>
          <p:cNvCxnSpPr/>
          <p:nvPr/>
        </p:nvCxnSpPr>
        <p:spPr>
          <a:xfrm>
            <a:off x="9220015" y="2304546"/>
            <a:ext cx="6835" cy="229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1" name="Connector 1090"/>
          <p:cNvCxnSpPr/>
          <p:nvPr/>
        </p:nvCxnSpPr>
        <p:spPr>
          <a:xfrm>
            <a:off x="9226850" y="2306841"/>
            <a:ext cx="6835" cy="262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2" name="Connector 1091"/>
          <p:cNvCxnSpPr/>
          <p:nvPr/>
        </p:nvCxnSpPr>
        <p:spPr>
          <a:xfrm>
            <a:off x="9233685" y="2309461"/>
            <a:ext cx="6834" cy="291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3" name="Connector 1092"/>
          <p:cNvCxnSpPr/>
          <p:nvPr/>
        </p:nvCxnSpPr>
        <p:spPr>
          <a:xfrm>
            <a:off x="9240519" y="2312371"/>
            <a:ext cx="6835" cy="3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4" name="Connector 1093"/>
          <p:cNvCxnSpPr/>
          <p:nvPr/>
        </p:nvCxnSpPr>
        <p:spPr>
          <a:xfrm>
            <a:off x="9247354" y="2315532"/>
            <a:ext cx="6835" cy="33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5" name="Connector 1094"/>
          <p:cNvCxnSpPr/>
          <p:nvPr/>
        </p:nvCxnSpPr>
        <p:spPr>
          <a:xfrm>
            <a:off x="9254189" y="2318905"/>
            <a:ext cx="6835" cy="35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6" name="Connector 1095"/>
          <p:cNvCxnSpPr/>
          <p:nvPr/>
        </p:nvCxnSpPr>
        <p:spPr>
          <a:xfrm>
            <a:off x="9261024" y="2322445"/>
            <a:ext cx="6835" cy="36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Connector 1096"/>
          <p:cNvCxnSpPr/>
          <p:nvPr/>
        </p:nvCxnSpPr>
        <p:spPr>
          <a:xfrm>
            <a:off x="9267859" y="2326106"/>
            <a:ext cx="6835" cy="373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8" name="Connector 1097"/>
          <p:cNvCxnSpPr/>
          <p:nvPr/>
        </p:nvCxnSpPr>
        <p:spPr>
          <a:xfrm>
            <a:off x="9274694" y="2329840"/>
            <a:ext cx="6835" cy="375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9" name="Connector 1098"/>
          <p:cNvCxnSpPr/>
          <p:nvPr/>
        </p:nvCxnSpPr>
        <p:spPr>
          <a:xfrm>
            <a:off x="9281529" y="2333599"/>
            <a:ext cx="6835" cy="373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0" name="Connector 1099"/>
          <p:cNvCxnSpPr/>
          <p:nvPr/>
        </p:nvCxnSpPr>
        <p:spPr>
          <a:xfrm>
            <a:off x="9288364" y="2337333"/>
            <a:ext cx="6835" cy="36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1" name="Connector 1100"/>
          <p:cNvCxnSpPr/>
          <p:nvPr/>
        </p:nvCxnSpPr>
        <p:spPr>
          <a:xfrm>
            <a:off x="9295199" y="2340994"/>
            <a:ext cx="6835" cy="35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nector 1101"/>
          <p:cNvCxnSpPr/>
          <p:nvPr/>
        </p:nvCxnSpPr>
        <p:spPr>
          <a:xfrm>
            <a:off x="9302034" y="2344534"/>
            <a:ext cx="6835" cy="33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Connector 1102"/>
          <p:cNvCxnSpPr/>
          <p:nvPr/>
        </p:nvCxnSpPr>
        <p:spPr>
          <a:xfrm>
            <a:off x="9308869" y="2347907"/>
            <a:ext cx="6835" cy="3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Connector 1103"/>
          <p:cNvCxnSpPr/>
          <p:nvPr/>
        </p:nvCxnSpPr>
        <p:spPr>
          <a:xfrm>
            <a:off x="9315704" y="2351068"/>
            <a:ext cx="6834" cy="291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5" name="Connector 1104"/>
          <p:cNvCxnSpPr/>
          <p:nvPr/>
        </p:nvCxnSpPr>
        <p:spPr>
          <a:xfrm>
            <a:off x="9322538" y="2353978"/>
            <a:ext cx="6835" cy="262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6" name="Connector 1105"/>
          <p:cNvCxnSpPr/>
          <p:nvPr/>
        </p:nvCxnSpPr>
        <p:spPr>
          <a:xfrm>
            <a:off x="9329373" y="2356598"/>
            <a:ext cx="6835" cy="229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7" name="Connector 1106"/>
          <p:cNvCxnSpPr/>
          <p:nvPr/>
        </p:nvCxnSpPr>
        <p:spPr>
          <a:xfrm>
            <a:off x="9336208" y="2358893"/>
            <a:ext cx="6835" cy="194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8" name="Connector 1107"/>
          <p:cNvCxnSpPr/>
          <p:nvPr/>
        </p:nvCxnSpPr>
        <p:spPr>
          <a:xfrm>
            <a:off x="9343043" y="2360834"/>
            <a:ext cx="6835" cy="15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9" name="Connector 1108"/>
          <p:cNvCxnSpPr/>
          <p:nvPr/>
        </p:nvCxnSpPr>
        <p:spPr>
          <a:xfrm>
            <a:off x="9349878" y="2362395"/>
            <a:ext cx="6835" cy="1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0" name="Connector 1109"/>
          <p:cNvCxnSpPr/>
          <p:nvPr/>
        </p:nvCxnSpPr>
        <p:spPr>
          <a:xfrm>
            <a:off x="9356713" y="2363556"/>
            <a:ext cx="6835" cy="74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1" name="Connector 1110"/>
          <p:cNvCxnSpPr/>
          <p:nvPr/>
        </p:nvCxnSpPr>
        <p:spPr>
          <a:xfrm>
            <a:off x="9363548" y="2364303"/>
            <a:ext cx="6835" cy="3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2" name="Connector 1111"/>
          <p:cNvCxnSpPr/>
          <p:nvPr/>
        </p:nvCxnSpPr>
        <p:spPr>
          <a:xfrm flipV="1">
            <a:off x="9370383" y="2364517"/>
            <a:ext cx="6835" cy="1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3" name="Connector 1112"/>
          <p:cNvCxnSpPr/>
          <p:nvPr/>
        </p:nvCxnSpPr>
        <p:spPr>
          <a:xfrm flipV="1">
            <a:off x="9377218" y="2363982"/>
            <a:ext cx="6835" cy="53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4" name="Connector 1113"/>
          <p:cNvCxnSpPr/>
          <p:nvPr/>
        </p:nvCxnSpPr>
        <p:spPr>
          <a:xfrm flipV="1">
            <a:off x="9384053" y="2363027"/>
            <a:ext cx="6835" cy="95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Connector 1114"/>
          <p:cNvCxnSpPr/>
          <p:nvPr/>
        </p:nvCxnSpPr>
        <p:spPr>
          <a:xfrm flipV="1">
            <a:off x="8714232" y="2437280"/>
            <a:ext cx="6834" cy="4168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6" name="Connector 1115"/>
          <p:cNvCxnSpPr/>
          <p:nvPr/>
        </p:nvCxnSpPr>
        <p:spPr>
          <a:xfrm flipV="1">
            <a:off x="8721066" y="2433180"/>
            <a:ext cx="6835" cy="410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7" name="Connector 1116"/>
          <p:cNvCxnSpPr/>
          <p:nvPr/>
        </p:nvCxnSpPr>
        <p:spPr>
          <a:xfrm flipV="1">
            <a:off x="8727901" y="2429213"/>
            <a:ext cx="6835" cy="396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8" name="Connector 1117"/>
          <p:cNvCxnSpPr/>
          <p:nvPr/>
        </p:nvCxnSpPr>
        <p:spPr>
          <a:xfrm flipV="1">
            <a:off x="8734736" y="2425443"/>
            <a:ext cx="6835" cy="377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9" name="Connector 1118"/>
          <p:cNvCxnSpPr/>
          <p:nvPr/>
        </p:nvCxnSpPr>
        <p:spPr>
          <a:xfrm flipV="1">
            <a:off x="8741571" y="2421930"/>
            <a:ext cx="6835" cy="351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0" name="Connector 1119"/>
          <p:cNvCxnSpPr/>
          <p:nvPr/>
        </p:nvCxnSpPr>
        <p:spPr>
          <a:xfrm flipV="1">
            <a:off x="8748406" y="2418731"/>
            <a:ext cx="6835" cy="319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1" name="Connector 1120"/>
          <p:cNvCxnSpPr/>
          <p:nvPr/>
        </p:nvCxnSpPr>
        <p:spPr>
          <a:xfrm flipV="1">
            <a:off x="8755241" y="2415898"/>
            <a:ext cx="6835" cy="283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2" name="Connector 1121"/>
          <p:cNvCxnSpPr/>
          <p:nvPr/>
        </p:nvCxnSpPr>
        <p:spPr>
          <a:xfrm flipV="1">
            <a:off x="8762076" y="2413476"/>
            <a:ext cx="6835" cy="242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3" name="Connector 1122"/>
          <p:cNvCxnSpPr/>
          <p:nvPr/>
        </p:nvCxnSpPr>
        <p:spPr>
          <a:xfrm flipV="1">
            <a:off x="8768911" y="2411504"/>
            <a:ext cx="6835" cy="197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4" name="Connector 1123"/>
          <p:cNvCxnSpPr/>
          <p:nvPr/>
        </p:nvCxnSpPr>
        <p:spPr>
          <a:xfrm flipV="1">
            <a:off x="8775746" y="2410014"/>
            <a:ext cx="6835" cy="149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5" name="Connector 1124"/>
          <p:cNvCxnSpPr/>
          <p:nvPr/>
        </p:nvCxnSpPr>
        <p:spPr>
          <a:xfrm flipV="1">
            <a:off x="8782581" y="2409029"/>
            <a:ext cx="6835" cy="98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6" name="Connector 1125"/>
          <p:cNvCxnSpPr/>
          <p:nvPr/>
        </p:nvCxnSpPr>
        <p:spPr>
          <a:xfrm flipV="1">
            <a:off x="8789416" y="2408566"/>
            <a:ext cx="6834" cy="46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7" name="Connector 1126"/>
          <p:cNvCxnSpPr/>
          <p:nvPr/>
        </p:nvCxnSpPr>
        <p:spPr>
          <a:xfrm>
            <a:off x="8796250" y="2408566"/>
            <a:ext cx="6835" cy="6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 1127"/>
          <p:cNvCxnSpPr/>
          <p:nvPr/>
        </p:nvCxnSpPr>
        <p:spPr>
          <a:xfrm>
            <a:off x="8803085" y="2408633"/>
            <a:ext cx="6835" cy="59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Connector 1128"/>
          <p:cNvCxnSpPr/>
          <p:nvPr/>
        </p:nvCxnSpPr>
        <p:spPr>
          <a:xfrm>
            <a:off x="8809920" y="2409227"/>
            <a:ext cx="6835" cy="111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Connector 1129"/>
          <p:cNvCxnSpPr/>
          <p:nvPr/>
        </p:nvCxnSpPr>
        <p:spPr>
          <a:xfrm>
            <a:off x="8816755" y="2410340"/>
            <a:ext cx="6835" cy="161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Connector 1130"/>
          <p:cNvCxnSpPr/>
          <p:nvPr/>
        </p:nvCxnSpPr>
        <p:spPr>
          <a:xfrm>
            <a:off x="8823590" y="2411953"/>
            <a:ext cx="6835" cy="2088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2" name="Connector 1131"/>
          <p:cNvCxnSpPr/>
          <p:nvPr/>
        </p:nvCxnSpPr>
        <p:spPr>
          <a:xfrm>
            <a:off x="8830425" y="2414041"/>
            <a:ext cx="6835" cy="2528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3" name="Connector 1132"/>
          <p:cNvCxnSpPr/>
          <p:nvPr/>
        </p:nvCxnSpPr>
        <p:spPr>
          <a:xfrm>
            <a:off x="8837260" y="2416569"/>
            <a:ext cx="6835" cy="293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4" name="Connector 1133"/>
          <p:cNvCxnSpPr/>
          <p:nvPr/>
        </p:nvCxnSpPr>
        <p:spPr>
          <a:xfrm>
            <a:off x="8844095" y="2419499"/>
            <a:ext cx="6835" cy="328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5" name="Connector 1134"/>
          <p:cNvCxnSpPr/>
          <p:nvPr/>
        </p:nvCxnSpPr>
        <p:spPr>
          <a:xfrm>
            <a:off x="8850930" y="2422781"/>
            <a:ext cx="6835" cy="358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6" name="Connector 1135"/>
          <p:cNvCxnSpPr/>
          <p:nvPr/>
        </p:nvCxnSpPr>
        <p:spPr>
          <a:xfrm>
            <a:off x="8857765" y="2426363"/>
            <a:ext cx="6835" cy="3826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7" name="Connector 1136"/>
          <p:cNvCxnSpPr/>
          <p:nvPr/>
        </p:nvCxnSpPr>
        <p:spPr>
          <a:xfrm>
            <a:off x="8864600" y="2430189"/>
            <a:ext cx="6834" cy="4006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8" name="Connector 1137"/>
          <p:cNvCxnSpPr/>
          <p:nvPr/>
        </p:nvCxnSpPr>
        <p:spPr>
          <a:xfrm>
            <a:off x="8871434" y="2434195"/>
            <a:ext cx="6835" cy="412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9" name="Connector 1138"/>
          <p:cNvCxnSpPr/>
          <p:nvPr/>
        </p:nvCxnSpPr>
        <p:spPr>
          <a:xfrm>
            <a:off x="8878269" y="2438318"/>
            <a:ext cx="6835" cy="417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0" name="Connector 1139"/>
          <p:cNvCxnSpPr/>
          <p:nvPr/>
        </p:nvCxnSpPr>
        <p:spPr>
          <a:xfrm>
            <a:off x="8885104" y="2442492"/>
            <a:ext cx="6835" cy="415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1" name="Connector 1140"/>
          <p:cNvCxnSpPr/>
          <p:nvPr/>
        </p:nvCxnSpPr>
        <p:spPr>
          <a:xfrm>
            <a:off x="8891939" y="2446649"/>
            <a:ext cx="6835" cy="40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2" name="Connector 1141"/>
          <p:cNvCxnSpPr/>
          <p:nvPr/>
        </p:nvCxnSpPr>
        <p:spPr>
          <a:xfrm>
            <a:off x="8898774" y="2450722"/>
            <a:ext cx="6835" cy="392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3" name="Connector 1142"/>
          <p:cNvCxnSpPr/>
          <p:nvPr/>
        </p:nvCxnSpPr>
        <p:spPr>
          <a:xfrm>
            <a:off x="8905609" y="2454645"/>
            <a:ext cx="6835" cy="371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4" name="Connector 1143"/>
          <p:cNvCxnSpPr/>
          <p:nvPr/>
        </p:nvCxnSpPr>
        <p:spPr>
          <a:xfrm>
            <a:off x="8912444" y="2458357"/>
            <a:ext cx="6835" cy="343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5" name="Connector 1144"/>
          <p:cNvCxnSpPr/>
          <p:nvPr/>
        </p:nvCxnSpPr>
        <p:spPr>
          <a:xfrm>
            <a:off x="8919279" y="2461796"/>
            <a:ext cx="6835" cy="311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Connector 1145"/>
          <p:cNvCxnSpPr/>
          <p:nvPr/>
        </p:nvCxnSpPr>
        <p:spPr>
          <a:xfrm>
            <a:off x="8926114" y="2464908"/>
            <a:ext cx="6835" cy="273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7" name="Connector 1146"/>
          <p:cNvCxnSpPr/>
          <p:nvPr/>
        </p:nvCxnSpPr>
        <p:spPr>
          <a:xfrm>
            <a:off x="8932949" y="2467643"/>
            <a:ext cx="6834" cy="231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8" name="Connector 1147"/>
          <p:cNvCxnSpPr/>
          <p:nvPr/>
        </p:nvCxnSpPr>
        <p:spPr>
          <a:xfrm>
            <a:off x="8939783" y="2469956"/>
            <a:ext cx="6835" cy="185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9" name="Connector 1148"/>
          <p:cNvCxnSpPr/>
          <p:nvPr/>
        </p:nvCxnSpPr>
        <p:spPr>
          <a:xfrm>
            <a:off x="8946618" y="2471810"/>
            <a:ext cx="6835" cy="1366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0" name="Connector 1149"/>
          <p:cNvCxnSpPr/>
          <p:nvPr/>
        </p:nvCxnSpPr>
        <p:spPr>
          <a:xfrm>
            <a:off x="8953453" y="2473176"/>
            <a:ext cx="6835" cy="85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1" name="Connector 1150"/>
          <p:cNvCxnSpPr/>
          <p:nvPr/>
        </p:nvCxnSpPr>
        <p:spPr>
          <a:xfrm>
            <a:off x="8960288" y="2474031"/>
            <a:ext cx="6835" cy="33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2" name="Connector 1151"/>
          <p:cNvCxnSpPr/>
          <p:nvPr/>
        </p:nvCxnSpPr>
        <p:spPr>
          <a:xfrm flipV="1">
            <a:off x="8967123" y="2474163"/>
            <a:ext cx="6835" cy="19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3" name="Connector 1152"/>
          <p:cNvCxnSpPr/>
          <p:nvPr/>
        </p:nvCxnSpPr>
        <p:spPr>
          <a:xfrm flipV="1">
            <a:off x="8973958" y="2473438"/>
            <a:ext cx="6835" cy="72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Connector 1153"/>
          <p:cNvCxnSpPr/>
          <p:nvPr/>
        </p:nvCxnSpPr>
        <p:spPr>
          <a:xfrm flipV="1">
            <a:off x="8980793" y="2472198"/>
            <a:ext cx="6835" cy="12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Connector 1154"/>
          <p:cNvCxnSpPr/>
          <p:nvPr/>
        </p:nvCxnSpPr>
        <p:spPr>
          <a:xfrm flipV="1">
            <a:off x="8987628" y="2470464"/>
            <a:ext cx="6835" cy="173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6" name="Connector 1155"/>
          <p:cNvCxnSpPr/>
          <p:nvPr/>
        </p:nvCxnSpPr>
        <p:spPr>
          <a:xfrm flipV="1">
            <a:off x="8994463" y="2468262"/>
            <a:ext cx="6835" cy="220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7" name="Connector 1156"/>
          <p:cNvCxnSpPr/>
          <p:nvPr/>
        </p:nvCxnSpPr>
        <p:spPr>
          <a:xfrm flipV="1">
            <a:off x="9001298" y="2465629"/>
            <a:ext cx="6835" cy="263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8" name="Connector 1157"/>
          <p:cNvCxnSpPr/>
          <p:nvPr/>
        </p:nvCxnSpPr>
        <p:spPr>
          <a:xfrm flipV="1">
            <a:off x="9008133" y="2462607"/>
            <a:ext cx="6835" cy="302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9" name="Connector 1158"/>
          <p:cNvCxnSpPr/>
          <p:nvPr/>
        </p:nvCxnSpPr>
        <p:spPr>
          <a:xfrm flipV="1">
            <a:off x="9014968" y="2459245"/>
            <a:ext cx="6834" cy="33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0" name="Connector 1159"/>
          <p:cNvCxnSpPr/>
          <p:nvPr/>
        </p:nvCxnSpPr>
        <p:spPr>
          <a:xfrm flipV="1">
            <a:off x="9021802" y="2455596"/>
            <a:ext cx="6835" cy="364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1" name="Connector 1160"/>
          <p:cNvCxnSpPr/>
          <p:nvPr/>
        </p:nvCxnSpPr>
        <p:spPr>
          <a:xfrm flipV="1">
            <a:off x="9028637" y="2451719"/>
            <a:ext cx="6835" cy="387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2" name="Connector 1161"/>
          <p:cNvCxnSpPr/>
          <p:nvPr/>
        </p:nvCxnSpPr>
        <p:spPr>
          <a:xfrm flipV="1">
            <a:off x="9035472" y="2447677"/>
            <a:ext cx="6835" cy="404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3" name="Connector 1162"/>
          <p:cNvCxnSpPr/>
          <p:nvPr/>
        </p:nvCxnSpPr>
        <p:spPr>
          <a:xfrm flipV="1">
            <a:off x="9042307" y="2443535"/>
            <a:ext cx="6835" cy="414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4" name="Connector 1163"/>
          <p:cNvCxnSpPr/>
          <p:nvPr/>
        </p:nvCxnSpPr>
        <p:spPr>
          <a:xfrm flipV="1">
            <a:off x="9049142" y="2439360"/>
            <a:ext cx="6835" cy="417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5" name="Connector 1164"/>
          <p:cNvCxnSpPr/>
          <p:nvPr/>
        </p:nvCxnSpPr>
        <p:spPr>
          <a:xfrm flipV="1">
            <a:off x="9055977" y="2435218"/>
            <a:ext cx="6835" cy="414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6" name="Connector 1165"/>
          <p:cNvCxnSpPr/>
          <p:nvPr/>
        </p:nvCxnSpPr>
        <p:spPr>
          <a:xfrm flipV="1">
            <a:off x="9062812" y="2431176"/>
            <a:ext cx="6835" cy="404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7" name="Connector 1166"/>
          <p:cNvCxnSpPr/>
          <p:nvPr/>
        </p:nvCxnSpPr>
        <p:spPr>
          <a:xfrm flipV="1">
            <a:off x="9069647" y="2427299"/>
            <a:ext cx="6835" cy="387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8" name="Connector 1167"/>
          <p:cNvCxnSpPr/>
          <p:nvPr/>
        </p:nvCxnSpPr>
        <p:spPr>
          <a:xfrm flipV="1">
            <a:off x="9076482" y="2423650"/>
            <a:ext cx="6835" cy="364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9" name="Connector 1168"/>
          <p:cNvCxnSpPr/>
          <p:nvPr/>
        </p:nvCxnSpPr>
        <p:spPr>
          <a:xfrm flipV="1">
            <a:off x="9083317" y="2420288"/>
            <a:ext cx="6835" cy="33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0" name="Connector 1169"/>
          <p:cNvCxnSpPr/>
          <p:nvPr/>
        </p:nvCxnSpPr>
        <p:spPr>
          <a:xfrm flipV="1">
            <a:off x="9090152" y="2417266"/>
            <a:ext cx="6834" cy="302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1" name="Connector 1170"/>
          <p:cNvCxnSpPr/>
          <p:nvPr/>
        </p:nvCxnSpPr>
        <p:spPr>
          <a:xfrm flipV="1">
            <a:off x="9096986" y="2414633"/>
            <a:ext cx="6835" cy="263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2" name="Connector 1171"/>
          <p:cNvCxnSpPr/>
          <p:nvPr/>
        </p:nvCxnSpPr>
        <p:spPr>
          <a:xfrm flipV="1">
            <a:off x="9103821" y="2412431"/>
            <a:ext cx="6835" cy="220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3" name="Connector 1172"/>
          <p:cNvCxnSpPr/>
          <p:nvPr/>
        </p:nvCxnSpPr>
        <p:spPr>
          <a:xfrm flipV="1">
            <a:off x="9110656" y="2410697"/>
            <a:ext cx="6835" cy="173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4" name="Connector 1173"/>
          <p:cNvCxnSpPr/>
          <p:nvPr/>
        </p:nvCxnSpPr>
        <p:spPr>
          <a:xfrm flipV="1">
            <a:off x="9117491" y="2409457"/>
            <a:ext cx="6835" cy="12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5" name="Connector 1174"/>
          <p:cNvCxnSpPr/>
          <p:nvPr/>
        </p:nvCxnSpPr>
        <p:spPr>
          <a:xfrm flipV="1">
            <a:off x="9124326" y="2408732"/>
            <a:ext cx="6835" cy="72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6" name="Connector 1175"/>
          <p:cNvCxnSpPr/>
          <p:nvPr/>
        </p:nvCxnSpPr>
        <p:spPr>
          <a:xfrm flipV="1">
            <a:off x="9131161" y="2408533"/>
            <a:ext cx="6835" cy="19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7" name="Connector 1176"/>
          <p:cNvCxnSpPr/>
          <p:nvPr/>
        </p:nvCxnSpPr>
        <p:spPr>
          <a:xfrm>
            <a:off x="9137996" y="2408533"/>
            <a:ext cx="6835" cy="33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8" name="Connector 1177"/>
          <p:cNvCxnSpPr/>
          <p:nvPr/>
        </p:nvCxnSpPr>
        <p:spPr>
          <a:xfrm>
            <a:off x="9144831" y="2408864"/>
            <a:ext cx="6835" cy="85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9" name="Connector 1178"/>
          <p:cNvCxnSpPr/>
          <p:nvPr/>
        </p:nvCxnSpPr>
        <p:spPr>
          <a:xfrm>
            <a:off x="9151666" y="2409719"/>
            <a:ext cx="6835" cy="1366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0" name="Connector 1179"/>
          <p:cNvCxnSpPr/>
          <p:nvPr/>
        </p:nvCxnSpPr>
        <p:spPr>
          <a:xfrm>
            <a:off x="9158501" y="2411085"/>
            <a:ext cx="6835" cy="185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1" name="Connector 1180"/>
          <p:cNvCxnSpPr/>
          <p:nvPr/>
        </p:nvCxnSpPr>
        <p:spPr>
          <a:xfrm>
            <a:off x="9165336" y="2412939"/>
            <a:ext cx="6834" cy="231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2" name="Connector 1181"/>
          <p:cNvCxnSpPr/>
          <p:nvPr/>
        </p:nvCxnSpPr>
        <p:spPr>
          <a:xfrm>
            <a:off x="9172170" y="2415252"/>
            <a:ext cx="6835" cy="273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3" name="Connector 1182"/>
          <p:cNvCxnSpPr/>
          <p:nvPr/>
        </p:nvCxnSpPr>
        <p:spPr>
          <a:xfrm>
            <a:off x="9179005" y="2417987"/>
            <a:ext cx="6835" cy="311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4" name="Connector 1183"/>
          <p:cNvCxnSpPr/>
          <p:nvPr/>
        </p:nvCxnSpPr>
        <p:spPr>
          <a:xfrm>
            <a:off x="9185840" y="2421099"/>
            <a:ext cx="6835" cy="343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5" name="Connector 1184"/>
          <p:cNvCxnSpPr/>
          <p:nvPr/>
        </p:nvCxnSpPr>
        <p:spPr>
          <a:xfrm>
            <a:off x="9192675" y="2424538"/>
            <a:ext cx="6835" cy="371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6" name="Connector 1185"/>
          <p:cNvCxnSpPr/>
          <p:nvPr/>
        </p:nvCxnSpPr>
        <p:spPr>
          <a:xfrm>
            <a:off x="9199510" y="2428250"/>
            <a:ext cx="6835" cy="392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7" name="Connector 1186"/>
          <p:cNvCxnSpPr/>
          <p:nvPr/>
        </p:nvCxnSpPr>
        <p:spPr>
          <a:xfrm>
            <a:off x="9206345" y="2432173"/>
            <a:ext cx="6835" cy="40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8" name="Connector 1187"/>
          <p:cNvCxnSpPr/>
          <p:nvPr/>
        </p:nvCxnSpPr>
        <p:spPr>
          <a:xfrm>
            <a:off x="9213180" y="2436246"/>
            <a:ext cx="6835" cy="415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9" name="Connector 1188"/>
          <p:cNvCxnSpPr/>
          <p:nvPr/>
        </p:nvCxnSpPr>
        <p:spPr>
          <a:xfrm>
            <a:off x="9220015" y="2440403"/>
            <a:ext cx="6835" cy="417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0" name="Connector 1189"/>
          <p:cNvCxnSpPr/>
          <p:nvPr/>
        </p:nvCxnSpPr>
        <p:spPr>
          <a:xfrm>
            <a:off x="9226850" y="2444577"/>
            <a:ext cx="6835" cy="412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1" name="Connector 1190"/>
          <p:cNvCxnSpPr/>
          <p:nvPr/>
        </p:nvCxnSpPr>
        <p:spPr>
          <a:xfrm>
            <a:off x="9233685" y="2448700"/>
            <a:ext cx="6834" cy="4006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2" name="Connector 1191"/>
          <p:cNvCxnSpPr/>
          <p:nvPr/>
        </p:nvCxnSpPr>
        <p:spPr>
          <a:xfrm>
            <a:off x="9240519" y="2452706"/>
            <a:ext cx="6835" cy="3826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3" name="Connector 1192"/>
          <p:cNvCxnSpPr/>
          <p:nvPr/>
        </p:nvCxnSpPr>
        <p:spPr>
          <a:xfrm>
            <a:off x="9247354" y="2456532"/>
            <a:ext cx="6835" cy="358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4" name="Connector 1193"/>
          <p:cNvCxnSpPr/>
          <p:nvPr/>
        </p:nvCxnSpPr>
        <p:spPr>
          <a:xfrm>
            <a:off x="9254189" y="2460114"/>
            <a:ext cx="6835" cy="328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5" name="Connector 1194"/>
          <p:cNvCxnSpPr/>
          <p:nvPr/>
        </p:nvCxnSpPr>
        <p:spPr>
          <a:xfrm>
            <a:off x="9261024" y="2463396"/>
            <a:ext cx="6835" cy="293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6" name="Connector 1195"/>
          <p:cNvCxnSpPr/>
          <p:nvPr/>
        </p:nvCxnSpPr>
        <p:spPr>
          <a:xfrm>
            <a:off x="9267859" y="2466326"/>
            <a:ext cx="6835" cy="2528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7" name="Connector 1196"/>
          <p:cNvCxnSpPr/>
          <p:nvPr/>
        </p:nvCxnSpPr>
        <p:spPr>
          <a:xfrm>
            <a:off x="9274694" y="2468854"/>
            <a:ext cx="6835" cy="2088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8" name="Connector 1197"/>
          <p:cNvCxnSpPr/>
          <p:nvPr/>
        </p:nvCxnSpPr>
        <p:spPr>
          <a:xfrm>
            <a:off x="9281529" y="2470942"/>
            <a:ext cx="6835" cy="161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Connector 1198"/>
          <p:cNvCxnSpPr/>
          <p:nvPr/>
        </p:nvCxnSpPr>
        <p:spPr>
          <a:xfrm>
            <a:off x="9288364" y="2472555"/>
            <a:ext cx="6835" cy="111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0" name="Connector 1199"/>
          <p:cNvCxnSpPr/>
          <p:nvPr/>
        </p:nvCxnSpPr>
        <p:spPr>
          <a:xfrm>
            <a:off x="9295199" y="2473668"/>
            <a:ext cx="6835" cy="59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1" name="Connector 1200"/>
          <p:cNvCxnSpPr/>
          <p:nvPr/>
        </p:nvCxnSpPr>
        <p:spPr>
          <a:xfrm>
            <a:off x="9302034" y="2474262"/>
            <a:ext cx="6835" cy="6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2" name="Connector 1201"/>
          <p:cNvCxnSpPr/>
          <p:nvPr/>
        </p:nvCxnSpPr>
        <p:spPr>
          <a:xfrm flipV="1">
            <a:off x="9308869" y="2473866"/>
            <a:ext cx="6835" cy="46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3" name="Connector 1202"/>
          <p:cNvCxnSpPr/>
          <p:nvPr/>
        </p:nvCxnSpPr>
        <p:spPr>
          <a:xfrm flipV="1">
            <a:off x="9315704" y="2472881"/>
            <a:ext cx="6834" cy="98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4" name="Connector 1203"/>
          <p:cNvCxnSpPr/>
          <p:nvPr/>
        </p:nvCxnSpPr>
        <p:spPr>
          <a:xfrm flipV="1">
            <a:off x="9322538" y="2471391"/>
            <a:ext cx="6835" cy="149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5" name="Connector 1204"/>
          <p:cNvCxnSpPr/>
          <p:nvPr/>
        </p:nvCxnSpPr>
        <p:spPr>
          <a:xfrm flipV="1">
            <a:off x="9329373" y="2469419"/>
            <a:ext cx="6835" cy="197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6" name="Connector 1205"/>
          <p:cNvCxnSpPr/>
          <p:nvPr/>
        </p:nvCxnSpPr>
        <p:spPr>
          <a:xfrm flipV="1">
            <a:off x="9336208" y="2466997"/>
            <a:ext cx="6835" cy="242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7" name="Connector 1206"/>
          <p:cNvCxnSpPr/>
          <p:nvPr/>
        </p:nvCxnSpPr>
        <p:spPr>
          <a:xfrm flipV="1">
            <a:off x="9343043" y="2464164"/>
            <a:ext cx="6835" cy="283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8" name="Connector 1207"/>
          <p:cNvCxnSpPr/>
          <p:nvPr/>
        </p:nvCxnSpPr>
        <p:spPr>
          <a:xfrm flipV="1">
            <a:off x="9349878" y="2460965"/>
            <a:ext cx="6835" cy="319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9" name="Connector 1208"/>
          <p:cNvCxnSpPr/>
          <p:nvPr/>
        </p:nvCxnSpPr>
        <p:spPr>
          <a:xfrm flipV="1">
            <a:off x="9356713" y="2457452"/>
            <a:ext cx="6835" cy="351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0" name="Connector 1209"/>
          <p:cNvCxnSpPr/>
          <p:nvPr/>
        </p:nvCxnSpPr>
        <p:spPr>
          <a:xfrm flipV="1">
            <a:off x="9363548" y="2453682"/>
            <a:ext cx="6835" cy="377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1" name="Connector 1210"/>
          <p:cNvCxnSpPr/>
          <p:nvPr/>
        </p:nvCxnSpPr>
        <p:spPr>
          <a:xfrm flipV="1">
            <a:off x="9370383" y="2449715"/>
            <a:ext cx="6835" cy="396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2" name="Connector 1211"/>
          <p:cNvCxnSpPr/>
          <p:nvPr/>
        </p:nvCxnSpPr>
        <p:spPr>
          <a:xfrm flipV="1">
            <a:off x="9377218" y="2445615"/>
            <a:ext cx="6835" cy="410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3" name="Connector 1212"/>
          <p:cNvCxnSpPr/>
          <p:nvPr/>
        </p:nvCxnSpPr>
        <p:spPr>
          <a:xfrm flipV="1">
            <a:off x="9384053" y="2441448"/>
            <a:ext cx="6835" cy="416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4" name="Connector 1213"/>
          <p:cNvCxnSpPr/>
          <p:nvPr/>
        </p:nvCxnSpPr>
        <p:spPr>
          <a:xfrm flipV="1">
            <a:off x="8714232" y="2547423"/>
            <a:ext cx="6834" cy="375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5" name="Connector 1214"/>
          <p:cNvCxnSpPr/>
          <p:nvPr/>
        </p:nvCxnSpPr>
        <p:spPr>
          <a:xfrm flipV="1">
            <a:off x="8721066" y="2543720"/>
            <a:ext cx="6835" cy="370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6" name="Connector 1215"/>
          <p:cNvCxnSpPr/>
          <p:nvPr/>
        </p:nvCxnSpPr>
        <p:spPr>
          <a:xfrm flipV="1">
            <a:off x="8727901" y="2540113"/>
            <a:ext cx="6835" cy="36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7" name="Connector 1216"/>
          <p:cNvCxnSpPr/>
          <p:nvPr/>
        </p:nvCxnSpPr>
        <p:spPr>
          <a:xfrm flipV="1">
            <a:off x="8734736" y="2536651"/>
            <a:ext cx="6835" cy="3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8" name="Connector 1217"/>
          <p:cNvCxnSpPr/>
          <p:nvPr/>
        </p:nvCxnSpPr>
        <p:spPr>
          <a:xfrm flipV="1">
            <a:off x="8741571" y="2533378"/>
            <a:ext cx="6835" cy="32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9" name="Connector 1218"/>
          <p:cNvCxnSpPr/>
          <p:nvPr/>
        </p:nvCxnSpPr>
        <p:spPr>
          <a:xfrm flipV="1">
            <a:off x="8748406" y="2530338"/>
            <a:ext cx="6835" cy="30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0" name="Connector 1219"/>
          <p:cNvCxnSpPr/>
          <p:nvPr/>
        </p:nvCxnSpPr>
        <p:spPr>
          <a:xfrm flipV="1">
            <a:off x="8755241" y="2527569"/>
            <a:ext cx="6835" cy="276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1" name="Connector 1220"/>
          <p:cNvCxnSpPr/>
          <p:nvPr/>
        </p:nvCxnSpPr>
        <p:spPr>
          <a:xfrm flipV="1">
            <a:off x="8762076" y="2525107"/>
            <a:ext cx="6835" cy="2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2" name="Connector 1221"/>
          <p:cNvCxnSpPr/>
          <p:nvPr/>
        </p:nvCxnSpPr>
        <p:spPr>
          <a:xfrm flipV="1">
            <a:off x="8768911" y="2522986"/>
            <a:ext cx="6835" cy="21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Connector 1222"/>
          <p:cNvCxnSpPr/>
          <p:nvPr/>
        </p:nvCxnSpPr>
        <p:spPr>
          <a:xfrm flipV="1">
            <a:off x="8775746" y="2521232"/>
            <a:ext cx="6835" cy="175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4" name="Connector 1223"/>
          <p:cNvCxnSpPr/>
          <p:nvPr/>
        </p:nvCxnSpPr>
        <p:spPr>
          <a:xfrm flipV="1">
            <a:off x="8782581" y="2519868"/>
            <a:ext cx="6835" cy="136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5" name="Connector 1224"/>
          <p:cNvCxnSpPr/>
          <p:nvPr/>
        </p:nvCxnSpPr>
        <p:spPr>
          <a:xfrm flipV="1">
            <a:off x="8789416" y="2518913"/>
            <a:ext cx="6834" cy="95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nector 1225"/>
          <p:cNvCxnSpPr/>
          <p:nvPr/>
        </p:nvCxnSpPr>
        <p:spPr>
          <a:xfrm flipV="1">
            <a:off x="8796250" y="2518378"/>
            <a:ext cx="6835" cy="53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1226"/>
          <p:cNvCxnSpPr/>
          <p:nvPr/>
        </p:nvCxnSpPr>
        <p:spPr>
          <a:xfrm flipV="1">
            <a:off x="8803085" y="2518271"/>
            <a:ext cx="6835" cy="1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8" name="Connector 1227"/>
          <p:cNvCxnSpPr/>
          <p:nvPr/>
        </p:nvCxnSpPr>
        <p:spPr>
          <a:xfrm>
            <a:off x="8809920" y="2518271"/>
            <a:ext cx="6835" cy="3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9" name="Connector 1228"/>
          <p:cNvCxnSpPr/>
          <p:nvPr/>
        </p:nvCxnSpPr>
        <p:spPr>
          <a:xfrm>
            <a:off x="8816755" y="2518592"/>
            <a:ext cx="6835" cy="74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0" name="Connector 1229"/>
          <p:cNvCxnSpPr/>
          <p:nvPr/>
        </p:nvCxnSpPr>
        <p:spPr>
          <a:xfrm>
            <a:off x="8823590" y="2519339"/>
            <a:ext cx="6835" cy="1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1" name="Connector 1230"/>
          <p:cNvCxnSpPr/>
          <p:nvPr/>
        </p:nvCxnSpPr>
        <p:spPr>
          <a:xfrm>
            <a:off x="8830425" y="2520500"/>
            <a:ext cx="6835" cy="15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2" name="Connector 1231"/>
          <p:cNvCxnSpPr/>
          <p:nvPr/>
        </p:nvCxnSpPr>
        <p:spPr>
          <a:xfrm>
            <a:off x="8837260" y="2522061"/>
            <a:ext cx="6835" cy="194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3" name="Connector 1232"/>
          <p:cNvCxnSpPr/>
          <p:nvPr/>
        </p:nvCxnSpPr>
        <p:spPr>
          <a:xfrm>
            <a:off x="8844095" y="2524002"/>
            <a:ext cx="6835" cy="229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4" name="Connector 1233"/>
          <p:cNvCxnSpPr/>
          <p:nvPr/>
        </p:nvCxnSpPr>
        <p:spPr>
          <a:xfrm>
            <a:off x="8850930" y="2526297"/>
            <a:ext cx="6835" cy="262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5" name="Connector 1234"/>
          <p:cNvCxnSpPr/>
          <p:nvPr/>
        </p:nvCxnSpPr>
        <p:spPr>
          <a:xfrm>
            <a:off x="8857765" y="2528917"/>
            <a:ext cx="6835" cy="291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6" name="Connector 1235"/>
          <p:cNvCxnSpPr/>
          <p:nvPr/>
        </p:nvCxnSpPr>
        <p:spPr>
          <a:xfrm>
            <a:off x="8864600" y="2531827"/>
            <a:ext cx="6834" cy="3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7" name="Connector 1236"/>
          <p:cNvCxnSpPr/>
          <p:nvPr/>
        </p:nvCxnSpPr>
        <p:spPr>
          <a:xfrm>
            <a:off x="8871434" y="2534988"/>
            <a:ext cx="6835" cy="33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8" name="Connector 1237"/>
          <p:cNvCxnSpPr/>
          <p:nvPr/>
        </p:nvCxnSpPr>
        <p:spPr>
          <a:xfrm>
            <a:off x="8878269" y="2538361"/>
            <a:ext cx="6835" cy="35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9" name="Connector 1238"/>
          <p:cNvCxnSpPr/>
          <p:nvPr/>
        </p:nvCxnSpPr>
        <p:spPr>
          <a:xfrm>
            <a:off x="8885104" y="2541901"/>
            <a:ext cx="6835" cy="36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0" name="Connector 1239"/>
          <p:cNvCxnSpPr/>
          <p:nvPr/>
        </p:nvCxnSpPr>
        <p:spPr>
          <a:xfrm>
            <a:off x="8891939" y="2545562"/>
            <a:ext cx="6835" cy="373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1" name="Connector 1240"/>
          <p:cNvCxnSpPr/>
          <p:nvPr/>
        </p:nvCxnSpPr>
        <p:spPr>
          <a:xfrm>
            <a:off x="8898774" y="2549296"/>
            <a:ext cx="6835" cy="375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2" name="Connector 1241"/>
          <p:cNvCxnSpPr/>
          <p:nvPr/>
        </p:nvCxnSpPr>
        <p:spPr>
          <a:xfrm>
            <a:off x="8905609" y="2553055"/>
            <a:ext cx="6835" cy="373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Connector 1242"/>
          <p:cNvCxnSpPr/>
          <p:nvPr/>
        </p:nvCxnSpPr>
        <p:spPr>
          <a:xfrm>
            <a:off x="8912444" y="2556789"/>
            <a:ext cx="6835" cy="36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4" name="Connector 1243"/>
          <p:cNvCxnSpPr/>
          <p:nvPr/>
        </p:nvCxnSpPr>
        <p:spPr>
          <a:xfrm>
            <a:off x="8919279" y="2560450"/>
            <a:ext cx="6835" cy="35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5" name="Connector 1244"/>
          <p:cNvCxnSpPr/>
          <p:nvPr/>
        </p:nvCxnSpPr>
        <p:spPr>
          <a:xfrm>
            <a:off x="8926114" y="2563990"/>
            <a:ext cx="6835" cy="33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6" name="Connector 1245"/>
          <p:cNvCxnSpPr/>
          <p:nvPr/>
        </p:nvCxnSpPr>
        <p:spPr>
          <a:xfrm>
            <a:off x="8932949" y="2567363"/>
            <a:ext cx="6834" cy="3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7" name="Connector 1246"/>
          <p:cNvCxnSpPr/>
          <p:nvPr/>
        </p:nvCxnSpPr>
        <p:spPr>
          <a:xfrm>
            <a:off x="8939783" y="2570524"/>
            <a:ext cx="6835" cy="291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8" name="Connector 1247"/>
          <p:cNvCxnSpPr/>
          <p:nvPr/>
        </p:nvCxnSpPr>
        <p:spPr>
          <a:xfrm>
            <a:off x="8946618" y="2573434"/>
            <a:ext cx="6835" cy="262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9" name="Connector 1248"/>
          <p:cNvCxnSpPr/>
          <p:nvPr/>
        </p:nvCxnSpPr>
        <p:spPr>
          <a:xfrm>
            <a:off x="8953453" y="2576054"/>
            <a:ext cx="6835" cy="229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0" name="Connector 1249"/>
          <p:cNvCxnSpPr/>
          <p:nvPr/>
        </p:nvCxnSpPr>
        <p:spPr>
          <a:xfrm>
            <a:off x="8960288" y="2578349"/>
            <a:ext cx="6835" cy="194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1" name="Connector 1250"/>
          <p:cNvCxnSpPr/>
          <p:nvPr/>
        </p:nvCxnSpPr>
        <p:spPr>
          <a:xfrm>
            <a:off x="8967123" y="2580290"/>
            <a:ext cx="6835" cy="15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2" name="Connector 1251"/>
          <p:cNvCxnSpPr/>
          <p:nvPr/>
        </p:nvCxnSpPr>
        <p:spPr>
          <a:xfrm>
            <a:off x="8973958" y="2581851"/>
            <a:ext cx="6835" cy="1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3" name="Connector 1252"/>
          <p:cNvCxnSpPr/>
          <p:nvPr/>
        </p:nvCxnSpPr>
        <p:spPr>
          <a:xfrm>
            <a:off x="8980793" y="2583012"/>
            <a:ext cx="6835" cy="74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4" name="Connector 1253"/>
          <p:cNvCxnSpPr/>
          <p:nvPr/>
        </p:nvCxnSpPr>
        <p:spPr>
          <a:xfrm>
            <a:off x="8987628" y="2583759"/>
            <a:ext cx="6835" cy="3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5" name="Connector 1254"/>
          <p:cNvCxnSpPr/>
          <p:nvPr/>
        </p:nvCxnSpPr>
        <p:spPr>
          <a:xfrm flipV="1">
            <a:off x="8994463" y="2583973"/>
            <a:ext cx="6835" cy="1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6" name="Connector 1255"/>
          <p:cNvCxnSpPr/>
          <p:nvPr/>
        </p:nvCxnSpPr>
        <p:spPr>
          <a:xfrm flipV="1">
            <a:off x="9001298" y="2583438"/>
            <a:ext cx="6835" cy="53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7" name="Connector 1256"/>
          <p:cNvCxnSpPr/>
          <p:nvPr/>
        </p:nvCxnSpPr>
        <p:spPr>
          <a:xfrm flipV="1">
            <a:off x="9008133" y="2582483"/>
            <a:ext cx="6835" cy="95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8" name="Connector 1257"/>
          <p:cNvCxnSpPr/>
          <p:nvPr/>
        </p:nvCxnSpPr>
        <p:spPr>
          <a:xfrm flipV="1">
            <a:off x="9014968" y="2581119"/>
            <a:ext cx="6834" cy="136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9" name="Connector 1258"/>
          <p:cNvCxnSpPr/>
          <p:nvPr/>
        </p:nvCxnSpPr>
        <p:spPr>
          <a:xfrm flipV="1">
            <a:off x="9021802" y="2579365"/>
            <a:ext cx="6835" cy="175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0" name="Connector 1259"/>
          <p:cNvCxnSpPr/>
          <p:nvPr/>
        </p:nvCxnSpPr>
        <p:spPr>
          <a:xfrm flipV="1">
            <a:off x="9028637" y="2577244"/>
            <a:ext cx="6835" cy="21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1" name="Connector 1260"/>
          <p:cNvCxnSpPr/>
          <p:nvPr/>
        </p:nvCxnSpPr>
        <p:spPr>
          <a:xfrm flipV="1">
            <a:off x="9035472" y="2574782"/>
            <a:ext cx="6835" cy="2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2" name="Connector 1261"/>
          <p:cNvCxnSpPr/>
          <p:nvPr/>
        </p:nvCxnSpPr>
        <p:spPr>
          <a:xfrm flipV="1">
            <a:off x="9042307" y="2572013"/>
            <a:ext cx="6835" cy="276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3" name="Connector 1262"/>
          <p:cNvCxnSpPr/>
          <p:nvPr/>
        </p:nvCxnSpPr>
        <p:spPr>
          <a:xfrm flipV="1">
            <a:off x="9049142" y="2568973"/>
            <a:ext cx="6835" cy="30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4" name="Connector 1263"/>
          <p:cNvCxnSpPr/>
          <p:nvPr/>
        </p:nvCxnSpPr>
        <p:spPr>
          <a:xfrm flipV="1">
            <a:off x="9055977" y="2565700"/>
            <a:ext cx="6835" cy="32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5" name="Connector 1264"/>
          <p:cNvCxnSpPr/>
          <p:nvPr/>
        </p:nvCxnSpPr>
        <p:spPr>
          <a:xfrm flipV="1">
            <a:off x="9062812" y="2562238"/>
            <a:ext cx="6835" cy="3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6" name="Connector 1265"/>
          <p:cNvCxnSpPr/>
          <p:nvPr/>
        </p:nvCxnSpPr>
        <p:spPr>
          <a:xfrm flipV="1">
            <a:off x="9069647" y="2558631"/>
            <a:ext cx="6835" cy="36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7" name="Connector 1266"/>
          <p:cNvCxnSpPr/>
          <p:nvPr/>
        </p:nvCxnSpPr>
        <p:spPr>
          <a:xfrm flipV="1">
            <a:off x="9076482" y="2554928"/>
            <a:ext cx="6835" cy="370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8" name="Connector 1267"/>
          <p:cNvCxnSpPr/>
          <p:nvPr/>
        </p:nvCxnSpPr>
        <p:spPr>
          <a:xfrm flipV="1">
            <a:off x="9083317" y="2551176"/>
            <a:ext cx="6835" cy="375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9" name="Connector 1268"/>
          <p:cNvCxnSpPr/>
          <p:nvPr/>
        </p:nvCxnSpPr>
        <p:spPr>
          <a:xfrm flipV="1">
            <a:off x="9090152" y="2547423"/>
            <a:ext cx="6834" cy="375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0" name="Connector 1269"/>
          <p:cNvCxnSpPr/>
          <p:nvPr/>
        </p:nvCxnSpPr>
        <p:spPr>
          <a:xfrm flipV="1">
            <a:off x="9096986" y="2543720"/>
            <a:ext cx="6835" cy="370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1" name="Connector 1270"/>
          <p:cNvCxnSpPr/>
          <p:nvPr/>
        </p:nvCxnSpPr>
        <p:spPr>
          <a:xfrm flipV="1">
            <a:off x="9103821" y="2540113"/>
            <a:ext cx="6835" cy="36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2" name="Connector 1271"/>
          <p:cNvCxnSpPr/>
          <p:nvPr/>
        </p:nvCxnSpPr>
        <p:spPr>
          <a:xfrm flipV="1">
            <a:off x="9110656" y="2536651"/>
            <a:ext cx="6835" cy="3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3" name="Connector 1272"/>
          <p:cNvCxnSpPr/>
          <p:nvPr/>
        </p:nvCxnSpPr>
        <p:spPr>
          <a:xfrm flipV="1">
            <a:off x="9117491" y="2533378"/>
            <a:ext cx="6835" cy="32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4" name="Connector 1273"/>
          <p:cNvCxnSpPr/>
          <p:nvPr/>
        </p:nvCxnSpPr>
        <p:spPr>
          <a:xfrm flipV="1">
            <a:off x="9124326" y="2530338"/>
            <a:ext cx="6835" cy="30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5" name="Connector 1274"/>
          <p:cNvCxnSpPr/>
          <p:nvPr/>
        </p:nvCxnSpPr>
        <p:spPr>
          <a:xfrm flipV="1">
            <a:off x="9131161" y="2527569"/>
            <a:ext cx="6835" cy="276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6" name="Connector 1275"/>
          <p:cNvCxnSpPr/>
          <p:nvPr/>
        </p:nvCxnSpPr>
        <p:spPr>
          <a:xfrm flipV="1">
            <a:off x="9137996" y="2525107"/>
            <a:ext cx="6835" cy="2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7" name="Connector 1276"/>
          <p:cNvCxnSpPr/>
          <p:nvPr/>
        </p:nvCxnSpPr>
        <p:spPr>
          <a:xfrm flipV="1">
            <a:off x="9144831" y="2522986"/>
            <a:ext cx="6835" cy="21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8" name="Connector 1277"/>
          <p:cNvCxnSpPr/>
          <p:nvPr/>
        </p:nvCxnSpPr>
        <p:spPr>
          <a:xfrm flipV="1">
            <a:off x="9151666" y="2521232"/>
            <a:ext cx="6835" cy="175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9" name="Connector 1278"/>
          <p:cNvCxnSpPr/>
          <p:nvPr/>
        </p:nvCxnSpPr>
        <p:spPr>
          <a:xfrm flipV="1">
            <a:off x="9158501" y="2519868"/>
            <a:ext cx="6835" cy="136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0" name="Connector 1279"/>
          <p:cNvCxnSpPr/>
          <p:nvPr/>
        </p:nvCxnSpPr>
        <p:spPr>
          <a:xfrm flipV="1">
            <a:off x="9165336" y="2518913"/>
            <a:ext cx="6834" cy="95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1" name="Connector 1280"/>
          <p:cNvCxnSpPr/>
          <p:nvPr/>
        </p:nvCxnSpPr>
        <p:spPr>
          <a:xfrm flipV="1">
            <a:off x="9172170" y="2518378"/>
            <a:ext cx="6835" cy="53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2" name="Connector 1281"/>
          <p:cNvCxnSpPr/>
          <p:nvPr/>
        </p:nvCxnSpPr>
        <p:spPr>
          <a:xfrm flipV="1">
            <a:off x="9179005" y="2518271"/>
            <a:ext cx="6835" cy="1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3" name="Connector 1282"/>
          <p:cNvCxnSpPr/>
          <p:nvPr/>
        </p:nvCxnSpPr>
        <p:spPr>
          <a:xfrm>
            <a:off x="9185840" y="2518271"/>
            <a:ext cx="6835" cy="3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4" name="Connector 1283"/>
          <p:cNvCxnSpPr/>
          <p:nvPr/>
        </p:nvCxnSpPr>
        <p:spPr>
          <a:xfrm>
            <a:off x="9192675" y="2518592"/>
            <a:ext cx="6835" cy="74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5" name="Connector 1284"/>
          <p:cNvCxnSpPr/>
          <p:nvPr/>
        </p:nvCxnSpPr>
        <p:spPr>
          <a:xfrm>
            <a:off x="9199510" y="2519339"/>
            <a:ext cx="6835" cy="1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6" name="Connector 1285"/>
          <p:cNvCxnSpPr/>
          <p:nvPr/>
        </p:nvCxnSpPr>
        <p:spPr>
          <a:xfrm>
            <a:off x="9206345" y="2520500"/>
            <a:ext cx="6835" cy="15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7" name="Connector 1286"/>
          <p:cNvCxnSpPr/>
          <p:nvPr/>
        </p:nvCxnSpPr>
        <p:spPr>
          <a:xfrm>
            <a:off x="9213180" y="2522061"/>
            <a:ext cx="6835" cy="194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8" name="Connector 1287"/>
          <p:cNvCxnSpPr/>
          <p:nvPr/>
        </p:nvCxnSpPr>
        <p:spPr>
          <a:xfrm>
            <a:off x="9220015" y="2524002"/>
            <a:ext cx="6835" cy="229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9" name="Connector 1288"/>
          <p:cNvCxnSpPr/>
          <p:nvPr/>
        </p:nvCxnSpPr>
        <p:spPr>
          <a:xfrm>
            <a:off x="9226850" y="2526297"/>
            <a:ext cx="6835" cy="262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0" name="Connector 1289"/>
          <p:cNvCxnSpPr/>
          <p:nvPr/>
        </p:nvCxnSpPr>
        <p:spPr>
          <a:xfrm>
            <a:off x="9233685" y="2528917"/>
            <a:ext cx="6834" cy="291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1" name="Connector 1290"/>
          <p:cNvCxnSpPr/>
          <p:nvPr/>
        </p:nvCxnSpPr>
        <p:spPr>
          <a:xfrm>
            <a:off x="9240519" y="2531827"/>
            <a:ext cx="6835" cy="3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2" name="Connector 1291"/>
          <p:cNvCxnSpPr/>
          <p:nvPr/>
        </p:nvCxnSpPr>
        <p:spPr>
          <a:xfrm>
            <a:off x="9247354" y="2534988"/>
            <a:ext cx="6835" cy="33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3" name="Connector 1292"/>
          <p:cNvCxnSpPr/>
          <p:nvPr/>
        </p:nvCxnSpPr>
        <p:spPr>
          <a:xfrm>
            <a:off x="9254189" y="2538361"/>
            <a:ext cx="6835" cy="35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4" name="Connector 1293"/>
          <p:cNvCxnSpPr/>
          <p:nvPr/>
        </p:nvCxnSpPr>
        <p:spPr>
          <a:xfrm>
            <a:off x="9261024" y="2541901"/>
            <a:ext cx="6835" cy="36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5" name="Connector 1294"/>
          <p:cNvCxnSpPr/>
          <p:nvPr/>
        </p:nvCxnSpPr>
        <p:spPr>
          <a:xfrm>
            <a:off x="9267859" y="2545562"/>
            <a:ext cx="6835" cy="373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6" name="Connector 1295"/>
          <p:cNvCxnSpPr/>
          <p:nvPr/>
        </p:nvCxnSpPr>
        <p:spPr>
          <a:xfrm>
            <a:off x="9274694" y="2549296"/>
            <a:ext cx="6835" cy="375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7" name="Connector 1296"/>
          <p:cNvCxnSpPr/>
          <p:nvPr/>
        </p:nvCxnSpPr>
        <p:spPr>
          <a:xfrm>
            <a:off x="9281529" y="2553055"/>
            <a:ext cx="6835" cy="373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8" name="Connector 1297"/>
          <p:cNvCxnSpPr/>
          <p:nvPr/>
        </p:nvCxnSpPr>
        <p:spPr>
          <a:xfrm>
            <a:off x="9288364" y="2556789"/>
            <a:ext cx="6835" cy="36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9" name="Connector 1298"/>
          <p:cNvCxnSpPr/>
          <p:nvPr/>
        </p:nvCxnSpPr>
        <p:spPr>
          <a:xfrm>
            <a:off x="9295199" y="2560450"/>
            <a:ext cx="6835" cy="35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0" name="Connector 1299"/>
          <p:cNvCxnSpPr/>
          <p:nvPr/>
        </p:nvCxnSpPr>
        <p:spPr>
          <a:xfrm>
            <a:off x="9302034" y="2563990"/>
            <a:ext cx="6835" cy="33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1" name="Connector 1300"/>
          <p:cNvCxnSpPr/>
          <p:nvPr/>
        </p:nvCxnSpPr>
        <p:spPr>
          <a:xfrm>
            <a:off x="9308869" y="2567363"/>
            <a:ext cx="6835" cy="3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2" name="Connector 1301"/>
          <p:cNvCxnSpPr/>
          <p:nvPr/>
        </p:nvCxnSpPr>
        <p:spPr>
          <a:xfrm>
            <a:off x="9315704" y="2570524"/>
            <a:ext cx="6834" cy="291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3" name="Connector 1302"/>
          <p:cNvCxnSpPr/>
          <p:nvPr/>
        </p:nvCxnSpPr>
        <p:spPr>
          <a:xfrm>
            <a:off x="9322538" y="2573434"/>
            <a:ext cx="6835" cy="262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4" name="Connector 1303"/>
          <p:cNvCxnSpPr/>
          <p:nvPr/>
        </p:nvCxnSpPr>
        <p:spPr>
          <a:xfrm>
            <a:off x="9329373" y="2576054"/>
            <a:ext cx="6835" cy="229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5" name="Connector 1304"/>
          <p:cNvCxnSpPr/>
          <p:nvPr/>
        </p:nvCxnSpPr>
        <p:spPr>
          <a:xfrm>
            <a:off x="9336208" y="2578349"/>
            <a:ext cx="6835" cy="194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6" name="Connector 1305"/>
          <p:cNvCxnSpPr/>
          <p:nvPr/>
        </p:nvCxnSpPr>
        <p:spPr>
          <a:xfrm>
            <a:off x="9343043" y="2580290"/>
            <a:ext cx="6835" cy="15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7" name="Connector 1306"/>
          <p:cNvCxnSpPr/>
          <p:nvPr/>
        </p:nvCxnSpPr>
        <p:spPr>
          <a:xfrm>
            <a:off x="9349878" y="2581851"/>
            <a:ext cx="6835" cy="1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8" name="Connector 1307"/>
          <p:cNvCxnSpPr/>
          <p:nvPr/>
        </p:nvCxnSpPr>
        <p:spPr>
          <a:xfrm>
            <a:off x="9356713" y="2583012"/>
            <a:ext cx="6835" cy="74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9" name="Connector 1308"/>
          <p:cNvCxnSpPr/>
          <p:nvPr/>
        </p:nvCxnSpPr>
        <p:spPr>
          <a:xfrm>
            <a:off x="9363548" y="2583759"/>
            <a:ext cx="6835" cy="3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0" name="Connector 1309"/>
          <p:cNvCxnSpPr/>
          <p:nvPr/>
        </p:nvCxnSpPr>
        <p:spPr>
          <a:xfrm flipV="1">
            <a:off x="9370383" y="2583973"/>
            <a:ext cx="6835" cy="1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1" name="Connector 1310"/>
          <p:cNvCxnSpPr/>
          <p:nvPr/>
        </p:nvCxnSpPr>
        <p:spPr>
          <a:xfrm flipV="1">
            <a:off x="9377218" y="2583438"/>
            <a:ext cx="6835" cy="53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2" name="Connector 1311"/>
          <p:cNvCxnSpPr/>
          <p:nvPr/>
        </p:nvCxnSpPr>
        <p:spPr>
          <a:xfrm flipV="1">
            <a:off x="9384053" y="2582483"/>
            <a:ext cx="6835" cy="95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3" name="Connector 1312"/>
          <p:cNvCxnSpPr/>
          <p:nvPr/>
        </p:nvCxnSpPr>
        <p:spPr>
          <a:xfrm flipV="1">
            <a:off x="8714232" y="2656736"/>
            <a:ext cx="6834" cy="4168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4" name="Connector 1313"/>
          <p:cNvCxnSpPr/>
          <p:nvPr/>
        </p:nvCxnSpPr>
        <p:spPr>
          <a:xfrm flipV="1">
            <a:off x="8721066" y="2652636"/>
            <a:ext cx="6835" cy="410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5" name="Connector 1314"/>
          <p:cNvCxnSpPr/>
          <p:nvPr/>
        </p:nvCxnSpPr>
        <p:spPr>
          <a:xfrm flipV="1">
            <a:off x="8727901" y="2648669"/>
            <a:ext cx="6835" cy="396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6" name="Connector 1315"/>
          <p:cNvCxnSpPr/>
          <p:nvPr/>
        </p:nvCxnSpPr>
        <p:spPr>
          <a:xfrm flipV="1">
            <a:off x="8734736" y="2644899"/>
            <a:ext cx="6835" cy="377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7" name="Connector 1316"/>
          <p:cNvCxnSpPr/>
          <p:nvPr/>
        </p:nvCxnSpPr>
        <p:spPr>
          <a:xfrm flipV="1">
            <a:off x="8741571" y="2641386"/>
            <a:ext cx="6835" cy="351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8" name="Connector 1317"/>
          <p:cNvCxnSpPr/>
          <p:nvPr/>
        </p:nvCxnSpPr>
        <p:spPr>
          <a:xfrm flipV="1">
            <a:off x="8748406" y="2638187"/>
            <a:ext cx="6835" cy="319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9" name="Connector 1318"/>
          <p:cNvCxnSpPr/>
          <p:nvPr/>
        </p:nvCxnSpPr>
        <p:spPr>
          <a:xfrm flipV="1">
            <a:off x="8755241" y="2635354"/>
            <a:ext cx="6835" cy="283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0" name="Connector 1319"/>
          <p:cNvCxnSpPr/>
          <p:nvPr/>
        </p:nvCxnSpPr>
        <p:spPr>
          <a:xfrm flipV="1">
            <a:off x="8762076" y="2632932"/>
            <a:ext cx="6835" cy="242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1" name="Connector 1320"/>
          <p:cNvCxnSpPr/>
          <p:nvPr/>
        </p:nvCxnSpPr>
        <p:spPr>
          <a:xfrm flipV="1">
            <a:off x="8768911" y="2630960"/>
            <a:ext cx="6835" cy="197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2" name="Connector 1321"/>
          <p:cNvCxnSpPr/>
          <p:nvPr/>
        </p:nvCxnSpPr>
        <p:spPr>
          <a:xfrm flipV="1">
            <a:off x="8775746" y="2629470"/>
            <a:ext cx="6835" cy="149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3" name="Connector 1322"/>
          <p:cNvCxnSpPr/>
          <p:nvPr/>
        </p:nvCxnSpPr>
        <p:spPr>
          <a:xfrm flipV="1">
            <a:off x="8782581" y="2628485"/>
            <a:ext cx="6835" cy="98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4" name="Connector 1323"/>
          <p:cNvCxnSpPr/>
          <p:nvPr/>
        </p:nvCxnSpPr>
        <p:spPr>
          <a:xfrm flipV="1">
            <a:off x="8789416" y="2628022"/>
            <a:ext cx="6834" cy="46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5" name="Connector 1324"/>
          <p:cNvCxnSpPr/>
          <p:nvPr/>
        </p:nvCxnSpPr>
        <p:spPr>
          <a:xfrm>
            <a:off x="8796250" y="2628022"/>
            <a:ext cx="6835" cy="6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6" name="Connector 1325"/>
          <p:cNvCxnSpPr/>
          <p:nvPr/>
        </p:nvCxnSpPr>
        <p:spPr>
          <a:xfrm>
            <a:off x="8803085" y="2628089"/>
            <a:ext cx="6835" cy="59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7" name="Connector 1326"/>
          <p:cNvCxnSpPr/>
          <p:nvPr/>
        </p:nvCxnSpPr>
        <p:spPr>
          <a:xfrm>
            <a:off x="8809920" y="2628683"/>
            <a:ext cx="6835" cy="111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8" name="Connector 1327"/>
          <p:cNvCxnSpPr/>
          <p:nvPr/>
        </p:nvCxnSpPr>
        <p:spPr>
          <a:xfrm>
            <a:off x="8816755" y="2629796"/>
            <a:ext cx="6835" cy="161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9" name="Connector 1328"/>
          <p:cNvCxnSpPr/>
          <p:nvPr/>
        </p:nvCxnSpPr>
        <p:spPr>
          <a:xfrm>
            <a:off x="8823590" y="2631409"/>
            <a:ext cx="6835" cy="2088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0" name="Connector 1329"/>
          <p:cNvCxnSpPr/>
          <p:nvPr/>
        </p:nvCxnSpPr>
        <p:spPr>
          <a:xfrm>
            <a:off x="8830425" y="2633497"/>
            <a:ext cx="6835" cy="2528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1" name="Connector 1330"/>
          <p:cNvCxnSpPr/>
          <p:nvPr/>
        </p:nvCxnSpPr>
        <p:spPr>
          <a:xfrm>
            <a:off x="8837260" y="2636025"/>
            <a:ext cx="6835" cy="293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2" name="Connector 1331"/>
          <p:cNvCxnSpPr/>
          <p:nvPr/>
        </p:nvCxnSpPr>
        <p:spPr>
          <a:xfrm>
            <a:off x="8844095" y="2638955"/>
            <a:ext cx="6835" cy="328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3" name="Connector 1332"/>
          <p:cNvCxnSpPr/>
          <p:nvPr/>
        </p:nvCxnSpPr>
        <p:spPr>
          <a:xfrm>
            <a:off x="8850930" y="2642237"/>
            <a:ext cx="6835" cy="358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4" name="Connector 1333"/>
          <p:cNvCxnSpPr/>
          <p:nvPr/>
        </p:nvCxnSpPr>
        <p:spPr>
          <a:xfrm>
            <a:off x="8857765" y="2645819"/>
            <a:ext cx="6835" cy="3826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5" name="Connector 1334"/>
          <p:cNvCxnSpPr/>
          <p:nvPr/>
        </p:nvCxnSpPr>
        <p:spPr>
          <a:xfrm>
            <a:off x="8864600" y="2649645"/>
            <a:ext cx="6834" cy="4006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6" name="Connector 1335"/>
          <p:cNvCxnSpPr/>
          <p:nvPr/>
        </p:nvCxnSpPr>
        <p:spPr>
          <a:xfrm>
            <a:off x="8871434" y="2653651"/>
            <a:ext cx="6835" cy="412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7" name="Connector 1336"/>
          <p:cNvCxnSpPr/>
          <p:nvPr/>
        </p:nvCxnSpPr>
        <p:spPr>
          <a:xfrm>
            <a:off x="8878269" y="2657774"/>
            <a:ext cx="6835" cy="417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8" name="Connector 1337"/>
          <p:cNvCxnSpPr/>
          <p:nvPr/>
        </p:nvCxnSpPr>
        <p:spPr>
          <a:xfrm>
            <a:off x="8885104" y="2661948"/>
            <a:ext cx="6835" cy="415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9" name="Connector 1338"/>
          <p:cNvCxnSpPr/>
          <p:nvPr/>
        </p:nvCxnSpPr>
        <p:spPr>
          <a:xfrm>
            <a:off x="8891939" y="2666105"/>
            <a:ext cx="6835" cy="40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0" name="Connector 1339"/>
          <p:cNvCxnSpPr/>
          <p:nvPr/>
        </p:nvCxnSpPr>
        <p:spPr>
          <a:xfrm>
            <a:off x="8898774" y="2670178"/>
            <a:ext cx="6835" cy="392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1" name="Connector 1340"/>
          <p:cNvCxnSpPr/>
          <p:nvPr/>
        </p:nvCxnSpPr>
        <p:spPr>
          <a:xfrm>
            <a:off x="8905609" y="2674101"/>
            <a:ext cx="6835" cy="371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2" name="Connector 1341"/>
          <p:cNvCxnSpPr/>
          <p:nvPr/>
        </p:nvCxnSpPr>
        <p:spPr>
          <a:xfrm>
            <a:off x="8912444" y="2677813"/>
            <a:ext cx="6835" cy="343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3" name="Connector 1342"/>
          <p:cNvCxnSpPr/>
          <p:nvPr/>
        </p:nvCxnSpPr>
        <p:spPr>
          <a:xfrm>
            <a:off x="8919279" y="2681252"/>
            <a:ext cx="6835" cy="311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4" name="Connector 1343"/>
          <p:cNvCxnSpPr/>
          <p:nvPr/>
        </p:nvCxnSpPr>
        <p:spPr>
          <a:xfrm>
            <a:off x="8926114" y="2684364"/>
            <a:ext cx="6835" cy="273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5" name="Connector 1344"/>
          <p:cNvCxnSpPr/>
          <p:nvPr/>
        </p:nvCxnSpPr>
        <p:spPr>
          <a:xfrm>
            <a:off x="8932949" y="2687099"/>
            <a:ext cx="6834" cy="231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6" name="Connector 1345"/>
          <p:cNvCxnSpPr/>
          <p:nvPr/>
        </p:nvCxnSpPr>
        <p:spPr>
          <a:xfrm>
            <a:off x="8939783" y="2689412"/>
            <a:ext cx="6835" cy="185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7" name="Connector 1346"/>
          <p:cNvCxnSpPr/>
          <p:nvPr/>
        </p:nvCxnSpPr>
        <p:spPr>
          <a:xfrm>
            <a:off x="8946618" y="2691266"/>
            <a:ext cx="6835" cy="1366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8" name="Connector 1347"/>
          <p:cNvCxnSpPr/>
          <p:nvPr/>
        </p:nvCxnSpPr>
        <p:spPr>
          <a:xfrm>
            <a:off x="8953453" y="2692632"/>
            <a:ext cx="6835" cy="85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9" name="Connector 1348"/>
          <p:cNvCxnSpPr/>
          <p:nvPr/>
        </p:nvCxnSpPr>
        <p:spPr>
          <a:xfrm>
            <a:off x="8960288" y="2693487"/>
            <a:ext cx="6835" cy="33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0" name="Connector 1349"/>
          <p:cNvCxnSpPr/>
          <p:nvPr/>
        </p:nvCxnSpPr>
        <p:spPr>
          <a:xfrm flipV="1">
            <a:off x="8967123" y="2693619"/>
            <a:ext cx="6835" cy="19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1" name="Connector 1350"/>
          <p:cNvCxnSpPr/>
          <p:nvPr/>
        </p:nvCxnSpPr>
        <p:spPr>
          <a:xfrm flipV="1">
            <a:off x="8973958" y="2692894"/>
            <a:ext cx="6835" cy="72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2" name="Connector 1351"/>
          <p:cNvCxnSpPr/>
          <p:nvPr/>
        </p:nvCxnSpPr>
        <p:spPr>
          <a:xfrm flipV="1">
            <a:off x="8980793" y="2691654"/>
            <a:ext cx="6835" cy="12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3" name="Connector 1352"/>
          <p:cNvCxnSpPr/>
          <p:nvPr/>
        </p:nvCxnSpPr>
        <p:spPr>
          <a:xfrm flipV="1">
            <a:off x="8987628" y="2689920"/>
            <a:ext cx="6835" cy="173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4" name="Connector 1353"/>
          <p:cNvCxnSpPr/>
          <p:nvPr/>
        </p:nvCxnSpPr>
        <p:spPr>
          <a:xfrm flipV="1">
            <a:off x="8994463" y="2687718"/>
            <a:ext cx="6835" cy="220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5" name="Connector 1354"/>
          <p:cNvCxnSpPr/>
          <p:nvPr/>
        </p:nvCxnSpPr>
        <p:spPr>
          <a:xfrm flipV="1">
            <a:off x="9001298" y="2685085"/>
            <a:ext cx="6835" cy="263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6" name="Connector 1355"/>
          <p:cNvCxnSpPr/>
          <p:nvPr/>
        </p:nvCxnSpPr>
        <p:spPr>
          <a:xfrm flipV="1">
            <a:off x="9008133" y="2682063"/>
            <a:ext cx="6835" cy="302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7" name="Connector 1356"/>
          <p:cNvCxnSpPr/>
          <p:nvPr/>
        </p:nvCxnSpPr>
        <p:spPr>
          <a:xfrm flipV="1">
            <a:off x="9014968" y="2678701"/>
            <a:ext cx="6834" cy="33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8" name="Connector 1357"/>
          <p:cNvCxnSpPr/>
          <p:nvPr/>
        </p:nvCxnSpPr>
        <p:spPr>
          <a:xfrm flipV="1">
            <a:off x="9021802" y="2675052"/>
            <a:ext cx="6835" cy="364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9" name="Connector 1358"/>
          <p:cNvCxnSpPr/>
          <p:nvPr/>
        </p:nvCxnSpPr>
        <p:spPr>
          <a:xfrm flipV="1">
            <a:off x="9028637" y="2671175"/>
            <a:ext cx="6835" cy="387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0" name="Connector 1359"/>
          <p:cNvCxnSpPr/>
          <p:nvPr/>
        </p:nvCxnSpPr>
        <p:spPr>
          <a:xfrm flipV="1">
            <a:off x="9035472" y="2667133"/>
            <a:ext cx="6835" cy="404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1" name="Connector 1360"/>
          <p:cNvCxnSpPr/>
          <p:nvPr/>
        </p:nvCxnSpPr>
        <p:spPr>
          <a:xfrm flipV="1">
            <a:off x="9042307" y="2662991"/>
            <a:ext cx="6835" cy="414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2" name="Connector 1361"/>
          <p:cNvCxnSpPr/>
          <p:nvPr/>
        </p:nvCxnSpPr>
        <p:spPr>
          <a:xfrm flipV="1">
            <a:off x="9049142" y="2658816"/>
            <a:ext cx="6835" cy="417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3" name="Connector 1362"/>
          <p:cNvCxnSpPr/>
          <p:nvPr/>
        </p:nvCxnSpPr>
        <p:spPr>
          <a:xfrm flipV="1">
            <a:off x="9055977" y="2654674"/>
            <a:ext cx="6835" cy="414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4" name="Connector 1363"/>
          <p:cNvCxnSpPr/>
          <p:nvPr/>
        </p:nvCxnSpPr>
        <p:spPr>
          <a:xfrm flipV="1">
            <a:off x="9062812" y="2650632"/>
            <a:ext cx="6835" cy="404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5" name="Connector 1364"/>
          <p:cNvCxnSpPr/>
          <p:nvPr/>
        </p:nvCxnSpPr>
        <p:spPr>
          <a:xfrm flipV="1">
            <a:off x="9069647" y="2646755"/>
            <a:ext cx="6835" cy="387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6" name="Connector 1365"/>
          <p:cNvCxnSpPr/>
          <p:nvPr/>
        </p:nvCxnSpPr>
        <p:spPr>
          <a:xfrm flipV="1">
            <a:off x="9076482" y="2643106"/>
            <a:ext cx="6835" cy="364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7" name="Connector 1366"/>
          <p:cNvCxnSpPr/>
          <p:nvPr/>
        </p:nvCxnSpPr>
        <p:spPr>
          <a:xfrm flipV="1">
            <a:off x="9083317" y="2639744"/>
            <a:ext cx="6835" cy="33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8" name="Connector 1367"/>
          <p:cNvCxnSpPr/>
          <p:nvPr/>
        </p:nvCxnSpPr>
        <p:spPr>
          <a:xfrm flipV="1">
            <a:off x="9090152" y="2636722"/>
            <a:ext cx="6834" cy="302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9" name="Connector 1368"/>
          <p:cNvCxnSpPr/>
          <p:nvPr/>
        </p:nvCxnSpPr>
        <p:spPr>
          <a:xfrm flipV="1">
            <a:off x="9096986" y="2634089"/>
            <a:ext cx="6835" cy="263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0" name="Connector 1369"/>
          <p:cNvCxnSpPr/>
          <p:nvPr/>
        </p:nvCxnSpPr>
        <p:spPr>
          <a:xfrm flipV="1">
            <a:off x="9103821" y="2631887"/>
            <a:ext cx="6835" cy="220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1" name="Connector 1370"/>
          <p:cNvCxnSpPr/>
          <p:nvPr/>
        </p:nvCxnSpPr>
        <p:spPr>
          <a:xfrm flipV="1">
            <a:off x="9110656" y="2630153"/>
            <a:ext cx="6835" cy="173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2" name="Connector 1371"/>
          <p:cNvCxnSpPr/>
          <p:nvPr/>
        </p:nvCxnSpPr>
        <p:spPr>
          <a:xfrm flipV="1">
            <a:off x="9117491" y="2628913"/>
            <a:ext cx="6835" cy="12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3" name="Connector 1372"/>
          <p:cNvCxnSpPr/>
          <p:nvPr/>
        </p:nvCxnSpPr>
        <p:spPr>
          <a:xfrm flipV="1">
            <a:off x="9124326" y="2628188"/>
            <a:ext cx="6835" cy="72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4" name="Connector 1373"/>
          <p:cNvCxnSpPr/>
          <p:nvPr/>
        </p:nvCxnSpPr>
        <p:spPr>
          <a:xfrm flipV="1">
            <a:off x="9131161" y="2627989"/>
            <a:ext cx="6835" cy="19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5" name="Connector 1374"/>
          <p:cNvCxnSpPr/>
          <p:nvPr/>
        </p:nvCxnSpPr>
        <p:spPr>
          <a:xfrm>
            <a:off x="9137996" y="2627989"/>
            <a:ext cx="6835" cy="33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6" name="Connector 1375"/>
          <p:cNvCxnSpPr/>
          <p:nvPr/>
        </p:nvCxnSpPr>
        <p:spPr>
          <a:xfrm>
            <a:off x="9144831" y="2628320"/>
            <a:ext cx="6835" cy="85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7" name="Connector 1376"/>
          <p:cNvCxnSpPr/>
          <p:nvPr/>
        </p:nvCxnSpPr>
        <p:spPr>
          <a:xfrm>
            <a:off x="9151666" y="2629175"/>
            <a:ext cx="6835" cy="1366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8" name="Connector 1377"/>
          <p:cNvCxnSpPr/>
          <p:nvPr/>
        </p:nvCxnSpPr>
        <p:spPr>
          <a:xfrm>
            <a:off x="9158501" y="2630541"/>
            <a:ext cx="6835" cy="185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9" name="Connector 1378"/>
          <p:cNvCxnSpPr/>
          <p:nvPr/>
        </p:nvCxnSpPr>
        <p:spPr>
          <a:xfrm>
            <a:off x="9165336" y="2632395"/>
            <a:ext cx="6834" cy="231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0" name="Connector 1379"/>
          <p:cNvCxnSpPr/>
          <p:nvPr/>
        </p:nvCxnSpPr>
        <p:spPr>
          <a:xfrm>
            <a:off x="9172170" y="2634708"/>
            <a:ext cx="6835" cy="273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1" name="Connector 1380"/>
          <p:cNvCxnSpPr/>
          <p:nvPr/>
        </p:nvCxnSpPr>
        <p:spPr>
          <a:xfrm>
            <a:off x="9179005" y="2637443"/>
            <a:ext cx="6835" cy="311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2" name="Connector 1381"/>
          <p:cNvCxnSpPr/>
          <p:nvPr/>
        </p:nvCxnSpPr>
        <p:spPr>
          <a:xfrm>
            <a:off x="9185840" y="2640555"/>
            <a:ext cx="6835" cy="343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3" name="Connector 1382"/>
          <p:cNvCxnSpPr/>
          <p:nvPr/>
        </p:nvCxnSpPr>
        <p:spPr>
          <a:xfrm>
            <a:off x="9192675" y="2643994"/>
            <a:ext cx="6835" cy="371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4" name="Connector 1383"/>
          <p:cNvCxnSpPr/>
          <p:nvPr/>
        </p:nvCxnSpPr>
        <p:spPr>
          <a:xfrm>
            <a:off x="9199510" y="2647706"/>
            <a:ext cx="6835" cy="392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5" name="Connector 1384"/>
          <p:cNvCxnSpPr/>
          <p:nvPr/>
        </p:nvCxnSpPr>
        <p:spPr>
          <a:xfrm>
            <a:off x="9206345" y="2651629"/>
            <a:ext cx="6835" cy="40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6" name="Connector 1385"/>
          <p:cNvCxnSpPr/>
          <p:nvPr/>
        </p:nvCxnSpPr>
        <p:spPr>
          <a:xfrm>
            <a:off x="9213180" y="2655702"/>
            <a:ext cx="6835" cy="415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7" name="Connector 1386"/>
          <p:cNvCxnSpPr/>
          <p:nvPr/>
        </p:nvCxnSpPr>
        <p:spPr>
          <a:xfrm>
            <a:off x="9220015" y="2659859"/>
            <a:ext cx="6835" cy="417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8" name="Connector 1387"/>
          <p:cNvCxnSpPr/>
          <p:nvPr/>
        </p:nvCxnSpPr>
        <p:spPr>
          <a:xfrm>
            <a:off x="9226850" y="2664033"/>
            <a:ext cx="6835" cy="412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9" name="Connector 1388"/>
          <p:cNvCxnSpPr/>
          <p:nvPr/>
        </p:nvCxnSpPr>
        <p:spPr>
          <a:xfrm>
            <a:off x="9233685" y="2668156"/>
            <a:ext cx="6834" cy="4006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0" name="Connector 1389"/>
          <p:cNvCxnSpPr/>
          <p:nvPr/>
        </p:nvCxnSpPr>
        <p:spPr>
          <a:xfrm>
            <a:off x="9240519" y="2672162"/>
            <a:ext cx="6835" cy="3826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1" name="Connector 1390"/>
          <p:cNvCxnSpPr/>
          <p:nvPr/>
        </p:nvCxnSpPr>
        <p:spPr>
          <a:xfrm>
            <a:off x="9247354" y="2675988"/>
            <a:ext cx="6835" cy="358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2" name="Connector 1391"/>
          <p:cNvCxnSpPr/>
          <p:nvPr/>
        </p:nvCxnSpPr>
        <p:spPr>
          <a:xfrm>
            <a:off x="9254189" y="2679570"/>
            <a:ext cx="6835" cy="328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3" name="Connector 1392"/>
          <p:cNvCxnSpPr/>
          <p:nvPr/>
        </p:nvCxnSpPr>
        <p:spPr>
          <a:xfrm>
            <a:off x="9261024" y="2682852"/>
            <a:ext cx="6835" cy="293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4" name="Connector 1393"/>
          <p:cNvCxnSpPr/>
          <p:nvPr/>
        </p:nvCxnSpPr>
        <p:spPr>
          <a:xfrm>
            <a:off x="9267859" y="2685782"/>
            <a:ext cx="6835" cy="2528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5" name="Connector 1394"/>
          <p:cNvCxnSpPr/>
          <p:nvPr/>
        </p:nvCxnSpPr>
        <p:spPr>
          <a:xfrm>
            <a:off x="9274694" y="2688310"/>
            <a:ext cx="6835" cy="2088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6" name="Connector 1395"/>
          <p:cNvCxnSpPr/>
          <p:nvPr/>
        </p:nvCxnSpPr>
        <p:spPr>
          <a:xfrm>
            <a:off x="9281529" y="2690398"/>
            <a:ext cx="6835" cy="161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7" name="Connector 1396"/>
          <p:cNvCxnSpPr/>
          <p:nvPr/>
        </p:nvCxnSpPr>
        <p:spPr>
          <a:xfrm>
            <a:off x="9288364" y="2692011"/>
            <a:ext cx="6835" cy="111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8" name="Connector 1397"/>
          <p:cNvCxnSpPr/>
          <p:nvPr/>
        </p:nvCxnSpPr>
        <p:spPr>
          <a:xfrm>
            <a:off x="9295199" y="2693124"/>
            <a:ext cx="6835" cy="59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9" name="Connector 1398"/>
          <p:cNvCxnSpPr/>
          <p:nvPr/>
        </p:nvCxnSpPr>
        <p:spPr>
          <a:xfrm>
            <a:off x="9302034" y="2693718"/>
            <a:ext cx="6835" cy="6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0" name="Connector 1399"/>
          <p:cNvCxnSpPr/>
          <p:nvPr/>
        </p:nvCxnSpPr>
        <p:spPr>
          <a:xfrm flipV="1">
            <a:off x="9308869" y="2693322"/>
            <a:ext cx="6835" cy="46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1" name="Connector 1400"/>
          <p:cNvCxnSpPr/>
          <p:nvPr/>
        </p:nvCxnSpPr>
        <p:spPr>
          <a:xfrm flipV="1">
            <a:off x="9315704" y="2692337"/>
            <a:ext cx="6834" cy="98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2" name="Connector 1401"/>
          <p:cNvCxnSpPr/>
          <p:nvPr/>
        </p:nvCxnSpPr>
        <p:spPr>
          <a:xfrm flipV="1">
            <a:off x="9322538" y="2690847"/>
            <a:ext cx="6835" cy="149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3" name="Connector 1402"/>
          <p:cNvCxnSpPr/>
          <p:nvPr/>
        </p:nvCxnSpPr>
        <p:spPr>
          <a:xfrm flipV="1">
            <a:off x="9329373" y="2688875"/>
            <a:ext cx="6835" cy="197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4" name="Connector 1403"/>
          <p:cNvCxnSpPr/>
          <p:nvPr/>
        </p:nvCxnSpPr>
        <p:spPr>
          <a:xfrm flipV="1">
            <a:off x="9336208" y="2686453"/>
            <a:ext cx="6835" cy="242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5" name="Connector 1404"/>
          <p:cNvCxnSpPr/>
          <p:nvPr/>
        </p:nvCxnSpPr>
        <p:spPr>
          <a:xfrm flipV="1">
            <a:off x="9343043" y="2683620"/>
            <a:ext cx="6835" cy="283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6" name="Connector 1405"/>
          <p:cNvCxnSpPr/>
          <p:nvPr/>
        </p:nvCxnSpPr>
        <p:spPr>
          <a:xfrm flipV="1">
            <a:off x="9349878" y="2680421"/>
            <a:ext cx="6835" cy="319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7" name="Connector 1406"/>
          <p:cNvCxnSpPr/>
          <p:nvPr/>
        </p:nvCxnSpPr>
        <p:spPr>
          <a:xfrm flipV="1">
            <a:off x="9356713" y="2676908"/>
            <a:ext cx="6835" cy="351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8" name="Connector 1407"/>
          <p:cNvCxnSpPr/>
          <p:nvPr/>
        </p:nvCxnSpPr>
        <p:spPr>
          <a:xfrm flipV="1">
            <a:off x="9363548" y="2673138"/>
            <a:ext cx="6835" cy="377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9" name="Connector 1408"/>
          <p:cNvCxnSpPr/>
          <p:nvPr/>
        </p:nvCxnSpPr>
        <p:spPr>
          <a:xfrm flipV="1">
            <a:off x="9370383" y="2669171"/>
            <a:ext cx="6835" cy="396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0" name="Connector 1409"/>
          <p:cNvCxnSpPr/>
          <p:nvPr/>
        </p:nvCxnSpPr>
        <p:spPr>
          <a:xfrm flipV="1">
            <a:off x="9377218" y="2665071"/>
            <a:ext cx="6835" cy="410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1" name="Connector 1410"/>
          <p:cNvCxnSpPr/>
          <p:nvPr/>
        </p:nvCxnSpPr>
        <p:spPr>
          <a:xfrm flipV="1">
            <a:off x="9384053" y="2660904"/>
            <a:ext cx="6835" cy="416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2" name="Connector 1411"/>
          <p:cNvCxnSpPr/>
          <p:nvPr/>
        </p:nvCxnSpPr>
        <p:spPr>
          <a:xfrm flipV="1">
            <a:off x="8714232" y="2766879"/>
            <a:ext cx="6834" cy="375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3" name="Connector 1412"/>
          <p:cNvCxnSpPr/>
          <p:nvPr/>
        </p:nvCxnSpPr>
        <p:spPr>
          <a:xfrm flipV="1">
            <a:off x="8721066" y="2763176"/>
            <a:ext cx="6835" cy="370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4" name="Connector 1413"/>
          <p:cNvCxnSpPr/>
          <p:nvPr/>
        </p:nvCxnSpPr>
        <p:spPr>
          <a:xfrm flipV="1">
            <a:off x="8727901" y="2759569"/>
            <a:ext cx="6835" cy="36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5" name="Connector 1414"/>
          <p:cNvCxnSpPr/>
          <p:nvPr/>
        </p:nvCxnSpPr>
        <p:spPr>
          <a:xfrm flipV="1">
            <a:off x="8734736" y="2756107"/>
            <a:ext cx="6835" cy="3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6" name="Connector 1415"/>
          <p:cNvCxnSpPr/>
          <p:nvPr/>
        </p:nvCxnSpPr>
        <p:spPr>
          <a:xfrm flipV="1">
            <a:off x="8741571" y="2752834"/>
            <a:ext cx="6835" cy="32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7" name="Connector 1416"/>
          <p:cNvCxnSpPr/>
          <p:nvPr/>
        </p:nvCxnSpPr>
        <p:spPr>
          <a:xfrm flipV="1">
            <a:off x="8748406" y="2749794"/>
            <a:ext cx="6835" cy="30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8" name="Connector 1417"/>
          <p:cNvCxnSpPr/>
          <p:nvPr/>
        </p:nvCxnSpPr>
        <p:spPr>
          <a:xfrm flipV="1">
            <a:off x="8755241" y="2747025"/>
            <a:ext cx="6835" cy="276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9" name="Connector 1418"/>
          <p:cNvCxnSpPr/>
          <p:nvPr/>
        </p:nvCxnSpPr>
        <p:spPr>
          <a:xfrm flipV="1">
            <a:off x="8762076" y="2744563"/>
            <a:ext cx="6835" cy="2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0" name="Connector 1419"/>
          <p:cNvCxnSpPr/>
          <p:nvPr/>
        </p:nvCxnSpPr>
        <p:spPr>
          <a:xfrm flipV="1">
            <a:off x="8768911" y="2742442"/>
            <a:ext cx="6835" cy="21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1" name="Connector 1420"/>
          <p:cNvCxnSpPr/>
          <p:nvPr/>
        </p:nvCxnSpPr>
        <p:spPr>
          <a:xfrm flipV="1">
            <a:off x="8775746" y="2740688"/>
            <a:ext cx="6835" cy="175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2" name="Connector 1421"/>
          <p:cNvCxnSpPr/>
          <p:nvPr/>
        </p:nvCxnSpPr>
        <p:spPr>
          <a:xfrm flipV="1">
            <a:off x="8782581" y="2739324"/>
            <a:ext cx="6835" cy="136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3" name="Connector 1422"/>
          <p:cNvCxnSpPr/>
          <p:nvPr/>
        </p:nvCxnSpPr>
        <p:spPr>
          <a:xfrm flipV="1">
            <a:off x="8789416" y="2738369"/>
            <a:ext cx="6834" cy="95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4" name="Connector 1423"/>
          <p:cNvCxnSpPr/>
          <p:nvPr/>
        </p:nvCxnSpPr>
        <p:spPr>
          <a:xfrm flipV="1">
            <a:off x="8796250" y="2737834"/>
            <a:ext cx="6835" cy="53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5" name="Connector 1424"/>
          <p:cNvCxnSpPr/>
          <p:nvPr/>
        </p:nvCxnSpPr>
        <p:spPr>
          <a:xfrm flipV="1">
            <a:off x="8803085" y="2737727"/>
            <a:ext cx="6835" cy="1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6" name="Connector 1425"/>
          <p:cNvCxnSpPr/>
          <p:nvPr/>
        </p:nvCxnSpPr>
        <p:spPr>
          <a:xfrm>
            <a:off x="8809920" y="2737727"/>
            <a:ext cx="6835" cy="3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7" name="Connector 1426"/>
          <p:cNvCxnSpPr/>
          <p:nvPr/>
        </p:nvCxnSpPr>
        <p:spPr>
          <a:xfrm>
            <a:off x="8816755" y="2738048"/>
            <a:ext cx="6835" cy="74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8" name="Connector 1427"/>
          <p:cNvCxnSpPr/>
          <p:nvPr/>
        </p:nvCxnSpPr>
        <p:spPr>
          <a:xfrm>
            <a:off x="8823590" y="2738795"/>
            <a:ext cx="6835" cy="1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9" name="Connector 1428"/>
          <p:cNvCxnSpPr/>
          <p:nvPr/>
        </p:nvCxnSpPr>
        <p:spPr>
          <a:xfrm>
            <a:off x="8830425" y="2739956"/>
            <a:ext cx="6835" cy="15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0" name="Connector 1429"/>
          <p:cNvCxnSpPr/>
          <p:nvPr/>
        </p:nvCxnSpPr>
        <p:spPr>
          <a:xfrm>
            <a:off x="8837260" y="2741517"/>
            <a:ext cx="6835" cy="194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1" name="Connector 1430"/>
          <p:cNvCxnSpPr/>
          <p:nvPr/>
        </p:nvCxnSpPr>
        <p:spPr>
          <a:xfrm>
            <a:off x="8844095" y="2743458"/>
            <a:ext cx="6835" cy="229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2" name="Connector 1431"/>
          <p:cNvCxnSpPr/>
          <p:nvPr/>
        </p:nvCxnSpPr>
        <p:spPr>
          <a:xfrm>
            <a:off x="8850930" y="2745753"/>
            <a:ext cx="6835" cy="262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3" name="Connector 1432"/>
          <p:cNvCxnSpPr/>
          <p:nvPr/>
        </p:nvCxnSpPr>
        <p:spPr>
          <a:xfrm>
            <a:off x="8857765" y="2748373"/>
            <a:ext cx="6835" cy="291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" name="Connector 1433"/>
          <p:cNvCxnSpPr/>
          <p:nvPr/>
        </p:nvCxnSpPr>
        <p:spPr>
          <a:xfrm>
            <a:off x="8864600" y="2751283"/>
            <a:ext cx="6834" cy="3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5" name="Connector 1434"/>
          <p:cNvCxnSpPr/>
          <p:nvPr/>
        </p:nvCxnSpPr>
        <p:spPr>
          <a:xfrm>
            <a:off x="8871434" y="2754444"/>
            <a:ext cx="6835" cy="33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6" name="Connector 1435"/>
          <p:cNvCxnSpPr/>
          <p:nvPr/>
        </p:nvCxnSpPr>
        <p:spPr>
          <a:xfrm>
            <a:off x="8878269" y="2757817"/>
            <a:ext cx="6835" cy="35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7" name="Connector 1436"/>
          <p:cNvCxnSpPr/>
          <p:nvPr/>
        </p:nvCxnSpPr>
        <p:spPr>
          <a:xfrm>
            <a:off x="8885104" y="2761357"/>
            <a:ext cx="6835" cy="36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8" name="Connector 1437"/>
          <p:cNvCxnSpPr/>
          <p:nvPr/>
        </p:nvCxnSpPr>
        <p:spPr>
          <a:xfrm>
            <a:off x="8891939" y="2765018"/>
            <a:ext cx="6835" cy="373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9" name="Connector 1438"/>
          <p:cNvCxnSpPr/>
          <p:nvPr/>
        </p:nvCxnSpPr>
        <p:spPr>
          <a:xfrm>
            <a:off x="8898774" y="2768752"/>
            <a:ext cx="6835" cy="375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0" name="Connector 1439"/>
          <p:cNvCxnSpPr/>
          <p:nvPr/>
        </p:nvCxnSpPr>
        <p:spPr>
          <a:xfrm>
            <a:off x="8905609" y="2772511"/>
            <a:ext cx="6835" cy="373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1" name="Connector 1440"/>
          <p:cNvCxnSpPr/>
          <p:nvPr/>
        </p:nvCxnSpPr>
        <p:spPr>
          <a:xfrm>
            <a:off x="8912444" y="2776245"/>
            <a:ext cx="6835" cy="36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2" name="Connector 1441"/>
          <p:cNvCxnSpPr/>
          <p:nvPr/>
        </p:nvCxnSpPr>
        <p:spPr>
          <a:xfrm>
            <a:off x="8919279" y="2779906"/>
            <a:ext cx="6835" cy="35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3" name="Connector 1442"/>
          <p:cNvCxnSpPr/>
          <p:nvPr/>
        </p:nvCxnSpPr>
        <p:spPr>
          <a:xfrm>
            <a:off x="8926114" y="2783446"/>
            <a:ext cx="6835" cy="33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nector 1443"/>
          <p:cNvCxnSpPr/>
          <p:nvPr/>
        </p:nvCxnSpPr>
        <p:spPr>
          <a:xfrm>
            <a:off x="8932949" y="2786819"/>
            <a:ext cx="6834" cy="3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5" name="Connector 1444"/>
          <p:cNvCxnSpPr/>
          <p:nvPr/>
        </p:nvCxnSpPr>
        <p:spPr>
          <a:xfrm>
            <a:off x="8939783" y="2789980"/>
            <a:ext cx="6835" cy="291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6" name="Connector 1445"/>
          <p:cNvCxnSpPr/>
          <p:nvPr/>
        </p:nvCxnSpPr>
        <p:spPr>
          <a:xfrm>
            <a:off x="8946618" y="2792890"/>
            <a:ext cx="6835" cy="262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7" name="Connector 1446"/>
          <p:cNvCxnSpPr/>
          <p:nvPr/>
        </p:nvCxnSpPr>
        <p:spPr>
          <a:xfrm>
            <a:off x="8953453" y="2795510"/>
            <a:ext cx="6835" cy="229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8" name="Connector 1447"/>
          <p:cNvCxnSpPr/>
          <p:nvPr/>
        </p:nvCxnSpPr>
        <p:spPr>
          <a:xfrm>
            <a:off x="8960288" y="2797805"/>
            <a:ext cx="6835" cy="194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9" name="Connector 1448"/>
          <p:cNvCxnSpPr/>
          <p:nvPr/>
        </p:nvCxnSpPr>
        <p:spPr>
          <a:xfrm>
            <a:off x="8967123" y="2799746"/>
            <a:ext cx="6835" cy="15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0" name="Connector 1449"/>
          <p:cNvCxnSpPr/>
          <p:nvPr/>
        </p:nvCxnSpPr>
        <p:spPr>
          <a:xfrm>
            <a:off x="8973958" y="2801307"/>
            <a:ext cx="6835" cy="1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1" name="Connector 1450"/>
          <p:cNvCxnSpPr/>
          <p:nvPr/>
        </p:nvCxnSpPr>
        <p:spPr>
          <a:xfrm>
            <a:off x="8980793" y="2802468"/>
            <a:ext cx="6835" cy="74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2" name="Connector 1451"/>
          <p:cNvCxnSpPr/>
          <p:nvPr/>
        </p:nvCxnSpPr>
        <p:spPr>
          <a:xfrm>
            <a:off x="8987628" y="2803215"/>
            <a:ext cx="6835" cy="3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3" name="Connector 1452"/>
          <p:cNvCxnSpPr/>
          <p:nvPr/>
        </p:nvCxnSpPr>
        <p:spPr>
          <a:xfrm flipV="1">
            <a:off x="8994463" y="2803429"/>
            <a:ext cx="6835" cy="1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4" name="Connector 1453"/>
          <p:cNvCxnSpPr/>
          <p:nvPr/>
        </p:nvCxnSpPr>
        <p:spPr>
          <a:xfrm flipV="1">
            <a:off x="9001298" y="2802894"/>
            <a:ext cx="6835" cy="53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5" name="Connector 1454"/>
          <p:cNvCxnSpPr/>
          <p:nvPr/>
        </p:nvCxnSpPr>
        <p:spPr>
          <a:xfrm flipV="1">
            <a:off x="9008133" y="2801939"/>
            <a:ext cx="6835" cy="95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6" name="Connector 1455"/>
          <p:cNvCxnSpPr/>
          <p:nvPr/>
        </p:nvCxnSpPr>
        <p:spPr>
          <a:xfrm flipV="1">
            <a:off x="9014968" y="2800575"/>
            <a:ext cx="6834" cy="136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7" name="Connector 1456"/>
          <p:cNvCxnSpPr/>
          <p:nvPr/>
        </p:nvCxnSpPr>
        <p:spPr>
          <a:xfrm flipV="1">
            <a:off x="9021802" y="2798821"/>
            <a:ext cx="6835" cy="175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8" name="Connector 1457"/>
          <p:cNvCxnSpPr/>
          <p:nvPr/>
        </p:nvCxnSpPr>
        <p:spPr>
          <a:xfrm flipV="1">
            <a:off x="9028637" y="2796700"/>
            <a:ext cx="6835" cy="21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9" name="Connector 1458"/>
          <p:cNvCxnSpPr/>
          <p:nvPr/>
        </p:nvCxnSpPr>
        <p:spPr>
          <a:xfrm flipV="1">
            <a:off x="9035472" y="2794238"/>
            <a:ext cx="6835" cy="2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0" name="Connector 1459"/>
          <p:cNvCxnSpPr/>
          <p:nvPr/>
        </p:nvCxnSpPr>
        <p:spPr>
          <a:xfrm flipV="1">
            <a:off x="9042307" y="2791469"/>
            <a:ext cx="6835" cy="276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1" name="Connector 1460"/>
          <p:cNvCxnSpPr/>
          <p:nvPr/>
        </p:nvCxnSpPr>
        <p:spPr>
          <a:xfrm flipV="1">
            <a:off x="9049142" y="2788429"/>
            <a:ext cx="6835" cy="30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2" name="Connector 1461"/>
          <p:cNvCxnSpPr/>
          <p:nvPr/>
        </p:nvCxnSpPr>
        <p:spPr>
          <a:xfrm flipV="1">
            <a:off x="9055977" y="2785156"/>
            <a:ext cx="6835" cy="32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3" name="Connector 1462"/>
          <p:cNvCxnSpPr/>
          <p:nvPr/>
        </p:nvCxnSpPr>
        <p:spPr>
          <a:xfrm flipV="1">
            <a:off x="9062812" y="2781694"/>
            <a:ext cx="6835" cy="3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4" name="Connector 1463"/>
          <p:cNvCxnSpPr/>
          <p:nvPr/>
        </p:nvCxnSpPr>
        <p:spPr>
          <a:xfrm flipV="1">
            <a:off x="9069647" y="2778087"/>
            <a:ext cx="6835" cy="36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5" name="Connector 1464"/>
          <p:cNvCxnSpPr/>
          <p:nvPr/>
        </p:nvCxnSpPr>
        <p:spPr>
          <a:xfrm flipV="1">
            <a:off x="9076482" y="2774384"/>
            <a:ext cx="6835" cy="370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6" name="Connector 1465"/>
          <p:cNvCxnSpPr/>
          <p:nvPr/>
        </p:nvCxnSpPr>
        <p:spPr>
          <a:xfrm flipV="1">
            <a:off x="9083317" y="2770632"/>
            <a:ext cx="6835" cy="375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7" name="Connector 1466"/>
          <p:cNvCxnSpPr/>
          <p:nvPr/>
        </p:nvCxnSpPr>
        <p:spPr>
          <a:xfrm flipV="1">
            <a:off x="9090152" y="2766879"/>
            <a:ext cx="6834" cy="375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8" name="Connector 1467"/>
          <p:cNvCxnSpPr/>
          <p:nvPr/>
        </p:nvCxnSpPr>
        <p:spPr>
          <a:xfrm flipV="1">
            <a:off x="9096986" y="2763176"/>
            <a:ext cx="6835" cy="370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9" name="Connector 1468"/>
          <p:cNvCxnSpPr/>
          <p:nvPr/>
        </p:nvCxnSpPr>
        <p:spPr>
          <a:xfrm flipV="1">
            <a:off x="9103821" y="2759569"/>
            <a:ext cx="6835" cy="36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0" name="Connector 1469"/>
          <p:cNvCxnSpPr/>
          <p:nvPr/>
        </p:nvCxnSpPr>
        <p:spPr>
          <a:xfrm flipV="1">
            <a:off x="9110656" y="2756107"/>
            <a:ext cx="6835" cy="3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1" name="Connector 1470"/>
          <p:cNvCxnSpPr/>
          <p:nvPr/>
        </p:nvCxnSpPr>
        <p:spPr>
          <a:xfrm flipV="1">
            <a:off x="9117491" y="2752834"/>
            <a:ext cx="6835" cy="32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2" name="Connector 1471"/>
          <p:cNvCxnSpPr/>
          <p:nvPr/>
        </p:nvCxnSpPr>
        <p:spPr>
          <a:xfrm flipV="1">
            <a:off x="9124326" y="2749794"/>
            <a:ext cx="6835" cy="30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3" name="Connector 1472"/>
          <p:cNvCxnSpPr/>
          <p:nvPr/>
        </p:nvCxnSpPr>
        <p:spPr>
          <a:xfrm flipV="1">
            <a:off x="9131161" y="2747025"/>
            <a:ext cx="6835" cy="276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4" name="Connector 1473"/>
          <p:cNvCxnSpPr/>
          <p:nvPr/>
        </p:nvCxnSpPr>
        <p:spPr>
          <a:xfrm flipV="1">
            <a:off x="9137996" y="2744563"/>
            <a:ext cx="6835" cy="2462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5" name="Connector 1474"/>
          <p:cNvCxnSpPr/>
          <p:nvPr/>
        </p:nvCxnSpPr>
        <p:spPr>
          <a:xfrm flipV="1">
            <a:off x="9144831" y="2742442"/>
            <a:ext cx="6835" cy="21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6" name="Connector 1475"/>
          <p:cNvCxnSpPr/>
          <p:nvPr/>
        </p:nvCxnSpPr>
        <p:spPr>
          <a:xfrm flipV="1">
            <a:off x="9151666" y="2740688"/>
            <a:ext cx="6835" cy="175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7" name="Connector 1476"/>
          <p:cNvCxnSpPr/>
          <p:nvPr/>
        </p:nvCxnSpPr>
        <p:spPr>
          <a:xfrm flipV="1">
            <a:off x="9158501" y="2739324"/>
            <a:ext cx="6835" cy="136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8" name="Connector 1477"/>
          <p:cNvCxnSpPr/>
          <p:nvPr/>
        </p:nvCxnSpPr>
        <p:spPr>
          <a:xfrm flipV="1">
            <a:off x="9165336" y="2738369"/>
            <a:ext cx="6834" cy="95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9" name="Connector 1478"/>
          <p:cNvCxnSpPr/>
          <p:nvPr/>
        </p:nvCxnSpPr>
        <p:spPr>
          <a:xfrm flipV="1">
            <a:off x="9172170" y="2737834"/>
            <a:ext cx="6835" cy="53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0" name="Connector 1479"/>
          <p:cNvCxnSpPr/>
          <p:nvPr/>
        </p:nvCxnSpPr>
        <p:spPr>
          <a:xfrm flipV="1">
            <a:off x="9179005" y="2737727"/>
            <a:ext cx="6835" cy="1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1" name="Connector 1480"/>
          <p:cNvCxnSpPr/>
          <p:nvPr/>
        </p:nvCxnSpPr>
        <p:spPr>
          <a:xfrm>
            <a:off x="9185840" y="2737727"/>
            <a:ext cx="6835" cy="3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2" name="Connector 1481"/>
          <p:cNvCxnSpPr/>
          <p:nvPr/>
        </p:nvCxnSpPr>
        <p:spPr>
          <a:xfrm>
            <a:off x="9192675" y="2738048"/>
            <a:ext cx="6835" cy="74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3" name="Connector 1482"/>
          <p:cNvCxnSpPr/>
          <p:nvPr/>
        </p:nvCxnSpPr>
        <p:spPr>
          <a:xfrm>
            <a:off x="9199510" y="2738795"/>
            <a:ext cx="6835" cy="1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4" name="Connector 1483"/>
          <p:cNvCxnSpPr/>
          <p:nvPr/>
        </p:nvCxnSpPr>
        <p:spPr>
          <a:xfrm>
            <a:off x="9206345" y="2739956"/>
            <a:ext cx="6835" cy="15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5" name="Connector 1484"/>
          <p:cNvCxnSpPr/>
          <p:nvPr/>
        </p:nvCxnSpPr>
        <p:spPr>
          <a:xfrm>
            <a:off x="9213180" y="2741517"/>
            <a:ext cx="6835" cy="194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6" name="Connector 1485"/>
          <p:cNvCxnSpPr/>
          <p:nvPr/>
        </p:nvCxnSpPr>
        <p:spPr>
          <a:xfrm>
            <a:off x="9220015" y="2743458"/>
            <a:ext cx="6835" cy="229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7" name="Connector 1486"/>
          <p:cNvCxnSpPr/>
          <p:nvPr/>
        </p:nvCxnSpPr>
        <p:spPr>
          <a:xfrm>
            <a:off x="9226850" y="2745753"/>
            <a:ext cx="6835" cy="262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8" name="Connector 1487"/>
          <p:cNvCxnSpPr/>
          <p:nvPr/>
        </p:nvCxnSpPr>
        <p:spPr>
          <a:xfrm>
            <a:off x="9233685" y="2748373"/>
            <a:ext cx="6834" cy="291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9" name="Connector 1488"/>
          <p:cNvCxnSpPr/>
          <p:nvPr/>
        </p:nvCxnSpPr>
        <p:spPr>
          <a:xfrm>
            <a:off x="9240519" y="2751283"/>
            <a:ext cx="6835" cy="3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0" name="Connector 1489"/>
          <p:cNvCxnSpPr/>
          <p:nvPr/>
        </p:nvCxnSpPr>
        <p:spPr>
          <a:xfrm>
            <a:off x="9247354" y="2754444"/>
            <a:ext cx="6835" cy="33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1" name="Connector 1490"/>
          <p:cNvCxnSpPr/>
          <p:nvPr/>
        </p:nvCxnSpPr>
        <p:spPr>
          <a:xfrm>
            <a:off x="9254189" y="2757817"/>
            <a:ext cx="6835" cy="35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2" name="Connector 1491"/>
          <p:cNvCxnSpPr/>
          <p:nvPr/>
        </p:nvCxnSpPr>
        <p:spPr>
          <a:xfrm>
            <a:off x="9261024" y="2761357"/>
            <a:ext cx="6835" cy="36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3" name="Connector 1492"/>
          <p:cNvCxnSpPr/>
          <p:nvPr/>
        </p:nvCxnSpPr>
        <p:spPr>
          <a:xfrm>
            <a:off x="9267859" y="2765018"/>
            <a:ext cx="6835" cy="373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4" name="Connector 1493"/>
          <p:cNvCxnSpPr/>
          <p:nvPr/>
        </p:nvCxnSpPr>
        <p:spPr>
          <a:xfrm>
            <a:off x="9274694" y="2768752"/>
            <a:ext cx="6835" cy="3759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5" name="Connector 1494"/>
          <p:cNvCxnSpPr/>
          <p:nvPr/>
        </p:nvCxnSpPr>
        <p:spPr>
          <a:xfrm>
            <a:off x="9281529" y="2772511"/>
            <a:ext cx="6835" cy="3734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6" name="Connector 1495"/>
          <p:cNvCxnSpPr/>
          <p:nvPr/>
        </p:nvCxnSpPr>
        <p:spPr>
          <a:xfrm>
            <a:off x="9288364" y="2776245"/>
            <a:ext cx="6835" cy="36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7" name="Connector 1496"/>
          <p:cNvCxnSpPr/>
          <p:nvPr/>
        </p:nvCxnSpPr>
        <p:spPr>
          <a:xfrm>
            <a:off x="9295199" y="2779906"/>
            <a:ext cx="6835" cy="354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8" name="Connector 1497"/>
          <p:cNvCxnSpPr/>
          <p:nvPr/>
        </p:nvCxnSpPr>
        <p:spPr>
          <a:xfrm>
            <a:off x="9302034" y="2783446"/>
            <a:ext cx="6835" cy="3373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9" name="Connector 1498"/>
          <p:cNvCxnSpPr/>
          <p:nvPr/>
        </p:nvCxnSpPr>
        <p:spPr>
          <a:xfrm>
            <a:off x="9308869" y="2786819"/>
            <a:ext cx="6835" cy="3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0" name="Connector 1499"/>
          <p:cNvCxnSpPr/>
          <p:nvPr/>
        </p:nvCxnSpPr>
        <p:spPr>
          <a:xfrm>
            <a:off x="9315704" y="2789980"/>
            <a:ext cx="6834" cy="291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1" name="Connector 1500"/>
          <p:cNvCxnSpPr/>
          <p:nvPr/>
        </p:nvCxnSpPr>
        <p:spPr>
          <a:xfrm>
            <a:off x="9322538" y="2792890"/>
            <a:ext cx="6835" cy="2620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2" name="Connector 1501"/>
          <p:cNvCxnSpPr/>
          <p:nvPr/>
        </p:nvCxnSpPr>
        <p:spPr>
          <a:xfrm>
            <a:off x="9329373" y="2795510"/>
            <a:ext cx="6835" cy="229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3" name="Connector 1502"/>
          <p:cNvCxnSpPr/>
          <p:nvPr/>
        </p:nvCxnSpPr>
        <p:spPr>
          <a:xfrm>
            <a:off x="9336208" y="2797805"/>
            <a:ext cx="6835" cy="194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4" name="Connector 1503"/>
          <p:cNvCxnSpPr/>
          <p:nvPr/>
        </p:nvCxnSpPr>
        <p:spPr>
          <a:xfrm>
            <a:off x="9343043" y="2799746"/>
            <a:ext cx="6835" cy="15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5" name="Connector 1504"/>
          <p:cNvCxnSpPr/>
          <p:nvPr/>
        </p:nvCxnSpPr>
        <p:spPr>
          <a:xfrm>
            <a:off x="9349878" y="2801307"/>
            <a:ext cx="6835" cy="116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6" name="Connector 1505"/>
          <p:cNvCxnSpPr/>
          <p:nvPr/>
        </p:nvCxnSpPr>
        <p:spPr>
          <a:xfrm>
            <a:off x="9356713" y="2802468"/>
            <a:ext cx="6835" cy="74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7" name="Connector 1506"/>
          <p:cNvCxnSpPr/>
          <p:nvPr/>
        </p:nvCxnSpPr>
        <p:spPr>
          <a:xfrm>
            <a:off x="9363548" y="2803215"/>
            <a:ext cx="6835" cy="321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8" name="Connector 1507"/>
          <p:cNvCxnSpPr/>
          <p:nvPr/>
        </p:nvCxnSpPr>
        <p:spPr>
          <a:xfrm flipV="1">
            <a:off x="9370383" y="2803429"/>
            <a:ext cx="6835" cy="107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9" name="Connector 1508"/>
          <p:cNvCxnSpPr/>
          <p:nvPr/>
        </p:nvCxnSpPr>
        <p:spPr>
          <a:xfrm flipV="1">
            <a:off x="9377218" y="2802894"/>
            <a:ext cx="6835" cy="53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0" name="Connector 1509"/>
          <p:cNvCxnSpPr/>
          <p:nvPr/>
        </p:nvCxnSpPr>
        <p:spPr>
          <a:xfrm flipV="1">
            <a:off x="9384053" y="2801939"/>
            <a:ext cx="6835" cy="955"/>
          </a:xfrm>
          <a:prstGeom prst="line">
            <a:avLst/>
          </a:prstGeom>
          <a:ln w="127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1" name="TextBox 1510"/>
          <p:cNvSpPr txBox="1"/>
          <p:nvPr/>
        </p:nvSpPr>
        <p:spPr>
          <a:xfrm>
            <a:off x="8641080" y="3118104"/>
            <a:ext cx="822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7E64D6"/>
                </a:solidFill>
                <a:latin typeface="Microsoft YaHei"/>
                <a:ea typeface="Microsoft YaHei"/>
                <a:cs typeface="Microsoft YaHei"/>
              </a:rPr>
              <a:t>180°</a:t>
            </a:r>
          </a:p>
        </p:txBody>
      </p:sp>
      <p:sp>
        <p:nvSpPr>
          <p:cNvPr id="1512" name="Rounded Rectangle 1511"/>
          <p:cNvSpPr/>
          <p:nvPr/>
        </p:nvSpPr>
        <p:spPr>
          <a:xfrm>
            <a:off x="9692640" y="2148840"/>
            <a:ext cx="822960" cy="9144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13" name="Connector 1512"/>
          <p:cNvCxnSpPr/>
          <p:nvPr/>
        </p:nvCxnSpPr>
        <p:spPr>
          <a:xfrm flipV="1">
            <a:off x="9765792" y="2327967"/>
            <a:ext cx="6834" cy="375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4" name="Connector 1513"/>
          <p:cNvCxnSpPr/>
          <p:nvPr/>
        </p:nvCxnSpPr>
        <p:spPr>
          <a:xfrm flipV="1">
            <a:off x="9772626" y="2324264"/>
            <a:ext cx="6835" cy="370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5" name="Connector 1514"/>
          <p:cNvCxnSpPr/>
          <p:nvPr/>
        </p:nvCxnSpPr>
        <p:spPr>
          <a:xfrm flipV="1">
            <a:off x="9779461" y="2320657"/>
            <a:ext cx="6835" cy="36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6" name="Connector 1515"/>
          <p:cNvCxnSpPr/>
          <p:nvPr/>
        </p:nvCxnSpPr>
        <p:spPr>
          <a:xfrm flipV="1">
            <a:off x="9786296" y="2317195"/>
            <a:ext cx="6835" cy="3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7" name="Connector 1516"/>
          <p:cNvCxnSpPr/>
          <p:nvPr/>
        </p:nvCxnSpPr>
        <p:spPr>
          <a:xfrm flipV="1">
            <a:off x="9793131" y="2313922"/>
            <a:ext cx="6835" cy="32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8" name="Connector 1517"/>
          <p:cNvCxnSpPr/>
          <p:nvPr/>
        </p:nvCxnSpPr>
        <p:spPr>
          <a:xfrm flipV="1">
            <a:off x="9799966" y="2310882"/>
            <a:ext cx="6835" cy="30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9" name="Connector 1518"/>
          <p:cNvCxnSpPr/>
          <p:nvPr/>
        </p:nvCxnSpPr>
        <p:spPr>
          <a:xfrm flipV="1">
            <a:off x="9806801" y="2308113"/>
            <a:ext cx="6835" cy="276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0" name="Connector 1519"/>
          <p:cNvCxnSpPr/>
          <p:nvPr/>
        </p:nvCxnSpPr>
        <p:spPr>
          <a:xfrm flipV="1">
            <a:off x="9813636" y="2305651"/>
            <a:ext cx="6835" cy="2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1" name="Connector 1520"/>
          <p:cNvCxnSpPr/>
          <p:nvPr/>
        </p:nvCxnSpPr>
        <p:spPr>
          <a:xfrm flipV="1">
            <a:off x="9820471" y="2303530"/>
            <a:ext cx="6835" cy="21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2" name="Connector 1521"/>
          <p:cNvCxnSpPr/>
          <p:nvPr/>
        </p:nvCxnSpPr>
        <p:spPr>
          <a:xfrm flipV="1">
            <a:off x="9827306" y="2301776"/>
            <a:ext cx="6835" cy="175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3" name="Connector 1522"/>
          <p:cNvCxnSpPr/>
          <p:nvPr/>
        </p:nvCxnSpPr>
        <p:spPr>
          <a:xfrm flipV="1">
            <a:off x="9834141" y="2300412"/>
            <a:ext cx="6835" cy="136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4" name="Connector 1523"/>
          <p:cNvCxnSpPr/>
          <p:nvPr/>
        </p:nvCxnSpPr>
        <p:spPr>
          <a:xfrm flipV="1">
            <a:off x="9840976" y="2299457"/>
            <a:ext cx="6834" cy="95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5" name="Connector 1524"/>
          <p:cNvCxnSpPr/>
          <p:nvPr/>
        </p:nvCxnSpPr>
        <p:spPr>
          <a:xfrm flipV="1">
            <a:off x="9847810" y="2298922"/>
            <a:ext cx="6835" cy="53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6" name="Connector 1525"/>
          <p:cNvCxnSpPr/>
          <p:nvPr/>
        </p:nvCxnSpPr>
        <p:spPr>
          <a:xfrm flipV="1">
            <a:off x="9854645" y="2298815"/>
            <a:ext cx="6835" cy="1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7" name="Connector 1526"/>
          <p:cNvCxnSpPr/>
          <p:nvPr/>
        </p:nvCxnSpPr>
        <p:spPr>
          <a:xfrm>
            <a:off x="9861480" y="2298815"/>
            <a:ext cx="6835" cy="3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8" name="Connector 1527"/>
          <p:cNvCxnSpPr/>
          <p:nvPr/>
        </p:nvCxnSpPr>
        <p:spPr>
          <a:xfrm>
            <a:off x="9868315" y="2299136"/>
            <a:ext cx="6835" cy="74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9" name="Connector 1528"/>
          <p:cNvCxnSpPr/>
          <p:nvPr/>
        </p:nvCxnSpPr>
        <p:spPr>
          <a:xfrm>
            <a:off x="9875150" y="2299883"/>
            <a:ext cx="6835" cy="1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0" name="Connector 1529"/>
          <p:cNvCxnSpPr/>
          <p:nvPr/>
        </p:nvCxnSpPr>
        <p:spPr>
          <a:xfrm>
            <a:off x="9881985" y="2301044"/>
            <a:ext cx="6835" cy="15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1" name="Connector 1530"/>
          <p:cNvCxnSpPr/>
          <p:nvPr/>
        </p:nvCxnSpPr>
        <p:spPr>
          <a:xfrm>
            <a:off x="9888820" y="2302605"/>
            <a:ext cx="6835" cy="194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2" name="Connector 1531"/>
          <p:cNvCxnSpPr/>
          <p:nvPr/>
        </p:nvCxnSpPr>
        <p:spPr>
          <a:xfrm>
            <a:off x="9895655" y="2304546"/>
            <a:ext cx="6835" cy="229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3" name="Connector 1532"/>
          <p:cNvCxnSpPr/>
          <p:nvPr/>
        </p:nvCxnSpPr>
        <p:spPr>
          <a:xfrm>
            <a:off x="9902490" y="2306841"/>
            <a:ext cx="6835" cy="262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4" name="Connector 1533"/>
          <p:cNvCxnSpPr/>
          <p:nvPr/>
        </p:nvCxnSpPr>
        <p:spPr>
          <a:xfrm>
            <a:off x="9909325" y="2309461"/>
            <a:ext cx="6835" cy="291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5" name="Connector 1534"/>
          <p:cNvCxnSpPr/>
          <p:nvPr/>
        </p:nvCxnSpPr>
        <p:spPr>
          <a:xfrm>
            <a:off x="9916160" y="2312371"/>
            <a:ext cx="6834" cy="3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6" name="Connector 1535"/>
          <p:cNvCxnSpPr/>
          <p:nvPr/>
        </p:nvCxnSpPr>
        <p:spPr>
          <a:xfrm>
            <a:off x="9922994" y="2315532"/>
            <a:ext cx="6835" cy="33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" name="Connector 1536"/>
          <p:cNvCxnSpPr/>
          <p:nvPr/>
        </p:nvCxnSpPr>
        <p:spPr>
          <a:xfrm>
            <a:off x="9929829" y="2318905"/>
            <a:ext cx="6835" cy="35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" name="Connector 1537"/>
          <p:cNvCxnSpPr/>
          <p:nvPr/>
        </p:nvCxnSpPr>
        <p:spPr>
          <a:xfrm>
            <a:off x="9936664" y="2322445"/>
            <a:ext cx="6835" cy="36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" name="Connector 1538"/>
          <p:cNvCxnSpPr/>
          <p:nvPr/>
        </p:nvCxnSpPr>
        <p:spPr>
          <a:xfrm>
            <a:off x="9943499" y="2326106"/>
            <a:ext cx="6835" cy="373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0" name="Connector 1539"/>
          <p:cNvCxnSpPr/>
          <p:nvPr/>
        </p:nvCxnSpPr>
        <p:spPr>
          <a:xfrm>
            <a:off x="9950334" y="2329840"/>
            <a:ext cx="6835" cy="375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" name="Connector 1540"/>
          <p:cNvCxnSpPr/>
          <p:nvPr/>
        </p:nvCxnSpPr>
        <p:spPr>
          <a:xfrm>
            <a:off x="9957169" y="2333599"/>
            <a:ext cx="6835" cy="373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2" name="Connector 1541"/>
          <p:cNvCxnSpPr/>
          <p:nvPr/>
        </p:nvCxnSpPr>
        <p:spPr>
          <a:xfrm>
            <a:off x="9964004" y="2337333"/>
            <a:ext cx="6835" cy="36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3" name="Connector 1542"/>
          <p:cNvCxnSpPr/>
          <p:nvPr/>
        </p:nvCxnSpPr>
        <p:spPr>
          <a:xfrm>
            <a:off x="9970839" y="2340994"/>
            <a:ext cx="6835" cy="35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4" name="Connector 1543"/>
          <p:cNvCxnSpPr/>
          <p:nvPr/>
        </p:nvCxnSpPr>
        <p:spPr>
          <a:xfrm>
            <a:off x="9977674" y="2344534"/>
            <a:ext cx="6835" cy="33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5" name="Connector 1544"/>
          <p:cNvCxnSpPr/>
          <p:nvPr/>
        </p:nvCxnSpPr>
        <p:spPr>
          <a:xfrm>
            <a:off x="9984509" y="2347907"/>
            <a:ext cx="6835" cy="3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6" name="Connector 1545"/>
          <p:cNvCxnSpPr/>
          <p:nvPr/>
        </p:nvCxnSpPr>
        <p:spPr>
          <a:xfrm>
            <a:off x="9991344" y="2351068"/>
            <a:ext cx="6834" cy="291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7" name="Connector 1546"/>
          <p:cNvCxnSpPr/>
          <p:nvPr/>
        </p:nvCxnSpPr>
        <p:spPr>
          <a:xfrm>
            <a:off x="9998178" y="2353978"/>
            <a:ext cx="6835" cy="262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8" name="Connector 1547"/>
          <p:cNvCxnSpPr/>
          <p:nvPr/>
        </p:nvCxnSpPr>
        <p:spPr>
          <a:xfrm>
            <a:off x="10005013" y="2356598"/>
            <a:ext cx="6835" cy="229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9" name="Connector 1548"/>
          <p:cNvCxnSpPr/>
          <p:nvPr/>
        </p:nvCxnSpPr>
        <p:spPr>
          <a:xfrm>
            <a:off x="10011848" y="2358893"/>
            <a:ext cx="6835" cy="194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0" name="Connector 1549"/>
          <p:cNvCxnSpPr/>
          <p:nvPr/>
        </p:nvCxnSpPr>
        <p:spPr>
          <a:xfrm>
            <a:off x="10018683" y="2360834"/>
            <a:ext cx="6835" cy="15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1" name="Connector 1550"/>
          <p:cNvCxnSpPr/>
          <p:nvPr/>
        </p:nvCxnSpPr>
        <p:spPr>
          <a:xfrm>
            <a:off x="10025518" y="2362395"/>
            <a:ext cx="6835" cy="1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2" name="Connector 1551"/>
          <p:cNvCxnSpPr/>
          <p:nvPr/>
        </p:nvCxnSpPr>
        <p:spPr>
          <a:xfrm>
            <a:off x="10032353" y="2363556"/>
            <a:ext cx="6835" cy="74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3" name="Connector 1552"/>
          <p:cNvCxnSpPr/>
          <p:nvPr/>
        </p:nvCxnSpPr>
        <p:spPr>
          <a:xfrm>
            <a:off x="10039188" y="2364303"/>
            <a:ext cx="6835" cy="3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4" name="Connector 1553"/>
          <p:cNvCxnSpPr/>
          <p:nvPr/>
        </p:nvCxnSpPr>
        <p:spPr>
          <a:xfrm flipV="1">
            <a:off x="10046023" y="2364517"/>
            <a:ext cx="6835" cy="1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5" name="Connector 1554"/>
          <p:cNvCxnSpPr/>
          <p:nvPr/>
        </p:nvCxnSpPr>
        <p:spPr>
          <a:xfrm flipV="1">
            <a:off x="10052858" y="2363982"/>
            <a:ext cx="6835" cy="53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6" name="Connector 1555"/>
          <p:cNvCxnSpPr/>
          <p:nvPr/>
        </p:nvCxnSpPr>
        <p:spPr>
          <a:xfrm flipV="1">
            <a:off x="10059693" y="2363027"/>
            <a:ext cx="6835" cy="95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7" name="Connector 1556"/>
          <p:cNvCxnSpPr/>
          <p:nvPr/>
        </p:nvCxnSpPr>
        <p:spPr>
          <a:xfrm flipV="1">
            <a:off x="10066528" y="2361663"/>
            <a:ext cx="6834" cy="136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8" name="Connector 1557"/>
          <p:cNvCxnSpPr/>
          <p:nvPr/>
        </p:nvCxnSpPr>
        <p:spPr>
          <a:xfrm flipV="1">
            <a:off x="10073362" y="2359909"/>
            <a:ext cx="6835" cy="175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9" name="Connector 1558"/>
          <p:cNvCxnSpPr/>
          <p:nvPr/>
        </p:nvCxnSpPr>
        <p:spPr>
          <a:xfrm flipV="1">
            <a:off x="10080197" y="2357788"/>
            <a:ext cx="6835" cy="21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0" name="Connector 1559"/>
          <p:cNvCxnSpPr/>
          <p:nvPr/>
        </p:nvCxnSpPr>
        <p:spPr>
          <a:xfrm flipV="1">
            <a:off x="10087032" y="2355326"/>
            <a:ext cx="6835" cy="2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1" name="Connector 1560"/>
          <p:cNvCxnSpPr/>
          <p:nvPr/>
        </p:nvCxnSpPr>
        <p:spPr>
          <a:xfrm flipV="1">
            <a:off x="10093867" y="2352557"/>
            <a:ext cx="6835" cy="276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2" name="Connector 1561"/>
          <p:cNvCxnSpPr/>
          <p:nvPr/>
        </p:nvCxnSpPr>
        <p:spPr>
          <a:xfrm flipV="1">
            <a:off x="10100702" y="2349517"/>
            <a:ext cx="6835" cy="30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3" name="Connector 1562"/>
          <p:cNvCxnSpPr/>
          <p:nvPr/>
        </p:nvCxnSpPr>
        <p:spPr>
          <a:xfrm flipV="1">
            <a:off x="10107537" y="2346244"/>
            <a:ext cx="6835" cy="32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4" name="Connector 1563"/>
          <p:cNvCxnSpPr/>
          <p:nvPr/>
        </p:nvCxnSpPr>
        <p:spPr>
          <a:xfrm flipV="1">
            <a:off x="10114372" y="2342782"/>
            <a:ext cx="6835" cy="3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5" name="Connector 1564"/>
          <p:cNvCxnSpPr/>
          <p:nvPr/>
        </p:nvCxnSpPr>
        <p:spPr>
          <a:xfrm flipV="1">
            <a:off x="10121207" y="2339175"/>
            <a:ext cx="6835" cy="36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6" name="Connector 1565"/>
          <p:cNvCxnSpPr/>
          <p:nvPr/>
        </p:nvCxnSpPr>
        <p:spPr>
          <a:xfrm flipV="1">
            <a:off x="10128042" y="2335472"/>
            <a:ext cx="6835" cy="370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7" name="Connector 1566"/>
          <p:cNvCxnSpPr/>
          <p:nvPr/>
        </p:nvCxnSpPr>
        <p:spPr>
          <a:xfrm flipV="1">
            <a:off x="10134877" y="2331720"/>
            <a:ext cx="6835" cy="375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8" name="Connector 1567"/>
          <p:cNvCxnSpPr/>
          <p:nvPr/>
        </p:nvCxnSpPr>
        <p:spPr>
          <a:xfrm flipV="1">
            <a:off x="10141712" y="2327967"/>
            <a:ext cx="6834" cy="375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9" name="Connector 1568"/>
          <p:cNvCxnSpPr/>
          <p:nvPr/>
        </p:nvCxnSpPr>
        <p:spPr>
          <a:xfrm flipV="1">
            <a:off x="10148546" y="2324264"/>
            <a:ext cx="6835" cy="370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0" name="Connector 1569"/>
          <p:cNvCxnSpPr/>
          <p:nvPr/>
        </p:nvCxnSpPr>
        <p:spPr>
          <a:xfrm flipV="1">
            <a:off x="10155381" y="2320657"/>
            <a:ext cx="6835" cy="36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1" name="Connector 1570"/>
          <p:cNvCxnSpPr/>
          <p:nvPr/>
        </p:nvCxnSpPr>
        <p:spPr>
          <a:xfrm flipV="1">
            <a:off x="10162216" y="2317195"/>
            <a:ext cx="6835" cy="3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2" name="Connector 1571"/>
          <p:cNvCxnSpPr/>
          <p:nvPr/>
        </p:nvCxnSpPr>
        <p:spPr>
          <a:xfrm flipV="1">
            <a:off x="10169051" y="2313922"/>
            <a:ext cx="6835" cy="32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3" name="Connector 1572"/>
          <p:cNvCxnSpPr/>
          <p:nvPr/>
        </p:nvCxnSpPr>
        <p:spPr>
          <a:xfrm flipV="1">
            <a:off x="10175886" y="2310882"/>
            <a:ext cx="6835" cy="30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4" name="Connector 1573"/>
          <p:cNvCxnSpPr/>
          <p:nvPr/>
        </p:nvCxnSpPr>
        <p:spPr>
          <a:xfrm flipV="1">
            <a:off x="10182721" y="2308113"/>
            <a:ext cx="6835" cy="276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5" name="Connector 1574"/>
          <p:cNvCxnSpPr/>
          <p:nvPr/>
        </p:nvCxnSpPr>
        <p:spPr>
          <a:xfrm flipV="1">
            <a:off x="10189556" y="2305651"/>
            <a:ext cx="6835" cy="2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6" name="Connector 1575"/>
          <p:cNvCxnSpPr/>
          <p:nvPr/>
        </p:nvCxnSpPr>
        <p:spPr>
          <a:xfrm flipV="1">
            <a:off x="10196391" y="2303530"/>
            <a:ext cx="6835" cy="21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7" name="Connector 1576"/>
          <p:cNvCxnSpPr/>
          <p:nvPr/>
        </p:nvCxnSpPr>
        <p:spPr>
          <a:xfrm flipV="1">
            <a:off x="10203226" y="2301776"/>
            <a:ext cx="6835" cy="175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8" name="Connector 1577"/>
          <p:cNvCxnSpPr/>
          <p:nvPr/>
        </p:nvCxnSpPr>
        <p:spPr>
          <a:xfrm flipV="1">
            <a:off x="10210061" y="2300412"/>
            <a:ext cx="6835" cy="136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9" name="Connector 1578"/>
          <p:cNvCxnSpPr/>
          <p:nvPr/>
        </p:nvCxnSpPr>
        <p:spPr>
          <a:xfrm flipV="1">
            <a:off x="10216896" y="2299457"/>
            <a:ext cx="6834" cy="95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0" name="Connector 1579"/>
          <p:cNvCxnSpPr/>
          <p:nvPr/>
        </p:nvCxnSpPr>
        <p:spPr>
          <a:xfrm flipV="1">
            <a:off x="10223730" y="2298922"/>
            <a:ext cx="6835" cy="53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1" name="Connector 1580"/>
          <p:cNvCxnSpPr/>
          <p:nvPr/>
        </p:nvCxnSpPr>
        <p:spPr>
          <a:xfrm flipV="1">
            <a:off x="10230565" y="2298815"/>
            <a:ext cx="6835" cy="1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2" name="Connector 1581"/>
          <p:cNvCxnSpPr/>
          <p:nvPr/>
        </p:nvCxnSpPr>
        <p:spPr>
          <a:xfrm>
            <a:off x="10237400" y="2298815"/>
            <a:ext cx="6835" cy="3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3" name="Connector 1582"/>
          <p:cNvCxnSpPr/>
          <p:nvPr/>
        </p:nvCxnSpPr>
        <p:spPr>
          <a:xfrm>
            <a:off x="10244235" y="2299136"/>
            <a:ext cx="6835" cy="74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4" name="Connector 1583"/>
          <p:cNvCxnSpPr/>
          <p:nvPr/>
        </p:nvCxnSpPr>
        <p:spPr>
          <a:xfrm>
            <a:off x="10251070" y="2299883"/>
            <a:ext cx="6835" cy="1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5" name="Connector 1584"/>
          <p:cNvCxnSpPr/>
          <p:nvPr/>
        </p:nvCxnSpPr>
        <p:spPr>
          <a:xfrm>
            <a:off x="10257905" y="2301044"/>
            <a:ext cx="6835" cy="15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6" name="Connector 1585"/>
          <p:cNvCxnSpPr/>
          <p:nvPr/>
        </p:nvCxnSpPr>
        <p:spPr>
          <a:xfrm>
            <a:off x="10264740" y="2302605"/>
            <a:ext cx="6835" cy="194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7" name="Connector 1586"/>
          <p:cNvCxnSpPr/>
          <p:nvPr/>
        </p:nvCxnSpPr>
        <p:spPr>
          <a:xfrm>
            <a:off x="10271575" y="2304546"/>
            <a:ext cx="6835" cy="229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8" name="Connector 1587"/>
          <p:cNvCxnSpPr/>
          <p:nvPr/>
        </p:nvCxnSpPr>
        <p:spPr>
          <a:xfrm>
            <a:off x="10278410" y="2306841"/>
            <a:ext cx="6835" cy="262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9" name="Connector 1588"/>
          <p:cNvCxnSpPr/>
          <p:nvPr/>
        </p:nvCxnSpPr>
        <p:spPr>
          <a:xfrm>
            <a:off x="10285245" y="2309461"/>
            <a:ext cx="6835" cy="291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0" name="Connector 1589"/>
          <p:cNvCxnSpPr/>
          <p:nvPr/>
        </p:nvCxnSpPr>
        <p:spPr>
          <a:xfrm>
            <a:off x="10292080" y="2312371"/>
            <a:ext cx="6834" cy="3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1" name="Connector 1590"/>
          <p:cNvCxnSpPr/>
          <p:nvPr/>
        </p:nvCxnSpPr>
        <p:spPr>
          <a:xfrm>
            <a:off x="10298914" y="2315532"/>
            <a:ext cx="6835" cy="33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2" name="Connector 1591"/>
          <p:cNvCxnSpPr/>
          <p:nvPr/>
        </p:nvCxnSpPr>
        <p:spPr>
          <a:xfrm>
            <a:off x="10305749" y="2318905"/>
            <a:ext cx="6835" cy="35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3" name="Connector 1592"/>
          <p:cNvCxnSpPr/>
          <p:nvPr/>
        </p:nvCxnSpPr>
        <p:spPr>
          <a:xfrm>
            <a:off x="10312584" y="2322445"/>
            <a:ext cx="6835" cy="36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4" name="Connector 1593"/>
          <p:cNvCxnSpPr/>
          <p:nvPr/>
        </p:nvCxnSpPr>
        <p:spPr>
          <a:xfrm>
            <a:off x="10319419" y="2326106"/>
            <a:ext cx="6835" cy="373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5" name="Connector 1594"/>
          <p:cNvCxnSpPr/>
          <p:nvPr/>
        </p:nvCxnSpPr>
        <p:spPr>
          <a:xfrm>
            <a:off x="10326254" y="2329840"/>
            <a:ext cx="6835" cy="375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6" name="Connector 1595"/>
          <p:cNvCxnSpPr/>
          <p:nvPr/>
        </p:nvCxnSpPr>
        <p:spPr>
          <a:xfrm>
            <a:off x="10333089" y="2333599"/>
            <a:ext cx="6835" cy="373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7" name="Connector 1596"/>
          <p:cNvCxnSpPr/>
          <p:nvPr/>
        </p:nvCxnSpPr>
        <p:spPr>
          <a:xfrm>
            <a:off x="10339924" y="2337333"/>
            <a:ext cx="6835" cy="36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8" name="Connector 1597"/>
          <p:cNvCxnSpPr/>
          <p:nvPr/>
        </p:nvCxnSpPr>
        <p:spPr>
          <a:xfrm>
            <a:off x="10346759" y="2340994"/>
            <a:ext cx="6835" cy="35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9" name="Connector 1598"/>
          <p:cNvCxnSpPr/>
          <p:nvPr/>
        </p:nvCxnSpPr>
        <p:spPr>
          <a:xfrm>
            <a:off x="10353594" y="2344534"/>
            <a:ext cx="6835" cy="33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0" name="Connector 1599"/>
          <p:cNvCxnSpPr/>
          <p:nvPr/>
        </p:nvCxnSpPr>
        <p:spPr>
          <a:xfrm>
            <a:off x="10360429" y="2347907"/>
            <a:ext cx="6835" cy="3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1" name="Connector 1600"/>
          <p:cNvCxnSpPr/>
          <p:nvPr/>
        </p:nvCxnSpPr>
        <p:spPr>
          <a:xfrm>
            <a:off x="10367264" y="2351068"/>
            <a:ext cx="6834" cy="291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2" name="Connector 1601"/>
          <p:cNvCxnSpPr/>
          <p:nvPr/>
        </p:nvCxnSpPr>
        <p:spPr>
          <a:xfrm>
            <a:off x="10374098" y="2353978"/>
            <a:ext cx="6835" cy="262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3" name="Connector 1602"/>
          <p:cNvCxnSpPr/>
          <p:nvPr/>
        </p:nvCxnSpPr>
        <p:spPr>
          <a:xfrm>
            <a:off x="10380933" y="2356598"/>
            <a:ext cx="6835" cy="229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4" name="Connector 1603"/>
          <p:cNvCxnSpPr/>
          <p:nvPr/>
        </p:nvCxnSpPr>
        <p:spPr>
          <a:xfrm>
            <a:off x="10387768" y="2358893"/>
            <a:ext cx="6835" cy="194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5" name="Connector 1604"/>
          <p:cNvCxnSpPr/>
          <p:nvPr/>
        </p:nvCxnSpPr>
        <p:spPr>
          <a:xfrm>
            <a:off x="10394603" y="2360834"/>
            <a:ext cx="6835" cy="15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6" name="Connector 1605"/>
          <p:cNvCxnSpPr/>
          <p:nvPr/>
        </p:nvCxnSpPr>
        <p:spPr>
          <a:xfrm>
            <a:off x="10401438" y="2362395"/>
            <a:ext cx="6835" cy="1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7" name="Connector 1606"/>
          <p:cNvCxnSpPr/>
          <p:nvPr/>
        </p:nvCxnSpPr>
        <p:spPr>
          <a:xfrm>
            <a:off x="10408273" y="2363556"/>
            <a:ext cx="6835" cy="74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8" name="Connector 1607"/>
          <p:cNvCxnSpPr/>
          <p:nvPr/>
        </p:nvCxnSpPr>
        <p:spPr>
          <a:xfrm>
            <a:off x="10415108" y="2364303"/>
            <a:ext cx="6835" cy="3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9" name="Connector 1608"/>
          <p:cNvCxnSpPr/>
          <p:nvPr/>
        </p:nvCxnSpPr>
        <p:spPr>
          <a:xfrm flipV="1">
            <a:off x="10421943" y="2364517"/>
            <a:ext cx="6835" cy="1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0" name="Connector 1609"/>
          <p:cNvCxnSpPr/>
          <p:nvPr/>
        </p:nvCxnSpPr>
        <p:spPr>
          <a:xfrm flipV="1">
            <a:off x="10428778" y="2363982"/>
            <a:ext cx="6835" cy="53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1" name="Connector 1610"/>
          <p:cNvCxnSpPr/>
          <p:nvPr/>
        </p:nvCxnSpPr>
        <p:spPr>
          <a:xfrm flipV="1">
            <a:off x="10435613" y="2363027"/>
            <a:ext cx="6835" cy="95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2" name="Connector 1611"/>
          <p:cNvCxnSpPr/>
          <p:nvPr/>
        </p:nvCxnSpPr>
        <p:spPr>
          <a:xfrm flipV="1">
            <a:off x="9765792" y="2437280"/>
            <a:ext cx="6834" cy="4168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3" name="Connector 1612"/>
          <p:cNvCxnSpPr/>
          <p:nvPr/>
        </p:nvCxnSpPr>
        <p:spPr>
          <a:xfrm flipV="1">
            <a:off x="9772626" y="2433180"/>
            <a:ext cx="6835" cy="410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4" name="Connector 1613"/>
          <p:cNvCxnSpPr/>
          <p:nvPr/>
        </p:nvCxnSpPr>
        <p:spPr>
          <a:xfrm flipV="1">
            <a:off x="9779461" y="2429213"/>
            <a:ext cx="6835" cy="396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5" name="Connector 1614"/>
          <p:cNvCxnSpPr/>
          <p:nvPr/>
        </p:nvCxnSpPr>
        <p:spPr>
          <a:xfrm flipV="1">
            <a:off x="9786296" y="2425443"/>
            <a:ext cx="6835" cy="377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6" name="Connector 1615"/>
          <p:cNvCxnSpPr/>
          <p:nvPr/>
        </p:nvCxnSpPr>
        <p:spPr>
          <a:xfrm flipV="1">
            <a:off x="9793131" y="2421930"/>
            <a:ext cx="6835" cy="351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7" name="Connector 1616"/>
          <p:cNvCxnSpPr/>
          <p:nvPr/>
        </p:nvCxnSpPr>
        <p:spPr>
          <a:xfrm flipV="1">
            <a:off x="9799966" y="2418731"/>
            <a:ext cx="6835" cy="319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8" name="Connector 1617"/>
          <p:cNvCxnSpPr/>
          <p:nvPr/>
        </p:nvCxnSpPr>
        <p:spPr>
          <a:xfrm flipV="1">
            <a:off x="9806801" y="2415898"/>
            <a:ext cx="6835" cy="283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9" name="Connector 1618"/>
          <p:cNvCxnSpPr/>
          <p:nvPr/>
        </p:nvCxnSpPr>
        <p:spPr>
          <a:xfrm flipV="1">
            <a:off x="9813636" y="2413476"/>
            <a:ext cx="6835" cy="242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0" name="Connector 1619"/>
          <p:cNvCxnSpPr/>
          <p:nvPr/>
        </p:nvCxnSpPr>
        <p:spPr>
          <a:xfrm flipV="1">
            <a:off x="9820471" y="2411504"/>
            <a:ext cx="6835" cy="197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1" name="Connector 1620"/>
          <p:cNvCxnSpPr/>
          <p:nvPr/>
        </p:nvCxnSpPr>
        <p:spPr>
          <a:xfrm flipV="1">
            <a:off x="9827306" y="2410014"/>
            <a:ext cx="6835" cy="149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2" name="Connector 1621"/>
          <p:cNvCxnSpPr/>
          <p:nvPr/>
        </p:nvCxnSpPr>
        <p:spPr>
          <a:xfrm flipV="1">
            <a:off x="9834141" y="2409029"/>
            <a:ext cx="6835" cy="98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3" name="Connector 1622"/>
          <p:cNvCxnSpPr/>
          <p:nvPr/>
        </p:nvCxnSpPr>
        <p:spPr>
          <a:xfrm flipV="1">
            <a:off x="9840976" y="2408566"/>
            <a:ext cx="6834" cy="46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4" name="Connector 1623"/>
          <p:cNvCxnSpPr/>
          <p:nvPr/>
        </p:nvCxnSpPr>
        <p:spPr>
          <a:xfrm>
            <a:off x="9847810" y="2408566"/>
            <a:ext cx="6835" cy="6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5" name="Connector 1624"/>
          <p:cNvCxnSpPr/>
          <p:nvPr/>
        </p:nvCxnSpPr>
        <p:spPr>
          <a:xfrm>
            <a:off x="9854645" y="2408633"/>
            <a:ext cx="6835" cy="59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6" name="Connector 1625"/>
          <p:cNvCxnSpPr/>
          <p:nvPr/>
        </p:nvCxnSpPr>
        <p:spPr>
          <a:xfrm>
            <a:off x="9861480" y="2409227"/>
            <a:ext cx="6835" cy="111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7" name="Connector 1626"/>
          <p:cNvCxnSpPr/>
          <p:nvPr/>
        </p:nvCxnSpPr>
        <p:spPr>
          <a:xfrm>
            <a:off x="9868315" y="2410340"/>
            <a:ext cx="6835" cy="161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8" name="Connector 1627"/>
          <p:cNvCxnSpPr/>
          <p:nvPr/>
        </p:nvCxnSpPr>
        <p:spPr>
          <a:xfrm>
            <a:off x="9875150" y="2411953"/>
            <a:ext cx="6835" cy="2088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9" name="Connector 1628"/>
          <p:cNvCxnSpPr/>
          <p:nvPr/>
        </p:nvCxnSpPr>
        <p:spPr>
          <a:xfrm>
            <a:off x="9881985" y="2414041"/>
            <a:ext cx="6835" cy="2528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0" name="Connector 1629"/>
          <p:cNvCxnSpPr/>
          <p:nvPr/>
        </p:nvCxnSpPr>
        <p:spPr>
          <a:xfrm>
            <a:off x="9888820" y="2416569"/>
            <a:ext cx="6835" cy="293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1" name="Connector 1630"/>
          <p:cNvCxnSpPr/>
          <p:nvPr/>
        </p:nvCxnSpPr>
        <p:spPr>
          <a:xfrm>
            <a:off x="9895655" y="2419499"/>
            <a:ext cx="6835" cy="328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2" name="Connector 1631"/>
          <p:cNvCxnSpPr/>
          <p:nvPr/>
        </p:nvCxnSpPr>
        <p:spPr>
          <a:xfrm>
            <a:off x="9902490" y="2422781"/>
            <a:ext cx="6835" cy="358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3" name="Connector 1632"/>
          <p:cNvCxnSpPr/>
          <p:nvPr/>
        </p:nvCxnSpPr>
        <p:spPr>
          <a:xfrm>
            <a:off x="9909325" y="2426363"/>
            <a:ext cx="6835" cy="3826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4" name="Connector 1633"/>
          <p:cNvCxnSpPr/>
          <p:nvPr/>
        </p:nvCxnSpPr>
        <p:spPr>
          <a:xfrm>
            <a:off x="9916160" y="2430189"/>
            <a:ext cx="6834" cy="4006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5" name="Connector 1634"/>
          <p:cNvCxnSpPr/>
          <p:nvPr/>
        </p:nvCxnSpPr>
        <p:spPr>
          <a:xfrm>
            <a:off x="9922994" y="2434195"/>
            <a:ext cx="6835" cy="412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6" name="Connector 1635"/>
          <p:cNvCxnSpPr/>
          <p:nvPr/>
        </p:nvCxnSpPr>
        <p:spPr>
          <a:xfrm>
            <a:off x="9929829" y="2438318"/>
            <a:ext cx="6835" cy="417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7" name="Connector 1636"/>
          <p:cNvCxnSpPr/>
          <p:nvPr/>
        </p:nvCxnSpPr>
        <p:spPr>
          <a:xfrm>
            <a:off x="9936664" y="2442492"/>
            <a:ext cx="6835" cy="415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8" name="Connector 1637"/>
          <p:cNvCxnSpPr/>
          <p:nvPr/>
        </p:nvCxnSpPr>
        <p:spPr>
          <a:xfrm>
            <a:off x="9943499" y="2446649"/>
            <a:ext cx="6835" cy="40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9" name="Connector 1638"/>
          <p:cNvCxnSpPr/>
          <p:nvPr/>
        </p:nvCxnSpPr>
        <p:spPr>
          <a:xfrm>
            <a:off x="9950334" y="2450722"/>
            <a:ext cx="6835" cy="392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0" name="Connector 1639"/>
          <p:cNvCxnSpPr/>
          <p:nvPr/>
        </p:nvCxnSpPr>
        <p:spPr>
          <a:xfrm>
            <a:off x="9957169" y="2454645"/>
            <a:ext cx="6835" cy="371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1" name="Connector 1640"/>
          <p:cNvCxnSpPr/>
          <p:nvPr/>
        </p:nvCxnSpPr>
        <p:spPr>
          <a:xfrm>
            <a:off x="9964004" y="2458357"/>
            <a:ext cx="6835" cy="343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2" name="Connector 1641"/>
          <p:cNvCxnSpPr/>
          <p:nvPr/>
        </p:nvCxnSpPr>
        <p:spPr>
          <a:xfrm>
            <a:off x="9970839" y="2461796"/>
            <a:ext cx="6835" cy="311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3" name="Connector 1642"/>
          <p:cNvCxnSpPr/>
          <p:nvPr/>
        </p:nvCxnSpPr>
        <p:spPr>
          <a:xfrm>
            <a:off x="9977674" y="2464908"/>
            <a:ext cx="6835" cy="273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4" name="Connector 1643"/>
          <p:cNvCxnSpPr/>
          <p:nvPr/>
        </p:nvCxnSpPr>
        <p:spPr>
          <a:xfrm>
            <a:off x="9984509" y="2467643"/>
            <a:ext cx="6835" cy="231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5" name="Connector 1644"/>
          <p:cNvCxnSpPr/>
          <p:nvPr/>
        </p:nvCxnSpPr>
        <p:spPr>
          <a:xfrm>
            <a:off x="9991344" y="2469956"/>
            <a:ext cx="6834" cy="185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6" name="Connector 1645"/>
          <p:cNvCxnSpPr/>
          <p:nvPr/>
        </p:nvCxnSpPr>
        <p:spPr>
          <a:xfrm>
            <a:off x="9998178" y="2471810"/>
            <a:ext cx="6835" cy="1366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7" name="Connector 1646"/>
          <p:cNvCxnSpPr/>
          <p:nvPr/>
        </p:nvCxnSpPr>
        <p:spPr>
          <a:xfrm>
            <a:off x="10005013" y="2473176"/>
            <a:ext cx="6835" cy="85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8" name="Connector 1647"/>
          <p:cNvCxnSpPr/>
          <p:nvPr/>
        </p:nvCxnSpPr>
        <p:spPr>
          <a:xfrm>
            <a:off x="10011848" y="2474031"/>
            <a:ext cx="6835" cy="33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9" name="Connector 1648"/>
          <p:cNvCxnSpPr/>
          <p:nvPr/>
        </p:nvCxnSpPr>
        <p:spPr>
          <a:xfrm flipV="1">
            <a:off x="10018683" y="2474163"/>
            <a:ext cx="6835" cy="19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0" name="Connector 1649"/>
          <p:cNvCxnSpPr/>
          <p:nvPr/>
        </p:nvCxnSpPr>
        <p:spPr>
          <a:xfrm flipV="1">
            <a:off x="10025518" y="2473438"/>
            <a:ext cx="6835" cy="72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1" name="Connector 1650"/>
          <p:cNvCxnSpPr/>
          <p:nvPr/>
        </p:nvCxnSpPr>
        <p:spPr>
          <a:xfrm flipV="1">
            <a:off x="10032353" y="2472198"/>
            <a:ext cx="6835" cy="12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2" name="Connector 1651"/>
          <p:cNvCxnSpPr/>
          <p:nvPr/>
        </p:nvCxnSpPr>
        <p:spPr>
          <a:xfrm flipV="1">
            <a:off x="10039188" y="2470464"/>
            <a:ext cx="6835" cy="173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3" name="Connector 1652"/>
          <p:cNvCxnSpPr/>
          <p:nvPr/>
        </p:nvCxnSpPr>
        <p:spPr>
          <a:xfrm flipV="1">
            <a:off x="10046023" y="2468262"/>
            <a:ext cx="6835" cy="220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4" name="Connector 1653"/>
          <p:cNvCxnSpPr/>
          <p:nvPr/>
        </p:nvCxnSpPr>
        <p:spPr>
          <a:xfrm flipV="1">
            <a:off x="10052858" y="2465629"/>
            <a:ext cx="6835" cy="263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5" name="Connector 1654"/>
          <p:cNvCxnSpPr/>
          <p:nvPr/>
        </p:nvCxnSpPr>
        <p:spPr>
          <a:xfrm flipV="1">
            <a:off x="10059693" y="2462607"/>
            <a:ext cx="6835" cy="302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6" name="Connector 1655"/>
          <p:cNvCxnSpPr/>
          <p:nvPr/>
        </p:nvCxnSpPr>
        <p:spPr>
          <a:xfrm flipV="1">
            <a:off x="10066528" y="2459245"/>
            <a:ext cx="6834" cy="33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7" name="Connector 1656"/>
          <p:cNvCxnSpPr/>
          <p:nvPr/>
        </p:nvCxnSpPr>
        <p:spPr>
          <a:xfrm flipV="1">
            <a:off x="10073362" y="2455596"/>
            <a:ext cx="6835" cy="364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8" name="Connector 1657"/>
          <p:cNvCxnSpPr/>
          <p:nvPr/>
        </p:nvCxnSpPr>
        <p:spPr>
          <a:xfrm flipV="1">
            <a:off x="10080197" y="2451719"/>
            <a:ext cx="6835" cy="387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9" name="Connector 1658"/>
          <p:cNvCxnSpPr/>
          <p:nvPr/>
        </p:nvCxnSpPr>
        <p:spPr>
          <a:xfrm flipV="1">
            <a:off x="10087032" y="2447677"/>
            <a:ext cx="6835" cy="404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0" name="Connector 1659"/>
          <p:cNvCxnSpPr/>
          <p:nvPr/>
        </p:nvCxnSpPr>
        <p:spPr>
          <a:xfrm flipV="1">
            <a:off x="10093867" y="2443535"/>
            <a:ext cx="6835" cy="414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1" name="Connector 1660"/>
          <p:cNvCxnSpPr/>
          <p:nvPr/>
        </p:nvCxnSpPr>
        <p:spPr>
          <a:xfrm flipV="1">
            <a:off x="10100702" y="2439360"/>
            <a:ext cx="6835" cy="417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2" name="Connector 1661"/>
          <p:cNvCxnSpPr/>
          <p:nvPr/>
        </p:nvCxnSpPr>
        <p:spPr>
          <a:xfrm flipV="1">
            <a:off x="10107537" y="2435218"/>
            <a:ext cx="6835" cy="414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3" name="Connector 1662"/>
          <p:cNvCxnSpPr/>
          <p:nvPr/>
        </p:nvCxnSpPr>
        <p:spPr>
          <a:xfrm flipV="1">
            <a:off x="10114372" y="2431176"/>
            <a:ext cx="6835" cy="404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4" name="Connector 1663"/>
          <p:cNvCxnSpPr/>
          <p:nvPr/>
        </p:nvCxnSpPr>
        <p:spPr>
          <a:xfrm flipV="1">
            <a:off x="10121207" y="2427299"/>
            <a:ext cx="6835" cy="387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5" name="Connector 1664"/>
          <p:cNvCxnSpPr/>
          <p:nvPr/>
        </p:nvCxnSpPr>
        <p:spPr>
          <a:xfrm flipV="1">
            <a:off x="10128042" y="2423650"/>
            <a:ext cx="6835" cy="364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6" name="Connector 1665"/>
          <p:cNvCxnSpPr/>
          <p:nvPr/>
        </p:nvCxnSpPr>
        <p:spPr>
          <a:xfrm flipV="1">
            <a:off x="10134877" y="2420288"/>
            <a:ext cx="6835" cy="33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7" name="Connector 1666"/>
          <p:cNvCxnSpPr/>
          <p:nvPr/>
        </p:nvCxnSpPr>
        <p:spPr>
          <a:xfrm flipV="1">
            <a:off x="10141712" y="2417266"/>
            <a:ext cx="6834" cy="302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8" name="Connector 1667"/>
          <p:cNvCxnSpPr/>
          <p:nvPr/>
        </p:nvCxnSpPr>
        <p:spPr>
          <a:xfrm flipV="1">
            <a:off x="10148546" y="2414633"/>
            <a:ext cx="6835" cy="263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9" name="Connector 1668"/>
          <p:cNvCxnSpPr/>
          <p:nvPr/>
        </p:nvCxnSpPr>
        <p:spPr>
          <a:xfrm flipV="1">
            <a:off x="10155381" y="2412431"/>
            <a:ext cx="6835" cy="220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0" name="Connector 1669"/>
          <p:cNvCxnSpPr/>
          <p:nvPr/>
        </p:nvCxnSpPr>
        <p:spPr>
          <a:xfrm flipV="1">
            <a:off x="10162216" y="2410697"/>
            <a:ext cx="6835" cy="173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1" name="Connector 1670"/>
          <p:cNvCxnSpPr/>
          <p:nvPr/>
        </p:nvCxnSpPr>
        <p:spPr>
          <a:xfrm flipV="1">
            <a:off x="10169051" y="2409457"/>
            <a:ext cx="6835" cy="12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2" name="Connector 1671"/>
          <p:cNvCxnSpPr/>
          <p:nvPr/>
        </p:nvCxnSpPr>
        <p:spPr>
          <a:xfrm flipV="1">
            <a:off x="10175886" y="2408732"/>
            <a:ext cx="6835" cy="72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3" name="Connector 1672"/>
          <p:cNvCxnSpPr/>
          <p:nvPr/>
        </p:nvCxnSpPr>
        <p:spPr>
          <a:xfrm flipV="1">
            <a:off x="10182721" y="2408533"/>
            <a:ext cx="6835" cy="19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4" name="Connector 1673"/>
          <p:cNvCxnSpPr/>
          <p:nvPr/>
        </p:nvCxnSpPr>
        <p:spPr>
          <a:xfrm>
            <a:off x="10189556" y="2408533"/>
            <a:ext cx="6835" cy="33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5" name="Connector 1674"/>
          <p:cNvCxnSpPr/>
          <p:nvPr/>
        </p:nvCxnSpPr>
        <p:spPr>
          <a:xfrm>
            <a:off x="10196391" y="2408864"/>
            <a:ext cx="6835" cy="85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6" name="Connector 1675"/>
          <p:cNvCxnSpPr/>
          <p:nvPr/>
        </p:nvCxnSpPr>
        <p:spPr>
          <a:xfrm>
            <a:off x="10203226" y="2409719"/>
            <a:ext cx="6835" cy="1366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7" name="Connector 1676"/>
          <p:cNvCxnSpPr/>
          <p:nvPr/>
        </p:nvCxnSpPr>
        <p:spPr>
          <a:xfrm>
            <a:off x="10210061" y="2411085"/>
            <a:ext cx="6835" cy="185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8" name="Connector 1677"/>
          <p:cNvCxnSpPr/>
          <p:nvPr/>
        </p:nvCxnSpPr>
        <p:spPr>
          <a:xfrm>
            <a:off x="10216896" y="2412939"/>
            <a:ext cx="6834" cy="231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9" name="Connector 1678"/>
          <p:cNvCxnSpPr/>
          <p:nvPr/>
        </p:nvCxnSpPr>
        <p:spPr>
          <a:xfrm>
            <a:off x="10223730" y="2415252"/>
            <a:ext cx="6835" cy="273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0" name="Connector 1679"/>
          <p:cNvCxnSpPr/>
          <p:nvPr/>
        </p:nvCxnSpPr>
        <p:spPr>
          <a:xfrm>
            <a:off x="10230565" y="2417987"/>
            <a:ext cx="6835" cy="311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1" name="Connector 1680"/>
          <p:cNvCxnSpPr/>
          <p:nvPr/>
        </p:nvCxnSpPr>
        <p:spPr>
          <a:xfrm>
            <a:off x="10237400" y="2421099"/>
            <a:ext cx="6835" cy="343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2" name="Connector 1681"/>
          <p:cNvCxnSpPr/>
          <p:nvPr/>
        </p:nvCxnSpPr>
        <p:spPr>
          <a:xfrm>
            <a:off x="10244235" y="2424538"/>
            <a:ext cx="6835" cy="371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3" name="Connector 1682"/>
          <p:cNvCxnSpPr/>
          <p:nvPr/>
        </p:nvCxnSpPr>
        <p:spPr>
          <a:xfrm>
            <a:off x="10251070" y="2428250"/>
            <a:ext cx="6835" cy="392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4" name="Connector 1683"/>
          <p:cNvCxnSpPr/>
          <p:nvPr/>
        </p:nvCxnSpPr>
        <p:spPr>
          <a:xfrm>
            <a:off x="10257905" y="2432173"/>
            <a:ext cx="6835" cy="40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5" name="Connector 1684"/>
          <p:cNvCxnSpPr/>
          <p:nvPr/>
        </p:nvCxnSpPr>
        <p:spPr>
          <a:xfrm>
            <a:off x="10264740" y="2436246"/>
            <a:ext cx="6835" cy="415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6" name="Connector 1685"/>
          <p:cNvCxnSpPr/>
          <p:nvPr/>
        </p:nvCxnSpPr>
        <p:spPr>
          <a:xfrm>
            <a:off x="10271575" y="2440403"/>
            <a:ext cx="6835" cy="417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7" name="Connector 1686"/>
          <p:cNvCxnSpPr/>
          <p:nvPr/>
        </p:nvCxnSpPr>
        <p:spPr>
          <a:xfrm>
            <a:off x="10278410" y="2444577"/>
            <a:ext cx="6835" cy="412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8" name="Connector 1687"/>
          <p:cNvCxnSpPr/>
          <p:nvPr/>
        </p:nvCxnSpPr>
        <p:spPr>
          <a:xfrm>
            <a:off x="10285245" y="2448700"/>
            <a:ext cx="6835" cy="4006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9" name="Connector 1688"/>
          <p:cNvCxnSpPr/>
          <p:nvPr/>
        </p:nvCxnSpPr>
        <p:spPr>
          <a:xfrm>
            <a:off x="10292080" y="2452706"/>
            <a:ext cx="6834" cy="3826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0" name="Connector 1689"/>
          <p:cNvCxnSpPr/>
          <p:nvPr/>
        </p:nvCxnSpPr>
        <p:spPr>
          <a:xfrm>
            <a:off x="10298914" y="2456532"/>
            <a:ext cx="6835" cy="358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1" name="Connector 1690"/>
          <p:cNvCxnSpPr/>
          <p:nvPr/>
        </p:nvCxnSpPr>
        <p:spPr>
          <a:xfrm>
            <a:off x="10305749" y="2460114"/>
            <a:ext cx="6835" cy="328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2" name="Connector 1691"/>
          <p:cNvCxnSpPr/>
          <p:nvPr/>
        </p:nvCxnSpPr>
        <p:spPr>
          <a:xfrm>
            <a:off x="10312584" y="2463396"/>
            <a:ext cx="6835" cy="293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3" name="Connector 1692"/>
          <p:cNvCxnSpPr/>
          <p:nvPr/>
        </p:nvCxnSpPr>
        <p:spPr>
          <a:xfrm>
            <a:off x="10319419" y="2466326"/>
            <a:ext cx="6835" cy="2528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4" name="Connector 1693"/>
          <p:cNvCxnSpPr/>
          <p:nvPr/>
        </p:nvCxnSpPr>
        <p:spPr>
          <a:xfrm>
            <a:off x="10326254" y="2468854"/>
            <a:ext cx="6835" cy="2088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5" name="Connector 1694"/>
          <p:cNvCxnSpPr/>
          <p:nvPr/>
        </p:nvCxnSpPr>
        <p:spPr>
          <a:xfrm>
            <a:off x="10333089" y="2470942"/>
            <a:ext cx="6835" cy="161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6" name="Connector 1695"/>
          <p:cNvCxnSpPr/>
          <p:nvPr/>
        </p:nvCxnSpPr>
        <p:spPr>
          <a:xfrm>
            <a:off x="10339924" y="2472555"/>
            <a:ext cx="6835" cy="111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7" name="Connector 1696"/>
          <p:cNvCxnSpPr/>
          <p:nvPr/>
        </p:nvCxnSpPr>
        <p:spPr>
          <a:xfrm>
            <a:off x="10346759" y="2473668"/>
            <a:ext cx="6835" cy="59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8" name="Connector 1697"/>
          <p:cNvCxnSpPr/>
          <p:nvPr/>
        </p:nvCxnSpPr>
        <p:spPr>
          <a:xfrm>
            <a:off x="10353594" y="2474262"/>
            <a:ext cx="6835" cy="6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9" name="Connector 1698"/>
          <p:cNvCxnSpPr/>
          <p:nvPr/>
        </p:nvCxnSpPr>
        <p:spPr>
          <a:xfrm flipV="1">
            <a:off x="10360429" y="2473866"/>
            <a:ext cx="6835" cy="46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0" name="Connector 1699"/>
          <p:cNvCxnSpPr/>
          <p:nvPr/>
        </p:nvCxnSpPr>
        <p:spPr>
          <a:xfrm flipV="1">
            <a:off x="10367264" y="2472881"/>
            <a:ext cx="6834" cy="98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1" name="Connector 1700"/>
          <p:cNvCxnSpPr/>
          <p:nvPr/>
        </p:nvCxnSpPr>
        <p:spPr>
          <a:xfrm flipV="1">
            <a:off x="10374098" y="2471391"/>
            <a:ext cx="6835" cy="149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2" name="Connector 1701"/>
          <p:cNvCxnSpPr/>
          <p:nvPr/>
        </p:nvCxnSpPr>
        <p:spPr>
          <a:xfrm flipV="1">
            <a:off x="10380933" y="2469419"/>
            <a:ext cx="6835" cy="197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3" name="Connector 1702"/>
          <p:cNvCxnSpPr/>
          <p:nvPr/>
        </p:nvCxnSpPr>
        <p:spPr>
          <a:xfrm flipV="1">
            <a:off x="10387768" y="2466997"/>
            <a:ext cx="6835" cy="242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4" name="Connector 1703"/>
          <p:cNvCxnSpPr/>
          <p:nvPr/>
        </p:nvCxnSpPr>
        <p:spPr>
          <a:xfrm flipV="1">
            <a:off x="10394603" y="2464164"/>
            <a:ext cx="6835" cy="283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5" name="Connector 1704"/>
          <p:cNvCxnSpPr/>
          <p:nvPr/>
        </p:nvCxnSpPr>
        <p:spPr>
          <a:xfrm flipV="1">
            <a:off x="10401438" y="2460965"/>
            <a:ext cx="6835" cy="319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6" name="Connector 1705"/>
          <p:cNvCxnSpPr/>
          <p:nvPr/>
        </p:nvCxnSpPr>
        <p:spPr>
          <a:xfrm flipV="1">
            <a:off x="10408273" y="2457452"/>
            <a:ext cx="6835" cy="351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7" name="Connector 1706"/>
          <p:cNvCxnSpPr/>
          <p:nvPr/>
        </p:nvCxnSpPr>
        <p:spPr>
          <a:xfrm flipV="1">
            <a:off x="10415108" y="2453682"/>
            <a:ext cx="6835" cy="377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8" name="Connector 1707"/>
          <p:cNvCxnSpPr/>
          <p:nvPr/>
        </p:nvCxnSpPr>
        <p:spPr>
          <a:xfrm flipV="1">
            <a:off x="10421943" y="2449715"/>
            <a:ext cx="6835" cy="396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9" name="Connector 1708"/>
          <p:cNvCxnSpPr/>
          <p:nvPr/>
        </p:nvCxnSpPr>
        <p:spPr>
          <a:xfrm flipV="1">
            <a:off x="10428778" y="2445615"/>
            <a:ext cx="6835" cy="410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0" name="Connector 1709"/>
          <p:cNvCxnSpPr/>
          <p:nvPr/>
        </p:nvCxnSpPr>
        <p:spPr>
          <a:xfrm flipV="1">
            <a:off x="10435613" y="2441448"/>
            <a:ext cx="6835" cy="416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1" name="Connector 1710"/>
          <p:cNvCxnSpPr/>
          <p:nvPr/>
        </p:nvCxnSpPr>
        <p:spPr>
          <a:xfrm flipV="1">
            <a:off x="9765792" y="2547423"/>
            <a:ext cx="6834" cy="375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2" name="Connector 1711"/>
          <p:cNvCxnSpPr/>
          <p:nvPr/>
        </p:nvCxnSpPr>
        <p:spPr>
          <a:xfrm flipV="1">
            <a:off x="9772626" y="2543720"/>
            <a:ext cx="6835" cy="370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3" name="Connector 1712"/>
          <p:cNvCxnSpPr/>
          <p:nvPr/>
        </p:nvCxnSpPr>
        <p:spPr>
          <a:xfrm flipV="1">
            <a:off x="9779461" y="2540113"/>
            <a:ext cx="6835" cy="36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4" name="Connector 1713"/>
          <p:cNvCxnSpPr/>
          <p:nvPr/>
        </p:nvCxnSpPr>
        <p:spPr>
          <a:xfrm flipV="1">
            <a:off x="9786296" y="2536651"/>
            <a:ext cx="6835" cy="3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5" name="Connector 1714"/>
          <p:cNvCxnSpPr/>
          <p:nvPr/>
        </p:nvCxnSpPr>
        <p:spPr>
          <a:xfrm flipV="1">
            <a:off x="9793131" y="2533378"/>
            <a:ext cx="6835" cy="32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6" name="Connector 1715"/>
          <p:cNvCxnSpPr/>
          <p:nvPr/>
        </p:nvCxnSpPr>
        <p:spPr>
          <a:xfrm flipV="1">
            <a:off x="9799966" y="2530338"/>
            <a:ext cx="6835" cy="30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7" name="Connector 1716"/>
          <p:cNvCxnSpPr/>
          <p:nvPr/>
        </p:nvCxnSpPr>
        <p:spPr>
          <a:xfrm flipV="1">
            <a:off x="9806801" y="2527569"/>
            <a:ext cx="6835" cy="276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8" name="Connector 1717"/>
          <p:cNvCxnSpPr/>
          <p:nvPr/>
        </p:nvCxnSpPr>
        <p:spPr>
          <a:xfrm flipV="1">
            <a:off x="9813636" y="2525107"/>
            <a:ext cx="6835" cy="2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9" name="Connector 1718"/>
          <p:cNvCxnSpPr/>
          <p:nvPr/>
        </p:nvCxnSpPr>
        <p:spPr>
          <a:xfrm flipV="1">
            <a:off x="9820471" y="2522986"/>
            <a:ext cx="6835" cy="21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0" name="Connector 1719"/>
          <p:cNvCxnSpPr/>
          <p:nvPr/>
        </p:nvCxnSpPr>
        <p:spPr>
          <a:xfrm flipV="1">
            <a:off x="9827306" y="2521232"/>
            <a:ext cx="6835" cy="175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1" name="Connector 1720"/>
          <p:cNvCxnSpPr/>
          <p:nvPr/>
        </p:nvCxnSpPr>
        <p:spPr>
          <a:xfrm flipV="1">
            <a:off x="9834141" y="2519868"/>
            <a:ext cx="6835" cy="136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2" name="Connector 1721"/>
          <p:cNvCxnSpPr/>
          <p:nvPr/>
        </p:nvCxnSpPr>
        <p:spPr>
          <a:xfrm flipV="1">
            <a:off x="9840976" y="2518913"/>
            <a:ext cx="6834" cy="95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3" name="Connector 1722"/>
          <p:cNvCxnSpPr/>
          <p:nvPr/>
        </p:nvCxnSpPr>
        <p:spPr>
          <a:xfrm flipV="1">
            <a:off x="9847810" y="2518378"/>
            <a:ext cx="6835" cy="53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4" name="Connector 1723"/>
          <p:cNvCxnSpPr/>
          <p:nvPr/>
        </p:nvCxnSpPr>
        <p:spPr>
          <a:xfrm flipV="1">
            <a:off x="9854645" y="2518271"/>
            <a:ext cx="6835" cy="1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5" name="Connector 1724"/>
          <p:cNvCxnSpPr/>
          <p:nvPr/>
        </p:nvCxnSpPr>
        <p:spPr>
          <a:xfrm>
            <a:off x="9861480" y="2518271"/>
            <a:ext cx="6835" cy="3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6" name="Connector 1725"/>
          <p:cNvCxnSpPr/>
          <p:nvPr/>
        </p:nvCxnSpPr>
        <p:spPr>
          <a:xfrm>
            <a:off x="9868315" y="2518592"/>
            <a:ext cx="6835" cy="74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7" name="Connector 1726"/>
          <p:cNvCxnSpPr/>
          <p:nvPr/>
        </p:nvCxnSpPr>
        <p:spPr>
          <a:xfrm>
            <a:off x="9875150" y="2519339"/>
            <a:ext cx="6835" cy="1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8" name="Connector 1727"/>
          <p:cNvCxnSpPr/>
          <p:nvPr/>
        </p:nvCxnSpPr>
        <p:spPr>
          <a:xfrm>
            <a:off x="9881985" y="2520500"/>
            <a:ext cx="6835" cy="15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9" name="Connector 1728"/>
          <p:cNvCxnSpPr/>
          <p:nvPr/>
        </p:nvCxnSpPr>
        <p:spPr>
          <a:xfrm>
            <a:off x="9888820" y="2522061"/>
            <a:ext cx="6835" cy="194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0" name="Connector 1729"/>
          <p:cNvCxnSpPr/>
          <p:nvPr/>
        </p:nvCxnSpPr>
        <p:spPr>
          <a:xfrm>
            <a:off x="9895655" y="2524002"/>
            <a:ext cx="6835" cy="229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1" name="Connector 1730"/>
          <p:cNvCxnSpPr/>
          <p:nvPr/>
        </p:nvCxnSpPr>
        <p:spPr>
          <a:xfrm>
            <a:off x="9902490" y="2526297"/>
            <a:ext cx="6835" cy="262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2" name="Connector 1731"/>
          <p:cNvCxnSpPr/>
          <p:nvPr/>
        </p:nvCxnSpPr>
        <p:spPr>
          <a:xfrm>
            <a:off x="9909325" y="2528917"/>
            <a:ext cx="6835" cy="291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3" name="Connector 1732"/>
          <p:cNvCxnSpPr/>
          <p:nvPr/>
        </p:nvCxnSpPr>
        <p:spPr>
          <a:xfrm>
            <a:off x="9916160" y="2531827"/>
            <a:ext cx="6834" cy="3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4" name="Connector 1733"/>
          <p:cNvCxnSpPr/>
          <p:nvPr/>
        </p:nvCxnSpPr>
        <p:spPr>
          <a:xfrm>
            <a:off x="9922994" y="2534988"/>
            <a:ext cx="6835" cy="33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5" name="Connector 1734"/>
          <p:cNvCxnSpPr/>
          <p:nvPr/>
        </p:nvCxnSpPr>
        <p:spPr>
          <a:xfrm>
            <a:off x="9929829" y="2538361"/>
            <a:ext cx="6835" cy="35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6" name="Connector 1735"/>
          <p:cNvCxnSpPr/>
          <p:nvPr/>
        </p:nvCxnSpPr>
        <p:spPr>
          <a:xfrm>
            <a:off x="9936664" y="2541901"/>
            <a:ext cx="6835" cy="36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7" name="Connector 1736"/>
          <p:cNvCxnSpPr/>
          <p:nvPr/>
        </p:nvCxnSpPr>
        <p:spPr>
          <a:xfrm>
            <a:off x="9943499" y="2545562"/>
            <a:ext cx="6835" cy="373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8" name="Connector 1737"/>
          <p:cNvCxnSpPr/>
          <p:nvPr/>
        </p:nvCxnSpPr>
        <p:spPr>
          <a:xfrm>
            <a:off x="9950334" y="2549296"/>
            <a:ext cx="6835" cy="375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9" name="Connector 1738"/>
          <p:cNvCxnSpPr/>
          <p:nvPr/>
        </p:nvCxnSpPr>
        <p:spPr>
          <a:xfrm>
            <a:off x="9957169" y="2553055"/>
            <a:ext cx="6835" cy="373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0" name="Connector 1739"/>
          <p:cNvCxnSpPr/>
          <p:nvPr/>
        </p:nvCxnSpPr>
        <p:spPr>
          <a:xfrm>
            <a:off x="9964004" y="2556789"/>
            <a:ext cx="6835" cy="36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" name="Connector 1740"/>
          <p:cNvCxnSpPr/>
          <p:nvPr/>
        </p:nvCxnSpPr>
        <p:spPr>
          <a:xfrm>
            <a:off x="9970839" y="2560450"/>
            <a:ext cx="6835" cy="35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" name="Connector 1741"/>
          <p:cNvCxnSpPr/>
          <p:nvPr/>
        </p:nvCxnSpPr>
        <p:spPr>
          <a:xfrm>
            <a:off x="9977674" y="2563990"/>
            <a:ext cx="6835" cy="33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" name="Connector 1742"/>
          <p:cNvCxnSpPr/>
          <p:nvPr/>
        </p:nvCxnSpPr>
        <p:spPr>
          <a:xfrm>
            <a:off x="9984509" y="2567363"/>
            <a:ext cx="6835" cy="3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" name="Connector 1743"/>
          <p:cNvCxnSpPr/>
          <p:nvPr/>
        </p:nvCxnSpPr>
        <p:spPr>
          <a:xfrm>
            <a:off x="9991344" y="2570524"/>
            <a:ext cx="6834" cy="291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" name="Connector 1744"/>
          <p:cNvCxnSpPr/>
          <p:nvPr/>
        </p:nvCxnSpPr>
        <p:spPr>
          <a:xfrm>
            <a:off x="9998178" y="2573434"/>
            <a:ext cx="6835" cy="262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" name="Connector 1745"/>
          <p:cNvCxnSpPr/>
          <p:nvPr/>
        </p:nvCxnSpPr>
        <p:spPr>
          <a:xfrm>
            <a:off x="10005013" y="2576054"/>
            <a:ext cx="6835" cy="229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" name="Connector 1746"/>
          <p:cNvCxnSpPr/>
          <p:nvPr/>
        </p:nvCxnSpPr>
        <p:spPr>
          <a:xfrm>
            <a:off x="10011848" y="2578349"/>
            <a:ext cx="6835" cy="194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" name="Connector 1747"/>
          <p:cNvCxnSpPr/>
          <p:nvPr/>
        </p:nvCxnSpPr>
        <p:spPr>
          <a:xfrm>
            <a:off x="10018683" y="2580290"/>
            <a:ext cx="6835" cy="15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" name="Connector 1748"/>
          <p:cNvCxnSpPr/>
          <p:nvPr/>
        </p:nvCxnSpPr>
        <p:spPr>
          <a:xfrm>
            <a:off x="10025518" y="2581851"/>
            <a:ext cx="6835" cy="1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" name="Connector 1749"/>
          <p:cNvCxnSpPr/>
          <p:nvPr/>
        </p:nvCxnSpPr>
        <p:spPr>
          <a:xfrm>
            <a:off x="10032353" y="2583012"/>
            <a:ext cx="6835" cy="74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1" name="Connector 1750"/>
          <p:cNvCxnSpPr/>
          <p:nvPr/>
        </p:nvCxnSpPr>
        <p:spPr>
          <a:xfrm>
            <a:off x="10039188" y="2583759"/>
            <a:ext cx="6835" cy="3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2" name="Connector 1751"/>
          <p:cNvCxnSpPr/>
          <p:nvPr/>
        </p:nvCxnSpPr>
        <p:spPr>
          <a:xfrm flipV="1">
            <a:off x="10046023" y="2583973"/>
            <a:ext cx="6835" cy="1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3" name="Connector 1752"/>
          <p:cNvCxnSpPr/>
          <p:nvPr/>
        </p:nvCxnSpPr>
        <p:spPr>
          <a:xfrm flipV="1">
            <a:off x="10052858" y="2583438"/>
            <a:ext cx="6835" cy="53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4" name="Connector 1753"/>
          <p:cNvCxnSpPr/>
          <p:nvPr/>
        </p:nvCxnSpPr>
        <p:spPr>
          <a:xfrm flipV="1">
            <a:off x="10059693" y="2582483"/>
            <a:ext cx="6835" cy="95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5" name="Connector 1754"/>
          <p:cNvCxnSpPr/>
          <p:nvPr/>
        </p:nvCxnSpPr>
        <p:spPr>
          <a:xfrm flipV="1">
            <a:off x="10066528" y="2581119"/>
            <a:ext cx="6834" cy="136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6" name="Connector 1755"/>
          <p:cNvCxnSpPr/>
          <p:nvPr/>
        </p:nvCxnSpPr>
        <p:spPr>
          <a:xfrm flipV="1">
            <a:off x="10073362" y="2579365"/>
            <a:ext cx="6835" cy="175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7" name="Connector 1756"/>
          <p:cNvCxnSpPr/>
          <p:nvPr/>
        </p:nvCxnSpPr>
        <p:spPr>
          <a:xfrm flipV="1">
            <a:off x="10080197" y="2577244"/>
            <a:ext cx="6835" cy="21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8" name="Connector 1757"/>
          <p:cNvCxnSpPr/>
          <p:nvPr/>
        </p:nvCxnSpPr>
        <p:spPr>
          <a:xfrm flipV="1">
            <a:off x="10087032" y="2574782"/>
            <a:ext cx="6835" cy="2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9" name="Connector 1758"/>
          <p:cNvCxnSpPr/>
          <p:nvPr/>
        </p:nvCxnSpPr>
        <p:spPr>
          <a:xfrm flipV="1">
            <a:off x="10093867" y="2572013"/>
            <a:ext cx="6835" cy="276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0" name="Connector 1759"/>
          <p:cNvCxnSpPr/>
          <p:nvPr/>
        </p:nvCxnSpPr>
        <p:spPr>
          <a:xfrm flipV="1">
            <a:off x="10100702" y="2568973"/>
            <a:ext cx="6835" cy="30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1" name="Connector 1760"/>
          <p:cNvCxnSpPr/>
          <p:nvPr/>
        </p:nvCxnSpPr>
        <p:spPr>
          <a:xfrm flipV="1">
            <a:off x="10107537" y="2565700"/>
            <a:ext cx="6835" cy="32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2" name="Connector 1761"/>
          <p:cNvCxnSpPr/>
          <p:nvPr/>
        </p:nvCxnSpPr>
        <p:spPr>
          <a:xfrm flipV="1">
            <a:off x="10114372" y="2562238"/>
            <a:ext cx="6835" cy="3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3" name="Connector 1762"/>
          <p:cNvCxnSpPr/>
          <p:nvPr/>
        </p:nvCxnSpPr>
        <p:spPr>
          <a:xfrm flipV="1">
            <a:off x="10121207" y="2558631"/>
            <a:ext cx="6835" cy="36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4" name="Connector 1763"/>
          <p:cNvCxnSpPr/>
          <p:nvPr/>
        </p:nvCxnSpPr>
        <p:spPr>
          <a:xfrm flipV="1">
            <a:off x="10128042" y="2554928"/>
            <a:ext cx="6835" cy="370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5" name="Connector 1764"/>
          <p:cNvCxnSpPr/>
          <p:nvPr/>
        </p:nvCxnSpPr>
        <p:spPr>
          <a:xfrm flipV="1">
            <a:off x="10134877" y="2551176"/>
            <a:ext cx="6835" cy="375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6" name="Connector 1765"/>
          <p:cNvCxnSpPr/>
          <p:nvPr/>
        </p:nvCxnSpPr>
        <p:spPr>
          <a:xfrm flipV="1">
            <a:off x="10141712" y="2547423"/>
            <a:ext cx="6834" cy="375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7" name="Connector 1766"/>
          <p:cNvCxnSpPr/>
          <p:nvPr/>
        </p:nvCxnSpPr>
        <p:spPr>
          <a:xfrm flipV="1">
            <a:off x="10148546" y="2543720"/>
            <a:ext cx="6835" cy="370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8" name="Connector 1767"/>
          <p:cNvCxnSpPr/>
          <p:nvPr/>
        </p:nvCxnSpPr>
        <p:spPr>
          <a:xfrm flipV="1">
            <a:off x="10155381" y="2540113"/>
            <a:ext cx="6835" cy="36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9" name="Connector 1768"/>
          <p:cNvCxnSpPr/>
          <p:nvPr/>
        </p:nvCxnSpPr>
        <p:spPr>
          <a:xfrm flipV="1">
            <a:off x="10162216" y="2536651"/>
            <a:ext cx="6835" cy="3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0" name="Connector 1769"/>
          <p:cNvCxnSpPr/>
          <p:nvPr/>
        </p:nvCxnSpPr>
        <p:spPr>
          <a:xfrm flipV="1">
            <a:off x="10169051" y="2533378"/>
            <a:ext cx="6835" cy="32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1" name="Connector 1770"/>
          <p:cNvCxnSpPr/>
          <p:nvPr/>
        </p:nvCxnSpPr>
        <p:spPr>
          <a:xfrm flipV="1">
            <a:off x="10175886" y="2530338"/>
            <a:ext cx="6835" cy="30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2" name="Connector 1771"/>
          <p:cNvCxnSpPr/>
          <p:nvPr/>
        </p:nvCxnSpPr>
        <p:spPr>
          <a:xfrm flipV="1">
            <a:off x="10182721" y="2527569"/>
            <a:ext cx="6835" cy="276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3" name="Connector 1772"/>
          <p:cNvCxnSpPr/>
          <p:nvPr/>
        </p:nvCxnSpPr>
        <p:spPr>
          <a:xfrm flipV="1">
            <a:off x="10189556" y="2525107"/>
            <a:ext cx="6835" cy="2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4" name="Connector 1773"/>
          <p:cNvCxnSpPr/>
          <p:nvPr/>
        </p:nvCxnSpPr>
        <p:spPr>
          <a:xfrm flipV="1">
            <a:off x="10196391" y="2522986"/>
            <a:ext cx="6835" cy="21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5" name="Connector 1774"/>
          <p:cNvCxnSpPr/>
          <p:nvPr/>
        </p:nvCxnSpPr>
        <p:spPr>
          <a:xfrm flipV="1">
            <a:off x="10203226" y="2521232"/>
            <a:ext cx="6835" cy="175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6" name="Connector 1775"/>
          <p:cNvCxnSpPr/>
          <p:nvPr/>
        </p:nvCxnSpPr>
        <p:spPr>
          <a:xfrm flipV="1">
            <a:off x="10210061" y="2519868"/>
            <a:ext cx="6835" cy="136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7" name="Connector 1776"/>
          <p:cNvCxnSpPr/>
          <p:nvPr/>
        </p:nvCxnSpPr>
        <p:spPr>
          <a:xfrm flipV="1">
            <a:off x="10216896" y="2518913"/>
            <a:ext cx="6834" cy="95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8" name="Connector 1777"/>
          <p:cNvCxnSpPr/>
          <p:nvPr/>
        </p:nvCxnSpPr>
        <p:spPr>
          <a:xfrm flipV="1">
            <a:off x="10223730" y="2518378"/>
            <a:ext cx="6835" cy="53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9" name="Connector 1778"/>
          <p:cNvCxnSpPr/>
          <p:nvPr/>
        </p:nvCxnSpPr>
        <p:spPr>
          <a:xfrm flipV="1">
            <a:off x="10230565" y="2518271"/>
            <a:ext cx="6835" cy="1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0" name="Connector 1779"/>
          <p:cNvCxnSpPr/>
          <p:nvPr/>
        </p:nvCxnSpPr>
        <p:spPr>
          <a:xfrm>
            <a:off x="10237400" y="2518271"/>
            <a:ext cx="6835" cy="3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1" name="Connector 1780"/>
          <p:cNvCxnSpPr/>
          <p:nvPr/>
        </p:nvCxnSpPr>
        <p:spPr>
          <a:xfrm>
            <a:off x="10244235" y="2518592"/>
            <a:ext cx="6835" cy="74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2" name="Connector 1781"/>
          <p:cNvCxnSpPr/>
          <p:nvPr/>
        </p:nvCxnSpPr>
        <p:spPr>
          <a:xfrm>
            <a:off x="10251070" y="2519339"/>
            <a:ext cx="6835" cy="1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3" name="Connector 1782"/>
          <p:cNvCxnSpPr/>
          <p:nvPr/>
        </p:nvCxnSpPr>
        <p:spPr>
          <a:xfrm>
            <a:off x="10257905" y="2520500"/>
            <a:ext cx="6835" cy="15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4" name="Connector 1783"/>
          <p:cNvCxnSpPr/>
          <p:nvPr/>
        </p:nvCxnSpPr>
        <p:spPr>
          <a:xfrm>
            <a:off x="10264740" y="2522061"/>
            <a:ext cx="6835" cy="194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5" name="Connector 1784"/>
          <p:cNvCxnSpPr/>
          <p:nvPr/>
        </p:nvCxnSpPr>
        <p:spPr>
          <a:xfrm>
            <a:off x="10271575" y="2524002"/>
            <a:ext cx="6835" cy="229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6" name="Connector 1785"/>
          <p:cNvCxnSpPr/>
          <p:nvPr/>
        </p:nvCxnSpPr>
        <p:spPr>
          <a:xfrm>
            <a:off x="10278410" y="2526297"/>
            <a:ext cx="6835" cy="262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7" name="Connector 1786"/>
          <p:cNvCxnSpPr/>
          <p:nvPr/>
        </p:nvCxnSpPr>
        <p:spPr>
          <a:xfrm>
            <a:off x="10285245" y="2528917"/>
            <a:ext cx="6835" cy="291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8" name="Connector 1787"/>
          <p:cNvCxnSpPr/>
          <p:nvPr/>
        </p:nvCxnSpPr>
        <p:spPr>
          <a:xfrm>
            <a:off x="10292080" y="2531827"/>
            <a:ext cx="6834" cy="3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9" name="Connector 1788"/>
          <p:cNvCxnSpPr/>
          <p:nvPr/>
        </p:nvCxnSpPr>
        <p:spPr>
          <a:xfrm>
            <a:off x="10298914" y="2534988"/>
            <a:ext cx="6835" cy="33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0" name="Connector 1789"/>
          <p:cNvCxnSpPr/>
          <p:nvPr/>
        </p:nvCxnSpPr>
        <p:spPr>
          <a:xfrm>
            <a:off x="10305749" y="2538361"/>
            <a:ext cx="6835" cy="35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1" name="Connector 1790"/>
          <p:cNvCxnSpPr/>
          <p:nvPr/>
        </p:nvCxnSpPr>
        <p:spPr>
          <a:xfrm>
            <a:off x="10312584" y="2541901"/>
            <a:ext cx="6835" cy="36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2" name="Connector 1791"/>
          <p:cNvCxnSpPr/>
          <p:nvPr/>
        </p:nvCxnSpPr>
        <p:spPr>
          <a:xfrm>
            <a:off x="10319419" y="2545562"/>
            <a:ext cx="6835" cy="373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3" name="Connector 1792"/>
          <p:cNvCxnSpPr/>
          <p:nvPr/>
        </p:nvCxnSpPr>
        <p:spPr>
          <a:xfrm>
            <a:off x="10326254" y="2549296"/>
            <a:ext cx="6835" cy="375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4" name="Connector 1793"/>
          <p:cNvCxnSpPr/>
          <p:nvPr/>
        </p:nvCxnSpPr>
        <p:spPr>
          <a:xfrm>
            <a:off x="10333089" y="2553055"/>
            <a:ext cx="6835" cy="373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5" name="Connector 1794"/>
          <p:cNvCxnSpPr/>
          <p:nvPr/>
        </p:nvCxnSpPr>
        <p:spPr>
          <a:xfrm>
            <a:off x="10339924" y="2556789"/>
            <a:ext cx="6835" cy="36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6" name="Connector 1795"/>
          <p:cNvCxnSpPr/>
          <p:nvPr/>
        </p:nvCxnSpPr>
        <p:spPr>
          <a:xfrm>
            <a:off x="10346759" y="2560450"/>
            <a:ext cx="6835" cy="35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7" name="Connector 1796"/>
          <p:cNvCxnSpPr/>
          <p:nvPr/>
        </p:nvCxnSpPr>
        <p:spPr>
          <a:xfrm>
            <a:off x="10353594" y="2563990"/>
            <a:ext cx="6835" cy="33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8" name="Connector 1797"/>
          <p:cNvCxnSpPr/>
          <p:nvPr/>
        </p:nvCxnSpPr>
        <p:spPr>
          <a:xfrm>
            <a:off x="10360429" y="2567363"/>
            <a:ext cx="6835" cy="3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9" name="Connector 1798"/>
          <p:cNvCxnSpPr/>
          <p:nvPr/>
        </p:nvCxnSpPr>
        <p:spPr>
          <a:xfrm>
            <a:off x="10367264" y="2570524"/>
            <a:ext cx="6834" cy="291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0" name="Connector 1799"/>
          <p:cNvCxnSpPr/>
          <p:nvPr/>
        </p:nvCxnSpPr>
        <p:spPr>
          <a:xfrm>
            <a:off x="10374098" y="2573434"/>
            <a:ext cx="6835" cy="262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1" name="Connector 1800"/>
          <p:cNvCxnSpPr/>
          <p:nvPr/>
        </p:nvCxnSpPr>
        <p:spPr>
          <a:xfrm>
            <a:off x="10380933" y="2576054"/>
            <a:ext cx="6835" cy="229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2" name="Connector 1801"/>
          <p:cNvCxnSpPr/>
          <p:nvPr/>
        </p:nvCxnSpPr>
        <p:spPr>
          <a:xfrm>
            <a:off x="10387768" y="2578349"/>
            <a:ext cx="6835" cy="194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3" name="Connector 1802"/>
          <p:cNvCxnSpPr/>
          <p:nvPr/>
        </p:nvCxnSpPr>
        <p:spPr>
          <a:xfrm>
            <a:off x="10394603" y="2580290"/>
            <a:ext cx="6835" cy="15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4" name="Connector 1803"/>
          <p:cNvCxnSpPr/>
          <p:nvPr/>
        </p:nvCxnSpPr>
        <p:spPr>
          <a:xfrm>
            <a:off x="10401438" y="2581851"/>
            <a:ext cx="6835" cy="1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5" name="Connector 1804"/>
          <p:cNvCxnSpPr/>
          <p:nvPr/>
        </p:nvCxnSpPr>
        <p:spPr>
          <a:xfrm>
            <a:off x="10408273" y="2583012"/>
            <a:ext cx="6835" cy="74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6" name="Connector 1805"/>
          <p:cNvCxnSpPr/>
          <p:nvPr/>
        </p:nvCxnSpPr>
        <p:spPr>
          <a:xfrm>
            <a:off x="10415108" y="2583759"/>
            <a:ext cx="6835" cy="3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7" name="Connector 1806"/>
          <p:cNvCxnSpPr/>
          <p:nvPr/>
        </p:nvCxnSpPr>
        <p:spPr>
          <a:xfrm flipV="1">
            <a:off x="10421943" y="2583973"/>
            <a:ext cx="6835" cy="1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8" name="Connector 1807"/>
          <p:cNvCxnSpPr/>
          <p:nvPr/>
        </p:nvCxnSpPr>
        <p:spPr>
          <a:xfrm flipV="1">
            <a:off x="10428778" y="2583438"/>
            <a:ext cx="6835" cy="53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9" name="Connector 1808"/>
          <p:cNvCxnSpPr/>
          <p:nvPr/>
        </p:nvCxnSpPr>
        <p:spPr>
          <a:xfrm flipV="1">
            <a:off x="10435613" y="2582483"/>
            <a:ext cx="6835" cy="95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0" name="Connector 1809"/>
          <p:cNvCxnSpPr/>
          <p:nvPr/>
        </p:nvCxnSpPr>
        <p:spPr>
          <a:xfrm flipV="1">
            <a:off x="9765792" y="2656736"/>
            <a:ext cx="6834" cy="4168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1" name="Connector 1810"/>
          <p:cNvCxnSpPr/>
          <p:nvPr/>
        </p:nvCxnSpPr>
        <p:spPr>
          <a:xfrm flipV="1">
            <a:off x="9772626" y="2652636"/>
            <a:ext cx="6835" cy="410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2" name="Connector 1811"/>
          <p:cNvCxnSpPr/>
          <p:nvPr/>
        </p:nvCxnSpPr>
        <p:spPr>
          <a:xfrm flipV="1">
            <a:off x="9779461" y="2648669"/>
            <a:ext cx="6835" cy="396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3" name="Connector 1812"/>
          <p:cNvCxnSpPr/>
          <p:nvPr/>
        </p:nvCxnSpPr>
        <p:spPr>
          <a:xfrm flipV="1">
            <a:off x="9786296" y="2644899"/>
            <a:ext cx="6835" cy="377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4" name="Connector 1813"/>
          <p:cNvCxnSpPr/>
          <p:nvPr/>
        </p:nvCxnSpPr>
        <p:spPr>
          <a:xfrm flipV="1">
            <a:off x="9793131" y="2641386"/>
            <a:ext cx="6835" cy="351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5" name="Connector 1814"/>
          <p:cNvCxnSpPr/>
          <p:nvPr/>
        </p:nvCxnSpPr>
        <p:spPr>
          <a:xfrm flipV="1">
            <a:off x="9799966" y="2638187"/>
            <a:ext cx="6835" cy="319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6" name="Connector 1815"/>
          <p:cNvCxnSpPr/>
          <p:nvPr/>
        </p:nvCxnSpPr>
        <p:spPr>
          <a:xfrm flipV="1">
            <a:off x="9806801" y="2635354"/>
            <a:ext cx="6835" cy="283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7" name="Connector 1816"/>
          <p:cNvCxnSpPr/>
          <p:nvPr/>
        </p:nvCxnSpPr>
        <p:spPr>
          <a:xfrm flipV="1">
            <a:off x="9813636" y="2632932"/>
            <a:ext cx="6835" cy="242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8" name="Connector 1817"/>
          <p:cNvCxnSpPr/>
          <p:nvPr/>
        </p:nvCxnSpPr>
        <p:spPr>
          <a:xfrm flipV="1">
            <a:off x="9820471" y="2630960"/>
            <a:ext cx="6835" cy="197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9" name="Connector 1818"/>
          <p:cNvCxnSpPr/>
          <p:nvPr/>
        </p:nvCxnSpPr>
        <p:spPr>
          <a:xfrm flipV="1">
            <a:off x="9827306" y="2629470"/>
            <a:ext cx="6835" cy="149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0" name="Connector 1819"/>
          <p:cNvCxnSpPr/>
          <p:nvPr/>
        </p:nvCxnSpPr>
        <p:spPr>
          <a:xfrm flipV="1">
            <a:off x="9834141" y="2628485"/>
            <a:ext cx="6835" cy="98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1" name="Connector 1820"/>
          <p:cNvCxnSpPr/>
          <p:nvPr/>
        </p:nvCxnSpPr>
        <p:spPr>
          <a:xfrm flipV="1">
            <a:off x="9840976" y="2628022"/>
            <a:ext cx="6834" cy="46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2" name="Connector 1821"/>
          <p:cNvCxnSpPr/>
          <p:nvPr/>
        </p:nvCxnSpPr>
        <p:spPr>
          <a:xfrm>
            <a:off x="9847810" y="2628022"/>
            <a:ext cx="6835" cy="6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3" name="Connector 1822"/>
          <p:cNvCxnSpPr/>
          <p:nvPr/>
        </p:nvCxnSpPr>
        <p:spPr>
          <a:xfrm>
            <a:off x="9854645" y="2628089"/>
            <a:ext cx="6835" cy="59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4" name="Connector 1823"/>
          <p:cNvCxnSpPr/>
          <p:nvPr/>
        </p:nvCxnSpPr>
        <p:spPr>
          <a:xfrm>
            <a:off x="9861480" y="2628683"/>
            <a:ext cx="6835" cy="111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5" name="Connector 1824"/>
          <p:cNvCxnSpPr/>
          <p:nvPr/>
        </p:nvCxnSpPr>
        <p:spPr>
          <a:xfrm>
            <a:off x="9868315" y="2629796"/>
            <a:ext cx="6835" cy="161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6" name="Connector 1825"/>
          <p:cNvCxnSpPr/>
          <p:nvPr/>
        </p:nvCxnSpPr>
        <p:spPr>
          <a:xfrm>
            <a:off x="9875150" y="2631409"/>
            <a:ext cx="6835" cy="2088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7" name="Connector 1826"/>
          <p:cNvCxnSpPr/>
          <p:nvPr/>
        </p:nvCxnSpPr>
        <p:spPr>
          <a:xfrm>
            <a:off x="9881985" y="2633497"/>
            <a:ext cx="6835" cy="2528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8" name="Connector 1827"/>
          <p:cNvCxnSpPr/>
          <p:nvPr/>
        </p:nvCxnSpPr>
        <p:spPr>
          <a:xfrm>
            <a:off x="9888820" y="2636025"/>
            <a:ext cx="6835" cy="293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9" name="Connector 1828"/>
          <p:cNvCxnSpPr/>
          <p:nvPr/>
        </p:nvCxnSpPr>
        <p:spPr>
          <a:xfrm>
            <a:off x="9895655" y="2638955"/>
            <a:ext cx="6835" cy="328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0" name="Connector 1829"/>
          <p:cNvCxnSpPr/>
          <p:nvPr/>
        </p:nvCxnSpPr>
        <p:spPr>
          <a:xfrm>
            <a:off x="9902490" y="2642237"/>
            <a:ext cx="6835" cy="358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1" name="Connector 1830"/>
          <p:cNvCxnSpPr/>
          <p:nvPr/>
        </p:nvCxnSpPr>
        <p:spPr>
          <a:xfrm>
            <a:off x="9909325" y="2645819"/>
            <a:ext cx="6835" cy="3826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2" name="Connector 1831"/>
          <p:cNvCxnSpPr/>
          <p:nvPr/>
        </p:nvCxnSpPr>
        <p:spPr>
          <a:xfrm>
            <a:off x="9916160" y="2649645"/>
            <a:ext cx="6834" cy="4006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3" name="Connector 1832"/>
          <p:cNvCxnSpPr/>
          <p:nvPr/>
        </p:nvCxnSpPr>
        <p:spPr>
          <a:xfrm>
            <a:off x="9922994" y="2653651"/>
            <a:ext cx="6835" cy="412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4" name="Connector 1833"/>
          <p:cNvCxnSpPr/>
          <p:nvPr/>
        </p:nvCxnSpPr>
        <p:spPr>
          <a:xfrm>
            <a:off x="9929829" y="2657774"/>
            <a:ext cx="6835" cy="417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5" name="Connector 1834"/>
          <p:cNvCxnSpPr/>
          <p:nvPr/>
        </p:nvCxnSpPr>
        <p:spPr>
          <a:xfrm>
            <a:off x="9936664" y="2661948"/>
            <a:ext cx="6835" cy="415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6" name="Connector 1835"/>
          <p:cNvCxnSpPr/>
          <p:nvPr/>
        </p:nvCxnSpPr>
        <p:spPr>
          <a:xfrm>
            <a:off x="9943499" y="2666105"/>
            <a:ext cx="6835" cy="40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7" name="Connector 1836"/>
          <p:cNvCxnSpPr/>
          <p:nvPr/>
        </p:nvCxnSpPr>
        <p:spPr>
          <a:xfrm>
            <a:off x="9950334" y="2670178"/>
            <a:ext cx="6835" cy="392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8" name="Connector 1837"/>
          <p:cNvCxnSpPr/>
          <p:nvPr/>
        </p:nvCxnSpPr>
        <p:spPr>
          <a:xfrm>
            <a:off x="9957169" y="2674101"/>
            <a:ext cx="6835" cy="371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9" name="Connector 1838"/>
          <p:cNvCxnSpPr/>
          <p:nvPr/>
        </p:nvCxnSpPr>
        <p:spPr>
          <a:xfrm>
            <a:off x="9964004" y="2677813"/>
            <a:ext cx="6835" cy="343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0" name="Connector 1839"/>
          <p:cNvCxnSpPr/>
          <p:nvPr/>
        </p:nvCxnSpPr>
        <p:spPr>
          <a:xfrm>
            <a:off x="9970839" y="2681252"/>
            <a:ext cx="6835" cy="311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1" name="Connector 1840"/>
          <p:cNvCxnSpPr/>
          <p:nvPr/>
        </p:nvCxnSpPr>
        <p:spPr>
          <a:xfrm>
            <a:off x="9977674" y="2684364"/>
            <a:ext cx="6835" cy="273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2" name="Connector 1841"/>
          <p:cNvCxnSpPr/>
          <p:nvPr/>
        </p:nvCxnSpPr>
        <p:spPr>
          <a:xfrm>
            <a:off x="9984509" y="2687099"/>
            <a:ext cx="6835" cy="231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3" name="Connector 1842"/>
          <p:cNvCxnSpPr/>
          <p:nvPr/>
        </p:nvCxnSpPr>
        <p:spPr>
          <a:xfrm>
            <a:off x="9991344" y="2689412"/>
            <a:ext cx="6834" cy="185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4" name="Connector 1843"/>
          <p:cNvCxnSpPr/>
          <p:nvPr/>
        </p:nvCxnSpPr>
        <p:spPr>
          <a:xfrm>
            <a:off x="9998178" y="2691266"/>
            <a:ext cx="6835" cy="1366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5" name="Connector 1844"/>
          <p:cNvCxnSpPr/>
          <p:nvPr/>
        </p:nvCxnSpPr>
        <p:spPr>
          <a:xfrm>
            <a:off x="10005013" y="2692632"/>
            <a:ext cx="6835" cy="85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6" name="Connector 1845"/>
          <p:cNvCxnSpPr/>
          <p:nvPr/>
        </p:nvCxnSpPr>
        <p:spPr>
          <a:xfrm>
            <a:off x="10011848" y="2693487"/>
            <a:ext cx="6835" cy="33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7" name="Connector 1846"/>
          <p:cNvCxnSpPr/>
          <p:nvPr/>
        </p:nvCxnSpPr>
        <p:spPr>
          <a:xfrm flipV="1">
            <a:off x="10018683" y="2693619"/>
            <a:ext cx="6835" cy="19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8" name="Connector 1847"/>
          <p:cNvCxnSpPr/>
          <p:nvPr/>
        </p:nvCxnSpPr>
        <p:spPr>
          <a:xfrm flipV="1">
            <a:off x="10025518" y="2692894"/>
            <a:ext cx="6835" cy="72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9" name="Connector 1848"/>
          <p:cNvCxnSpPr/>
          <p:nvPr/>
        </p:nvCxnSpPr>
        <p:spPr>
          <a:xfrm flipV="1">
            <a:off x="10032353" y="2691654"/>
            <a:ext cx="6835" cy="12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0" name="Connector 1849"/>
          <p:cNvCxnSpPr/>
          <p:nvPr/>
        </p:nvCxnSpPr>
        <p:spPr>
          <a:xfrm flipV="1">
            <a:off x="10039188" y="2689920"/>
            <a:ext cx="6835" cy="173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1" name="Connector 1850"/>
          <p:cNvCxnSpPr/>
          <p:nvPr/>
        </p:nvCxnSpPr>
        <p:spPr>
          <a:xfrm flipV="1">
            <a:off x="10046023" y="2687718"/>
            <a:ext cx="6835" cy="220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2" name="Connector 1851"/>
          <p:cNvCxnSpPr/>
          <p:nvPr/>
        </p:nvCxnSpPr>
        <p:spPr>
          <a:xfrm flipV="1">
            <a:off x="10052858" y="2685085"/>
            <a:ext cx="6835" cy="263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3" name="Connector 1852"/>
          <p:cNvCxnSpPr/>
          <p:nvPr/>
        </p:nvCxnSpPr>
        <p:spPr>
          <a:xfrm flipV="1">
            <a:off x="10059693" y="2682063"/>
            <a:ext cx="6835" cy="302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4" name="Connector 1853"/>
          <p:cNvCxnSpPr/>
          <p:nvPr/>
        </p:nvCxnSpPr>
        <p:spPr>
          <a:xfrm flipV="1">
            <a:off x="10066528" y="2678701"/>
            <a:ext cx="6834" cy="33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5" name="Connector 1854"/>
          <p:cNvCxnSpPr/>
          <p:nvPr/>
        </p:nvCxnSpPr>
        <p:spPr>
          <a:xfrm flipV="1">
            <a:off x="10073362" y="2675052"/>
            <a:ext cx="6835" cy="364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6" name="Connector 1855"/>
          <p:cNvCxnSpPr/>
          <p:nvPr/>
        </p:nvCxnSpPr>
        <p:spPr>
          <a:xfrm flipV="1">
            <a:off x="10080197" y="2671175"/>
            <a:ext cx="6835" cy="387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7" name="Connector 1856"/>
          <p:cNvCxnSpPr/>
          <p:nvPr/>
        </p:nvCxnSpPr>
        <p:spPr>
          <a:xfrm flipV="1">
            <a:off x="10087032" y="2667133"/>
            <a:ext cx="6835" cy="404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8" name="Connector 1857"/>
          <p:cNvCxnSpPr/>
          <p:nvPr/>
        </p:nvCxnSpPr>
        <p:spPr>
          <a:xfrm flipV="1">
            <a:off x="10093867" y="2662991"/>
            <a:ext cx="6835" cy="414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9" name="Connector 1858"/>
          <p:cNvCxnSpPr/>
          <p:nvPr/>
        </p:nvCxnSpPr>
        <p:spPr>
          <a:xfrm flipV="1">
            <a:off x="10100702" y="2658816"/>
            <a:ext cx="6835" cy="417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0" name="Connector 1859"/>
          <p:cNvCxnSpPr/>
          <p:nvPr/>
        </p:nvCxnSpPr>
        <p:spPr>
          <a:xfrm flipV="1">
            <a:off x="10107537" y="2654674"/>
            <a:ext cx="6835" cy="414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1" name="Connector 1860"/>
          <p:cNvCxnSpPr/>
          <p:nvPr/>
        </p:nvCxnSpPr>
        <p:spPr>
          <a:xfrm flipV="1">
            <a:off x="10114372" y="2650632"/>
            <a:ext cx="6835" cy="404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2" name="Connector 1861"/>
          <p:cNvCxnSpPr/>
          <p:nvPr/>
        </p:nvCxnSpPr>
        <p:spPr>
          <a:xfrm flipV="1">
            <a:off x="10121207" y="2646755"/>
            <a:ext cx="6835" cy="387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3" name="Connector 1862"/>
          <p:cNvCxnSpPr/>
          <p:nvPr/>
        </p:nvCxnSpPr>
        <p:spPr>
          <a:xfrm flipV="1">
            <a:off x="10128042" y="2643106"/>
            <a:ext cx="6835" cy="364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4" name="Connector 1863"/>
          <p:cNvCxnSpPr/>
          <p:nvPr/>
        </p:nvCxnSpPr>
        <p:spPr>
          <a:xfrm flipV="1">
            <a:off x="10134877" y="2639744"/>
            <a:ext cx="6835" cy="33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5" name="Connector 1864"/>
          <p:cNvCxnSpPr/>
          <p:nvPr/>
        </p:nvCxnSpPr>
        <p:spPr>
          <a:xfrm flipV="1">
            <a:off x="10141712" y="2636722"/>
            <a:ext cx="6834" cy="302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6" name="Connector 1865"/>
          <p:cNvCxnSpPr/>
          <p:nvPr/>
        </p:nvCxnSpPr>
        <p:spPr>
          <a:xfrm flipV="1">
            <a:off x="10148546" y="2634089"/>
            <a:ext cx="6835" cy="263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7" name="Connector 1866"/>
          <p:cNvCxnSpPr/>
          <p:nvPr/>
        </p:nvCxnSpPr>
        <p:spPr>
          <a:xfrm flipV="1">
            <a:off x="10155381" y="2631887"/>
            <a:ext cx="6835" cy="220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8" name="Connector 1867"/>
          <p:cNvCxnSpPr/>
          <p:nvPr/>
        </p:nvCxnSpPr>
        <p:spPr>
          <a:xfrm flipV="1">
            <a:off x="10162216" y="2630153"/>
            <a:ext cx="6835" cy="173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9" name="Connector 1868"/>
          <p:cNvCxnSpPr/>
          <p:nvPr/>
        </p:nvCxnSpPr>
        <p:spPr>
          <a:xfrm flipV="1">
            <a:off x="10169051" y="2628913"/>
            <a:ext cx="6835" cy="12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0" name="Connector 1869"/>
          <p:cNvCxnSpPr/>
          <p:nvPr/>
        </p:nvCxnSpPr>
        <p:spPr>
          <a:xfrm flipV="1">
            <a:off x="10175886" y="2628188"/>
            <a:ext cx="6835" cy="72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1" name="Connector 1870"/>
          <p:cNvCxnSpPr/>
          <p:nvPr/>
        </p:nvCxnSpPr>
        <p:spPr>
          <a:xfrm flipV="1">
            <a:off x="10182721" y="2627989"/>
            <a:ext cx="6835" cy="19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2" name="Connector 1871"/>
          <p:cNvCxnSpPr/>
          <p:nvPr/>
        </p:nvCxnSpPr>
        <p:spPr>
          <a:xfrm>
            <a:off x="10189556" y="2627989"/>
            <a:ext cx="6835" cy="33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3" name="Connector 1872"/>
          <p:cNvCxnSpPr/>
          <p:nvPr/>
        </p:nvCxnSpPr>
        <p:spPr>
          <a:xfrm>
            <a:off x="10196391" y="2628320"/>
            <a:ext cx="6835" cy="85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4" name="Connector 1873"/>
          <p:cNvCxnSpPr/>
          <p:nvPr/>
        </p:nvCxnSpPr>
        <p:spPr>
          <a:xfrm>
            <a:off x="10203226" y="2629175"/>
            <a:ext cx="6835" cy="1366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5" name="Connector 1874"/>
          <p:cNvCxnSpPr/>
          <p:nvPr/>
        </p:nvCxnSpPr>
        <p:spPr>
          <a:xfrm>
            <a:off x="10210061" y="2630541"/>
            <a:ext cx="6835" cy="185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6" name="Connector 1875"/>
          <p:cNvCxnSpPr/>
          <p:nvPr/>
        </p:nvCxnSpPr>
        <p:spPr>
          <a:xfrm>
            <a:off x="10216896" y="2632395"/>
            <a:ext cx="6834" cy="231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7" name="Connector 1876"/>
          <p:cNvCxnSpPr/>
          <p:nvPr/>
        </p:nvCxnSpPr>
        <p:spPr>
          <a:xfrm>
            <a:off x="10223730" y="2634708"/>
            <a:ext cx="6835" cy="273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8" name="Connector 1877"/>
          <p:cNvCxnSpPr/>
          <p:nvPr/>
        </p:nvCxnSpPr>
        <p:spPr>
          <a:xfrm>
            <a:off x="10230565" y="2637443"/>
            <a:ext cx="6835" cy="311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9" name="Connector 1878"/>
          <p:cNvCxnSpPr/>
          <p:nvPr/>
        </p:nvCxnSpPr>
        <p:spPr>
          <a:xfrm>
            <a:off x="10237400" y="2640555"/>
            <a:ext cx="6835" cy="343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0" name="Connector 1879"/>
          <p:cNvCxnSpPr/>
          <p:nvPr/>
        </p:nvCxnSpPr>
        <p:spPr>
          <a:xfrm>
            <a:off x="10244235" y="2643994"/>
            <a:ext cx="6835" cy="371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1" name="Connector 1880"/>
          <p:cNvCxnSpPr/>
          <p:nvPr/>
        </p:nvCxnSpPr>
        <p:spPr>
          <a:xfrm>
            <a:off x="10251070" y="2647706"/>
            <a:ext cx="6835" cy="392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2" name="Connector 1881"/>
          <p:cNvCxnSpPr/>
          <p:nvPr/>
        </p:nvCxnSpPr>
        <p:spPr>
          <a:xfrm>
            <a:off x="10257905" y="2651629"/>
            <a:ext cx="6835" cy="40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3" name="Connector 1882"/>
          <p:cNvCxnSpPr/>
          <p:nvPr/>
        </p:nvCxnSpPr>
        <p:spPr>
          <a:xfrm>
            <a:off x="10264740" y="2655702"/>
            <a:ext cx="6835" cy="415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4" name="Connector 1883"/>
          <p:cNvCxnSpPr/>
          <p:nvPr/>
        </p:nvCxnSpPr>
        <p:spPr>
          <a:xfrm>
            <a:off x="10271575" y="2659859"/>
            <a:ext cx="6835" cy="417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5" name="Connector 1884"/>
          <p:cNvCxnSpPr/>
          <p:nvPr/>
        </p:nvCxnSpPr>
        <p:spPr>
          <a:xfrm>
            <a:off x="10278410" y="2664033"/>
            <a:ext cx="6835" cy="412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6" name="Connector 1885"/>
          <p:cNvCxnSpPr/>
          <p:nvPr/>
        </p:nvCxnSpPr>
        <p:spPr>
          <a:xfrm>
            <a:off x="10285245" y="2668156"/>
            <a:ext cx="6835" cy="4006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7" name="Connector 1886"/>
          <p:cNvCxnSpPr/>
          <p:nvPr/>
        </p:nvCxnSpPr>
        <p:spPr>
          <a:xfrm>
            <a:off x="10292080" y="2672162"/>
            <a:ext cx="6834" cy="3826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8" name="Connector 1887"/>
          <p:cNvCxnSpPr/>
          <p:nvPr/>
        </p:nvCxnSpPr>
        <p:spPr>
          <a:xfrm>
            <a:off x="10298914" y="2675988"/>
            <a:ext cx="6835" cy="358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9" name="Connector 1888"/>
          <p:cNvCxnSpPr/>
          <p:nvPr/>
        </p:nvCxnSpPr>
        <p:spPr>
          <a:xfrm>
            <a:off x="10305749" y="2679570"/>
            <a:ext cx="6835" cy="328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0" name="Connector 1889"/>
          <p:cNvCxnSpPr/>
          <p:nvPr/>
        </p:nvCxnSpPr>
        <p:spPr>
          <a:xfrm>
            <a:off x="10312584" y="2682852"/>
            <a:ext cx="6835" cy="293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1" name="Connector 1890"/>
          <p:cNvCxnSpPr/>
          <p:nvPr/>
        </p:nvCxnSpPr>
        <p:spPr>
          <a:xfrm>
            <a:off x="10319419" y="2685782"/>
            <a:ext cx="6835" cy="2528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2" name="Connector 1891"/>
          <p:cNvCxnSpPr/>
          <p:nvPr/>
        </p:nvCxnSpPr>
        <p:spPr>
          <a:xfrm>
            <a:off x="10326254" y="2688310"/>
            <a:ext cx="6835" cy="2088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3" name="Connector 1892"/>
          <p:cNvCxnSpPr/>
          <p:nvPr/>
        </p:nvCxnSpPr>
        <p:spPr>
          <a:xfrm>
            <a:off x="10333089" y="2690398"/>
            <a:ext cx="6835" cy="161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4" name="Connector 1893"/>
          <p:cNvCxnSpPr/>
          <p:nvPr/>
        </p:nvCxnSpPr>
        <p:spPr>
          <a:xfrm>
            <a:off x="10339924" y="2692011"/>
            <a:ext cx="6835" cy="111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5" name="Connector 1894"/>
          <p:cNvCxnSpPr/>
          <p:nvPr/>
        </p:nvCxnSpPr>
        <p:spPr>
          <a:xfrm>
            <a:off x="10346759" y="2693124"/>
            <a:ext cx="6835" cy="59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6" name="Connector 1895"/>
          <p:cNvCxnSpPr/>
          <p:nvPr/>
        </p:nvCxnSpPr>
        <p:spPr>
          <a:xfrm>
            <a:off x="10353594" y="2693718"/>
            <a:ext cx="6835" cy="6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7" name="Connector 1896"/>
          <p:cNvCxnSpPr/>
          <p:nvPr/>
        </p:nvCxnSpPr>
        <p:spPr>
          <a:xfrm flipV="1">
            <a:off x="10360429" y="2693322"/>
            <a:ext cx="6835" cy="46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8" name="Connector 1897"/>
          <p:cNvCxnSpPr/>
          <p:nvPr/>
        </p:nvCxnSpPr>
        <p:spPr>
          <a:xfrm flipV="1">
            <a:off x="10367264" y="2692337"/>
            <a:ext cx="6834" cy="98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9" name="Connector 1898"/>
          <p:cNvCxnSpPr/>
          <p:nvPr/>
        </p:nvCxnSpPr>
        <p:spPr>
          <a:xfrm flipV="1">
            <a:off x="10374098" y="2690847"/>
            <a:ext cx="6835" cy="149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0" name="Connector 1899"/>
          <p:cNvCxnSpPr/>
          <p:nvPr/>
        </p:nvCxnSpPr>
        <p:spPr>
          <a:xfrm flipV="1">
            <a:off x="10380933" y="2688875"/>
            <a:ext cx="6835" cy="197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1" name="Connector 1900"/>
          <p:cNvCxnSpPr/>
          <p:nvPr/>
        </p:nvCxnSpPr>
        <p:spPr>
          <a:xfrm flipV="1">
            <a:off x="10387768" y="2686453"/>
            <a:ext cx="6835" cy="242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2" name="Connector 1901"/>
          <p:cNvCxnSpPr/>
          <p:nvPr/>
        </p:nvCxnSpPr>
        <p:spPr>
          <a:xfrm flipV="1">
            <a:off x="10394603" y="2683620"/>
            <a:ext cx="6835" cy="283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3" name="Connector 1902"/>
          <p:cNvCxnSpPr/>
          <p:nvPr/>
        </p:nvCxnSpPr>
        <p:spPr>
          <a:xfrm flipV="1">
            <a:off x="10401438" y="2680421"/>
            <a:ext cx="6835" cy="319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4" name="Connector 1903"/>
          <p:cNvCxnSpPr/>
          <p:nvPr/>
        </p:nvCxnSpPr>
        <p:spPr>
          <a:xfrm flipV="1">
            <a:off x="10408273" y="2676908"/>
            <a:ext cx="6835" cy="351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5" name="Connector 1904"/>
          <p:cNvCxnSpPr/>
          <p:nvPr/>
        </p:nvCxnSpPr>
        <p:spPr>
          <a:xfrm flipV="1">
            <a:off x="10415108" y="2673138"/>
            <a:ext cx="6835" cy="377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6" name="Connector 1905"/>
          <p:cNvCxnSpPr/>
          <p:nvPr/>
        </p:nvCxnSpPr>
        <p:spPr>
          <a:xfrm flipV="1">
            <a:off x="10421943" y="2669171"/>
            <a:ext cx="6835" cy="396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7" name="Connector 1906"/>
          <p:cNvCxnSpPr/>
          <p:nvPr/>
        </p:nvCxnSpPr>
        <p:spPr>
          <a:xfrm flipV="1">
            <a:off x="10428778" y="2665071"/>
            <a:ext cx="6835" cy="410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8" name="Connector 1907"/>
          <p:cNvCxnSpPr/>
          <p:nvPr/>
        </p:nvCxnSpPr>
        <p:spPr>
          <a:xfrm flipV="1">
            <a:off x="10435613" y="2660904"/>
            <a:ext cx="6835" cy="416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9" name="Connector 1908"/>
          <p:cNvCxnSpPr/>
          <p:nvPr/>
        </p:nvCxnSpPr>
        <p:spPr>
          <a:xfrm flipV="1">
            <a:off x="9765792" y="2766879"/>
            <a:ext cx="6834" cy="375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0" name="Connector 1909"/>
          <p:cNvCxnSpPr/>
          <p:nvPr/>
        </p:nvCxnSpPr>
        <p:spPr>
          <a:xfrm flipV="1">
            <a:off x="9772626" y="2763176"/>
            <a:ext cx="6835" cy="370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1" name="Connector 1910"/>
          <p:cNvCxnSpPr/>
          <p:nvPr/>
        </p:nvCxnSpPr>
        <p:spPr>
          <a:xfrm flipV="1">
            <a:off x="9779461" y="2759569"/>
            <a:ext cx="6835" cy="36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2" name="Connector 1911"/>
          <p:cNvCxnSpPr/>
          <p:nvPr/>
        </p:nvCxnSpPr>
        <p:spPr>
          <a:xfrm flipV="1">
            <a:off x="9786296" y="2756107"/>
            <a:ext cx="6835" cy="3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3" name="Connector 1912"/>
          <p:cNvCxnSpPr/>
          <p:nvPr/>
        </p:nvCxnSpPr>
        <p:spPr>
          <a:xfrm flipV="1">
            <a:off x="9793131" y="2752834"/>
            <a:ext cx="6835" cy="32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4" name="Connector 1913"/>
          <p:cNvCxnSpPr/>
          <p:nvPr/>
        </p:nvCxnSpPr>
        <p:spPr>
          <a:xfrm flipV="1">
            <a:off x="9799966" y="2749794"/>
            <a:ext cx="6835" cy="30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5" name="Connector 1914"/>
          <p:cNvCxnSpPr/>
          <p:nvPr/>
        </p:nvCxnSpPr>
        <p:spPr>
          <a:xfrm flipV="1">
            <a:off x="9806801" y="2747025"/>
            <a:ext cx="6835" cy="276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6" name="Connector 1915"/>
          <p:cNvCxnSpPr/>
          <p:nvPr/>
        </p:nvCxnSpPr>
        <p:spPr>
          <a:xfrm flipV="1">
            <a:off x="9813636" y="2744563"/>
            <a:ext cx="6835" cy="2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7" name="Connector 1916"/>
          <p:cNvCxnSpPr/>
          <p:nvPr/>
        </p:nvCxnSpPr>
        <p:spPr>
          <a:xfrm flipV="1">
            <a:off x="9820471" y="2742442"/>
            <a:ext cx="6835" cy="21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8" name="Connector 1917"/>
          <p:cNvCxnSpPr/>
          <p:nvPr/>
        </p:nvCxnSpPr>
        <p:spPr>
          <a:xfrm flipV="1">
            <a:off x="9827306" y="2740688"/>
            <a:ext cx="6835" cy="175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9" name="Connector 1918"/>
          <p:cNvCxnSpPr/>
          <p:nvPr/>
        </p:nvCxnSpPr>
        <p:spPr>
          <a:xfrm flipV="1">
            <a:off x="9834141" y="2739324"/>
            <a:ext cx="6835" cy="136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0" name="Connector 1919"/>
          <p:cNvCxnSpPr/>
          <p:nvPr/>
        </p:nvCxnSpPr>
        <p:spPr>
          <a:xfrm flipV="1">
            <a:off x="9840976" y="2738369"/>
            <a:ext cx="6834" cy="95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1" name="Connector 1920"/>
          <p:cNvCxnSpPr/>
          <p:nvPr/>
        </p:nvCxnSpPr>
        <p:spPr>
          <a:xfrm flipV="1">
            <a:off x="9847810" y="2737834"/>
            <a:ext cx="6835" cy="53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2" name="Connector 1921"/>
          <p:cNvCxnSpPr/>
          <p:nvPr/>
        </p:nvCxnSpPr>
        <p:spPr>
          <a:xfrm flipV="1">
            <a:off x="9854645" y="2737727"/>
            <a:ext cx="6835" cy="1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3" name="Connector 1922"/>
          <p:cNvCxnSpPr/>
          <p:nvPr/>
        </p:nvCxnSpPr>
        <p:spPr>
          <a:xfrm>
            <a:off x="9861480" y="2737727"/>
            <a:ext cx="6835" cy="3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4" name="Connector 1923"/>
          <p:cNvCxnSpPr/>
          <p:nvPr/>
        </p:nvCxnSpPr>
        <p:spPr>
          <a:xfrm>
            <a:off x="9868315" y="2738048"/>
            <a:ext cx="6835" cy="74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5" name="Connector 1924"/>
          <p:cNvCxnSpPr/>
          <p:nvPr/>
        </p:nvCxnSpPr>
        <p:spPr>
          <a:xfrm>
            <a:off x="9875150" y="2738795"/>
            <a:ext cx="6835" cy="1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6" name="Connector 1925"/>
          <p:cNvCxnSpPr/>
          <p:nvPr/>
        </p:nvCxnSpPr>
        <p:spPr>
          <a:xfrm>
            <a:off x="9881985" y="2739956"/>
            <a:ext cx="6835" cy="15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7" name="Connector 1926"/>
          <p:cNvCxnSpPr/>
          <p:nvPr/>
        </p:nvCxnSpPr>
        <p:spPr>
          <a:xfrm>
            <a:off x="9888820" y="2741517"/>
            <a:ext cx="6835" cy="194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8" name="Connector 1927"/>
          <p:cNvCxnSpPr/>
          <p:nvPr/>
        </p:nvCxnSpPr>
        <p:spPr>
          <a:xfrm>
            <a:off x="9895655" y="2743458"/>
            <a:ext cx="6835" cy="229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9" name="Connector 1928"/>
          <p:cNvCxnSpPr/>
          <p:nvPr/>
        </p:nvCxnSpPr>
        <p:spPr>
          <a:xfrm>
            <a:off x="9902490" y="2745753"/>
            <a:ext cx="6835" cy="262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0" name="Connector 1929"/>
          <p:cNvCxnSpPr/>
          <p:nvPr/>
        </p:nvCxnSpPr>
        <p:spPr>
          <a:xfrm>
            <a:off x="9909325" y="2748373"/>
            <a:ext cx="6835" cy="291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1" name="Connector 1930"/>
          <p:cNvCxnSpPr/>
          <p:nvPr/>
        </p:nvCxnSpPr>
        <p:spPr>
          <a:xfrm>
            <a:off x="9916160" y="2751283"/>
            <a:ext cx="6834" cy="3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2" name="Connector 1931"/>
          <p:cNvCxnSpPr/>
          <p:nvPr/>
        </p:nvCxnSpPr>
        <p:spPr>
          <a:xfrm>
            <a:off x="9922994" y="2754444"/>
            <a:ext cx="6835" cy="33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3" name="Connector 1932"/>
          <p:cNvCxnSpPr/>
          <p:nvPr/>
        </p:nvCxnSpPr>
        <p:spPr>
          <a:xfrm>
            <a:off x="9929829" y="2757817"/>
            <a:ext cx="6835" cy="35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4" name="Connector 1933"/>
          <p:cNvCxnSpPr/>
          <p:nvPr/>
        </p:nvCxnSpPr>
        <p:spPr>
          <a:xfrm>
            <a:off x="9936664" y="2761357"/>
            <a:ext cx="6835" cy="36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5" name="Connector 1934"/>
          <p:cNvCxnSpPr/>
          <p:nvPr/>
        </p:nvCxnSpPr>
        <p:spPr>
          <a:xfrm>
            <a:off x="9943499" y="2765018"/>
            <a:ext cx="6835" cy="373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6" name="Connector 1935"/>
          <p:cNvCxnSpPr/>
          <p:nvPr/>
        </p:nvCxnSpPr>
        <p:spPr>
          <a:xfrm>
            <a:off x="9950334" y="2768752"/>
            <a:ext cx="6835" cy="375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7" name="Connector 1936"/>
          <p:cNvCxnSpPr/>
          <p:nvPr/>
        </p:nvCxnSpPr>
        <p:spPr>
          <a:xfrm>
            <a:off x="9957169" y="2772511"/>
            <a:ext cx="6835" cy="373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8" name="Connector 1937"/>
          <p:cNvCxnSpPr/>
          <p:nvPr/>
        </p:nvCxnSpPr>
        <p:spPr>
          <a:xfrm>
            <a:off x="9964004" y="2776245"/>
            <a:ext cx="6835" cy="36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9" name="Connector 1938"/>
          <p:cNvCxnSpPr/>
          <p:nvPr/>
        </p:nvCxnSpPr>
        <p:spPr>
          <a:xfrm>
            <a:off x="9970839" y="2779906"/>
            <a:ext cx="6835" cy="35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0" name="Connector 1939"/>
          <p:cNvCxnSpPr/>
          <p:nvPr/>
        </p:nvCxnSpPr>
        <p:spPr>
          <a:xfrm>
            <a:off x="9977674" y="2783446"/>
            <a:ext cx="6835" cy="33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1" name="Connector 1940"/>
          <p:cNvCxnSpPr/>
          <p:nvPr/>
        </p:nvCxnSpPr>
        <p:spPr>
          <a:xfrm>
            <a:off x="9984509" y="2786819"/>
            <a:ext cx="6835" cy="3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2" name="Connector 1941"/>
          <p:cNvCxnSpPr/>
          <p:nvPr/>
        </p:nvCxnSpPr>
        <p:spPr>
          <a:xfrm>
            <a:off x="9991344" y="2789980"/>
            <a:ext cx="6834" cy="291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3" name="Connector 1942"/>
          <p:cNvCxnSpPr/>
          <p:nvPr/>
        </p:nvCxnSpPr>
        <p:spPr>
          <a:xfrm>
            <a:off x="9998178" y="2792890"/>
            <a:ext cx="6835" cy="262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4" name="Connector 1943"/>
          <p:cNvCxnSpPr/>
          <p:nvPr/>
        </p:nvCxnSpPr>
        <p:spPr>
          <a:xfrm>
            <a:off x="10005013" y="2795510"/>
            <a:ext cx="6835" cy="229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5" name="Connector 1944"/>
          <p:cNvCxnSpPr/>
          <p:nvPr/>
        </p:nvCxnSpPr>
        <p:spPr>
          <a:xfrm>
            <a:off x="10011848" y="2797805"/>
            <a:ext cx="6835" cy="194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6" name="Connector 1945"/>
          <p:cNvCxnSpPr/>
          <p:nvPr/>
        </p:nvCxnSpPr>
        <p:spPr>
          <a:xfrm>
            <a:off x="10018683" y="2799746"/>
            <a:ext cx="6835" cy="15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7" name="Connector 1946"/>
          <p:cNvCxnSpPr/>
          <p:nvPr/>
        </p:nvCxnSpPr>
        <p:spPr>
          <a:xfrm>
            <a:off x="10025518" y="2801307"/>
            <a:ext cx="6835" cy="1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8" name="Connector 1947"/>
          <p:cNvCxnSpPr/>
          <p:nvPr/>
        </p:nvCxnSpPr>
        <p:spPr>
          <a:xfrm>
            <a:off x="10032353" y="2802468"/>
            <a:ext cx="6835" cy="74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9" name="Connector 1948"/>
          <p:cNvCxnSpPr/>
          <p:nvPr/>
        </p:nvCxnSpPr>
        <p:spPr>
          <a:xfrm>
            <a:off x="10039188" y="2803215"/>
            <a:ext cx="6835" cy="3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0" name="Connector 1949"/>
          <p:cNvCxnSpPr/>
          <p:nvPr/>
        </p:nvCxnSpPr>
        <p:spPr>
          <a:xfrm flipV="1">
            <a:off x="10046023" y="2803429"/>
            <a:ext cx="6835" cy="1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1" name="Connector 1950"/>
          <p:cNvCxnSpPr/>
          <p:nvPr/>
        </p:nvCxnSpPr>
        <p:spPr>
          <a:xfrm flipV="1">
            <a:off x="10052858" y="2802894"/>
            <a:ext cx="6835" cy="53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2" name="Connector 1951"/>
          <p:cNvCxnSpPr/>
          <p:nvPr/>
        </p:nvCxnSpPr>
        <p:spPr>
          <a:xfrm flipV="1">
            <a:off x="10059693" y="2801939"/>
            <a:ext cx="6835" cy="95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3" name="Connector 1952"/>
          <p:cNvCxnSpPr/>
          <p:nvPr/>
        </p:nvCxnSpPr>
        <p:spPr>
          <a:xfrm flipV="1">
            <a:off x="10066528" y="2800575"/>
            <a:ext cx="6834" cy="136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4" name="Connector 1953"/>
          <p:cNvCxnSpPr/>
          <p:nvPr/>
        </p:nvCxnSpPr>
        <p:spPr>
          <a:xfrm flipV="1">
            <a:off x="10073362" y="2798821"/>
            <a:ext cx="6835" cy="175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5" name="Connector 1954"/>
          <p:cNvCxnSpPr/>
          <p:nvPr/>
        </p:nvCxnSpPr>
        <p:spPr>
          <a:xfrm flipV="1">
            <a:off x="10080197" y="2796700"/>
            <a:ext cx="6835" cy="21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6" name="Connector 1955"/>
          <p:cNvCxnSpPr/>
          <p:nvPr/>
        </p:nvCxnSpPr>
        <p:spPr>
          <a:xfrm flipV="1">
            <a:off x="10087032" y="2794238"/>
            <a:ext cx="6835" cy="2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7" name="Connector 1956"/>
          <p:cNvCxnSpPr/>
          <p:nvPr/>
        </p:nvCxnSpPr>
        <p:spPr>
          <a:xfrm flipV="1">
            <a:off x="10093867" y="2791469"/>
            <a:ext cx="6835" cy="276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8" name="Connector 1957"/>
          <p:cNvCxnSpPr/>
          <p:nvPr/>
        </p:nvCxnSpPr>
        <p:spPr>
          <a:xfrm flipV="1">
            <a:off x="10100702" y="2788429"/>
            <a:ext cx="6835" cy="30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9" name="Connector 1958"/>
          <p:cNvCxnSpPr/>
          <p:nvPr/>
        </p:nvCxnSpPr>
        <p:spPr>
          <a:xfrm flipV="1">
            <a:off x="10107537" y="2785156"/>
            <a:ext cx="6835" cy="32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0" name="Connector 1959"/>
          <p:cNvCxnSpPr/>
          <p:nvPr/>
        </p:nvCxnSpPr>
        <p:spPr>
          <a:xfrm flipV="1">
            <a:off x="10114372" y="2781694"/>
            <a:ext cx="6835" cy="3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1" name="Connector 1960"/>
          <p:cNvCxnSpPr/>
          <p:nvPr/>
        </p:nvCxnSpPr>
        <p:spPr>
          <a:xfrm flipV="1">
            <a:off x="10121207" y="2778087"/>
            <a:ext cx="6835" cy="36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2" name="Connector 1961"/>
          <p:cNvCxnSpPr/>
          <p:nvPr/>
        </p:nvCxnSpPr>
        <p:spPr>
          <a:xfrm flipV="1">
            <a:off x="10128042" y="2774384"/>
            <a:ext cx="6835" cy="370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3" name="Connector 1962"/>
          <p:cNvCxnSpPr/>
          <p:nvPr/>
        </p:nvCxnSpPr>
        <p:spPr>
          <a:xfrm flipV="1">
            <a:off x="10134877" y="2770632"/>
            <a:ext cx="6835" cy="375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4" name="Connector 1963"/>
          <p:cNvCxnSpPr/>
          <p:nvPr/>
        </p:nvCxnSpPr>
        <p:spPr>
          <a:xfrm flipV="1">
            <a:off x="10141712" y="2766879"/>
            <a:ext cx="6834" cy="375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5" name="Connector 1964"/>
          <p:cNvCxnSpPr/>
          <p:nvPr/>
        </p:nvCxnSpPr>
        <p:spPr>
          <a:xfrm flipV="1">
            <a:off x="10148546" y="2763176"/>
            <a:ext cx="6835" cy="370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6" name="Connector 1965"/>
          <p:cNvCxnSpPr/>
          <p:nvPr/>
        </p:nvCxnSpPr>
        <p:spPr>
          <a:xfrm flipV="1">
            <a:off x="10155381" y="2759569"/>
            <a:ext cx="6835" cy="36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7" name="Connector 1966"/>
          <p:cNvCxnSpPr/>
          <p:nvPr/>
        </p:nvCxnSpPr>
        <p:spPr>
          <a:xfrm flipV="1">
            <a:off x="10162216" y="2756107"/>
            <a:ext cx="6835" cy="3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8" name="Connector 1967"/>
          <p:cNvCxnSpPr/>
          <p:nvPr/>
        </p:nvCxnSpPr>
        <p:spPr>
          <a:xfrm flipV="1">
            <a:off x="10169051" y="2752834"/>
            <a:ext cx="6835" cy="32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9" name="Connector 1968"/>
          <p:cNvCxnSpPr/>
          <p:nvPr/>
        </p:nvCxnSpPr>
        <p:spPr>
          <a:xfrm flipV="1">
            <a:off x="10175886" y="2749794"/>
            <a:ext cx="6835" cy="30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0" name="Connector 1969"/>
          <p:cNvCxnSpPr/>
          <p:nvPr/>
        </p:nvCxnSpPr>
        <p:spPr>
          <a:xfrm flipV="1">
            <a:off x="10182721" y="2747025"/>
            <a:ext cx="6835" cy="276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1" name="Connector 1970"/>
          <p:cNvCxnSpPr/>
          <p:nvPr/>
        </p:nvCxnSpPr>
        <p:spPr>
          <a:xfrm flipV="1">
            <a:off x="10189556" y="2744563"/>
            <a:ext cx="6835" cy="2462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2" name="Connector 1971"/>
          <p:cNvCxnSpPr/>
          <p:nvPr/>
        </p:nvCxnSpPr>
        <p:spPr>
          <a:xfrm flipV="1">
            <a:off x="10196391" y="2742442"/>
            <a:ext cx="6835" cy="21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3" name="Connector 1972"/>
          <p:cNvCxnSpPr/>
          <p:nvPr/>
        </p:nvCxnSpPr>
        <p:spPr>
          <a:xfrm flipV="1">
            <a:off x="10203226" y="2740688"/>
            <a:ext cx="6835" cy="175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4" name="Connector 1973"/>
          <p:cNvCxnSpPr/>
          <p:nvPr/>
        </p:nvCxnSpPr>
        <p:spPr>
          <a:xfrm flipV="1">
            <a:off x="10210061" y="2739324"/>
            <a:ext cx="6835" cy="136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5" name="Connector 1974"/>
          <p:cNvCxnSpPr/>
          <p:nvPr/>
        </p:nvCxnSpPr>
        <p:spPr>
          <a:xfrm flipV="1">
            <a:off x="10216896" y="2738369"/>
            <a:ext cx="6834" cy="95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6" name="Connector 1975"/>
          <p:cNvCxnSpPr/>
          <p:nvPr/>
        </p:nvCxnSpPr>
        <p:spPr>
          <a:xfrm flipV="1">
            <a:off x="10223730" y="2737834"/>
            <a:ext cx="6835" cy="53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7" name="Connector 1976"/>
          <p:cNvCxnSpPr/>
          <p:nvPr/>
        </p:nvCxnSpPr>
        <p:spPr>
          <a:xfrm flipV="1">
            <a:off x="10230565" y="2737727"/>
            <a:ext cx="6835" cy="1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8" name="Connector 1977"/>
          <p:cNvCxnSpPr/>
          <p:nvPr/>
        </p:nvCxnSpPr>
        <p:spPr>
          <a:xfrm>
            <a:off x="10237400" y="2737727"/>
            <a:ext cx="6835" cy="3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9" name="Connector 1978"/>
          <p:cNvCxnSpPr/>
          <p:nvPr/>
        </p:nvCxnSpPr>
        <p:spPr>
          <a:xfrm>
            <a:off x="10244235" y="2738048"/>
            <a:ext cx="6835" cy="74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0" name="Connector 1979"/>
          <p:cNvCxnSpPr/>
          <p:nvPr/>
        </p:nvCxnSpPr>
        <p:spPr>
          <a:xfrm>
            <a:off x="10251070" y="2738795"/>
            <a:ext cx="6835" cy="1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1" name="Connector 1980"/>
          <p:cNvCxnSpPr/>
          <p:nvPr/>
        </p:nvCxnSpPr>
        <p:spPr>
          <a:xfrm>
            <a:off x="10257905" y="2739956"/>
            <a:ext cx="6835" cy="15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2" name="Connector 1981"/>
          <p:cNvCxnSpPr/>
          <p:nvPr/>
        </p:nvCxnSpPr>
        <p:spPr>
          <a:xfrm>
            <a:off x="10264740" y="2741517"/>
            <a:ext cx="6835" cy="194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3" name="Connector 1982"/>
          <p:cNvCxnSpPr/>
          <p:nvPr/>
        </p:nvCxnSpPr>
        <p:spPr>
          <a:xfrm>
            <a:off x="10271575" y="2743458"/>
            <a:ext cx="6835" cy="229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4" name="Connector 1983"/>
          <p:cNvCxnSpPr/>
          <p:nvPr/>
        </p:nvCxnSpPr>
        <p:spPr>
          <a:xfrm>
            <a:off x="10278410" y="2745753"/>
            <a:ext cx="6835" cy="262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5" name="Connector 1984"/>
          <p:cNvCxnSpPr/>
          <p:nvPr/>
        </p:nvCxnSpPr>
        <p:spPr>
          <a:xfrm>
            <a:off x="10285245" y="2748373"/>
            <a:ext cx="6835" cy="291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6" name="Connector 1985"/>
          <p:cNvCxnSpPr/>
          <p:nvPr/>
        </p:nvCxnSpPr>
        <p:spPr>
          <a:xfrm>
            <a:off x="10292080" y="2751283"/>
            <a:ext cx="6834" cy="3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7" name="Connector 1986"/>
          <p:cNvCxnSpPr/>
          <p:nvPr/>
        </p:nvCxnSpPr>
        <p:spPr>
          <a:xfrm>
            <a:off x="10298914" y="2754444"/>
            <a:ext cx="6835" cy="33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8" name="Connector 1987"/>
          <p:cNvCxnSpPr/>
          <p:nvPr/>
        </p:nvCxnSpPr>
        <p:spPr>
          <a:xfrm>
            <a:off x="10305749" y="2757817"/>
            <a:ext cx="6835" cy="35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9" name="Connector 1988"/>
          <p:cNvCxnSpPr/>
          <p:nvPr/>
        </p:nvCxnSpPr>
        <p:spPr>
          <a:xfrm>
            <a:off x="10312584" y="2761357"/>
            <a:ext cx="6835" cy="36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0" name="Connector 1989"/>
          <p:cNvCxnSpPr/>
          <p:nvPr/>
        </p:nvCxnSpPr>
        <p:spPr>
          <a:xfrm>
            <a:off x="10319419" y="2765018"/>
            <a:ext cx="6835" cy="373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1" name="Connector 1990"/>
          <p:cNvCxnSpPr/>
          <p:nvPr/>
        </p:nvCxnSpPr>
        <p:spPr>
          <a:xfrm>
            <a:off x="10326254" y="2768752"/>
            <a:ext cx="6835" cy="3759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2" name="Connector 1991"/>
          <p:cNvCxnSpPr/>
          <p:nvPr/>
        </p:nvCxnSpPr>
        <p:spPr>
          <a:xfrm>
            <a:off x="10333089" y="2772511"/>
            <a:ext cx="6835" cy="3734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3" name="Connector 1992"/>
          <p:cNvCxnSpPr/>
          <p:nvPr/>
        </p:nvCxnSpPr>
        <p:spPr>
          <a:xfrm>
            <a:off x="10339924" y="2776245"/>
            <a:ext cx="6835" cy="36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4" name="Connector 1993"/>
          <p:cNvCxnSpPr/>
          <p:nvPr/>
        </p:nvCxnSpPr>
        <p:spPr>
          <a:xfrm>
            <a:off x="10346759" y="2779906"/>
            <a:ext cx="6835" cy="354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5" name="Connector 1994"/>
          <p:cNvCxnSpPr/>
          <p:nvPr/>
        </p:nvCxnSpPr>
        <p:spPr>
          <a:xfrm>
            <a:off x="10353594" y="2783446"/>
            <a:ext cx="6835" cy="3373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6" name="Connector 1995"/>
          <p:cNvCxnSpPr/>
          <p:nvPr/>
        </p:nvCxnSpPr>
        <p:spPr>
          <a:xfrm>
            <a:off x="10360429" y="2786819"/>
            <a:ext cx="6835" cy="3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7" name="Connector 1996"/>
          <p:cNvCxnSpPr/>
          <p:nvPr/>
        </p:nvCxnSpPr>
        <p:spPr>
          <a:xfrm>
            <a:off x="10367264" y="2789980"/>
            <a:ext cx="6834" cy="291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8" name="Connector 1997"/>
          <p:cNvCxnSpPr/>
          <p:nvPr/>
        </p:nvCxnSpPr>
        <p:spPr>
          <a:xfrm>
            <a:off x="10374098" y="2792890"/>
            <a:ext cx="6835" cy="2620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9" name="Connector 1998"/>
          <p:cNvCxnSpPr/>
          <p:nvPr/>
        </p:nvCxnSpPr>
        <p:spPr>
          <a:xfrm>
            <a:off x="10380933" y="2795510"/>
            <a:ext cx="6835" cy="229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0" name="Connector 1999"/>
          <p:cNvCxnSpPr/>
          <p:nvPr/>
        </p:nvCxnSpPr>
        <p:spPr>
          <a:xfrm>
            <a:off x="10387768" y="2797805"/>
            <a:ext cx="6835" cy="194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1" name="Connector 2000"/>
          <p:cNvCxnSpPr/>
          <p:nvPr/>
        </p:nvCxnSpPr>
        <p:spPr>
          <a:xfrm>
            <a:off x="10394603" y="2799746"/>
            <a:ext cx="6835" cy="15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2" name="Connector 2001"/>
          <p:cNvCxnSpPr/>
          <p:nvPr/>
        </p:nvCxnSpPr>
        <p:spPr>
          <a:xfrm>
            <a:off x="10401438" y="2801307"/>
            <a:ext cx="6835" cy="116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3" name="Connector 2002"/>
          <p:cNvCxnSpPr/>
          <p:nvPr/>
        </p:nvCxnSpPr>
        <p:spPr>
          <a:xfrm>
            <a:off x="10408273" y="2802468"/>
            <a:ext cx="6835" cy="74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4" name="Connector 2003"/>
          <p:cNvCxnSpPr/>
          <p:nvPr/>
        </p:nvCxnSpPr>
        <p:spPr>
          <a:xfrm>
            <a:off x="10415108" y="2803215"/>
            <a:ext cx="6835" cy="321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5" name="Connector 2004"/>
          <p:cNvCxnSpPr/>
          <p:nvPr/>
        </p:nvCxnSpPr>
        <p:spPr>
          <a:xfrm flipV="1">
            <a:off x="10421943" y="2803429"/>
            <a:ext cx="6835" cy="107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6" name="Connector 2005"/>
          <p:cNvCxnSpPr/>
          <p:nvPr/>
        </p:nvCxnSpPr>
        <p:spPr>
          <a:xfrm flipV="1">
            <a:off x="10428778" y="2802894"/>
            <a:ext cx="6835" cy="53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7" name="Connector 2006"/>
          <p:cNvCxnSpPr/>
          <p:nvPr/>
        </p:nvCxnSpPr>
        <p:spPr>
          <a:xfrm flipV="1">
            <a:off x="10435613" y="2801939"/>
            <a:ext cx="6835" cy="955"/>
          </a:xfrm>
          <a:prstGeom prst="line">
            <a:avLst/>
          </a:prstGeom>
          <a:ln w="1270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8" name="TextBox 2007"/>
          <p:cNvSpPr txBox="1"/>
          <p:nvPr/>
        </p:nvSpPr>
        <p:spPr>
          <a:xfrm>
            <a:off x="9692640" y="3118104"/>
            <a:ext cx="822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8C4A"/>
                </a:solidFill>
                <a:latin typeface="Microsoft YaHei"/>
                <a:ea typeface="Microsoft YaHei"/>
                <a:cs typeface="Microsoft YaHei"/>
              </a:rPr>
              <a:t>270°</a:t>
            </a:r>
          </a:p>
        </p:txBody>
      </p:sp>
      <p:sp>
        <p:nvSpPr>
          <p:cNvPr id="2009" name="TextBox 2008"/>
          <p:cNvSpPr txBox="1"/>
          <p:nvPr/>
        </p:nvSpPr>
        <p:spPr>
          <a:xfrm>
            <a:off x="6766559" y="3474720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I0   I1   I2   I3</a:t>
            </a:r>
          </a:p>
        </p:txBody>
      </p:sp>
      <p:sp>
        <p:nvSpPr>
          <p:cNvPr id="2010" name="TextBox 2009"/>
          <p:cNvSpPr txBox="1"/>
          <p:nvPr/>
        </p:nvSpPr>
        <p:spPr>
          <a:xfrm>
            <a:off x="6693408" y="3776472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8C4A"/>
                </a:solidFill>
                <a:latin typeface="Microsoft YaHei"/>
                <a:ea typeface="Microsoft YaHei"/>
                <a:cs typeface="Microsoft YaHei"/>
              </a:rPr>
              <a:t>Dc = I0 − I2   |   Ds = I3 − I1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为什么四步相移差分能得到相位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2 · Intuition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5321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7E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212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差分的两个核心作用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983480" cy="3429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1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1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I0−I2 与 I3−I1 会消掉大量共同亮度项，如环境光、背景亮度和局部反射率偏移。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1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1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Dc 近似余弦分量，Ds 近似正弦分量，二者组合后得到一个带相位信息的复数。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1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1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最终复数 D 的角度代表条纹相位，长度代表响应强度。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1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1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这让后续 FFT 不再依赖原始灰度，而是分析复数相位随频率的变化规律。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40680"/>
            <a:ext cx="4937760" cy="475488"/>
          </a:xfrm>
          <a:prstGeom prst="roundRect">
            <a:avLst/>
          </a:prstGeom>
          <a:solidFill>
            <a:srgbClr val="EFEC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77840"/>
            <a:ext cx="4663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D = 2R(cosθ + j sinθ) = 2R · exp(jθ)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17320"/>
            <a:ext cx="4572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417320"/>
            <a:ext cx="109728" cy="4389120"/>
          </a:xfrm>
          <a:prstGeom prst="roundRect">
            <a:avLst/>
          </a:prstGeom>
          <a:solidFill>
            <a:srgbClr val="7E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545336"/>
            <a:ext cx="4251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复平面表示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12280" y="3703320"/>
            <a:ext cx="3840480" cy="0"/>
          </a:xfrm>
          <a:prstGeom prst="line">
            <a:avLst/>
          </a:prstGeom>
          <a:ln w="13970">
            <a:solidFill>
              <a:srgbClr val="6676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686800" y="1828800"/>
            <a:ext cx="0" cy="3657600"/>
          </a:xfrm>
          <a:prstGeom prst="line">
            <a:avLst/>
          </a:prstGeom>
          <a:ln w="13970">
            <a:solidFill>
              <a:srgbClr val="6676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686800" y="2834639"/>
            <a:ext cx="1097280" cy="868681"/>
          </a:xfrm>
          <a:prstGeom prst="line">
            <a:avLst/>
          </a:prstGeom>
          <a:ln w="355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820655" y="2670047"/>
            <a:ext cx="274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8C4A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84080" y="2834639"/>
            <a:ext cx="0" cy="868681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86800" y="3703320"/>
            <a:ext cx="1097280" cy="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469880" y="3776472"/>
            <a:ext cx="2743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9952" y="1691640"/>
            <a:ext cx="2743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2048" y="189280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7E64D6"/>
                </a:solidFill>
                <a:latin typeface="Microsoft YaHei"/>
                <a:ea typeface="Microsoft YaHei"/>
                <a:cs typeface="Microsoft YaHei"/>
              </a:rPr>
              <a:t>D = Dc + jDs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一个更具体的数学视角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2 ·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108813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212080"/>
          </a:xfrm>
          <a:prstGeom prst="round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10561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投影强度模型与相机观测模型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1828800"/>
            <a:ext cx="10195560" cy="530352"/>
          </a:xfrm>
          <a:prstGeom prst="roundRect">
            <a:avLst/>
          </a:prstGeom>
          <a:solidFill>
            <a:srgbClr val="E6F1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965960"/>
            <a:ext cx="9921240" cy="347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I_proj(u, k, φ) = A · sin(2π f_k u + φ)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2697480"/>
            <a:ext cx="10195560" cy="603504"/>
          </a:xfrm>
          <a:prstGeom prst="roundRect">
            <a:avLst/>
          </a:prstGeom>
          <a:solidFill>
            <a:srgbClr val="E6F9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834640"/>
            <a:ext cx="99212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I_cam(xc, yc, k, φ) = B(xc, yc) + R(xc, yc) · A · sin(2π f_k u_p + φ)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657600"/>
            <a:ext cx="996696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B(xc, yc) 表示直流项，包括环境光、暗电流和背景亮度。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R(xc, yc) 表示局部反射率与亮度缩放。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四步相移差分会显著削弱 B，把主要信息集中到与 2π f_k u_p 相关的复数相位上。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最终解码使用的是幅值谱 |C| 的峰值位置，因此核心机制不依赖相位符号约定。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多频率：形成“频率轴信号”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3 · Frequency Response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486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166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FSM 真正分析的对象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800600" cy="3383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FSM 不是只看单个频率，而是看同一相机像素在所有投影频率下的响应。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对于固定像素 (x, y)，沿频率轴提取 D[0], D[1], …, D[M−1]。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这个长度为 M 的复数序列，就是该像素的频率响应信号。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不同投影仪坐标，会让这串复数在复平面上以不同速度旋转。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13248"/>
            <a:ext cx="4754880" cy="457200"/>
          </a:xfrm>
          <a:prstGeom prst="roundRect">
            <a:avLst/>
          </a:prstGeom>
          <a:solidFill>
            <a:srgbClr val="E6F9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0408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signal(x, y) = [D[0], D[1], …, D[M−1]]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17320"/>
            <a:ext cx="4572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417320"/>
            <a:ext cx="109728" cy="4434840"/>
          </a:xfrm>
          <a:prstGeom prst="round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545336"/>
            <a:ext cx="4251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复数旋转示意</a:t>
            </a:r>
          </a:p>
        </p:txBody>
      </p:sp>
      <p:sp>
        <p:nvSpPr>
          <p:cNvPr id="21" name="Oval 20"/>
          <p:cNvSpPr/>
          <p:nvPr/>
        </p:nvSpPr>
        <p:spPr>
          <a:xfrm>
            <a:off x="7251192" y="3593592"/>
            <a:ext cx="128016" cy="128016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7315200" y="3538922"/>
            <a:ext cx="365251" cy="118678"/>
          </a:xfrm>
          <a:prstGeom prst="line">
            <a:avLst/>
          </a:prstGeom>
          <a:ln w="254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78040" y="4041648"/>
            <a:ext cx="2743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D[0]</a:t>
            </a:r>
          </a:p>
        </p:txBody>
      </p:sp>
      <p:sp>
        <p:nvSpPr>
          <p:cNvPr id="24" name="Oval 23"/>
          <p:cNvSpPr/>
          <p:nvPr/>
        </p:nvSpPr>
        <p:spPr>
          <a:xfrm>
            <a:off x="7909560" y="3593592"/>
            <a:ext cx="128016" cy="128016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7973568" y="3395679"/>
            <a:ext cx="280874" cy="261921"/>
          </a:xfrm>
          <a:prstGeom prst="line">
            <a:avLst/>
          </a:prstGeom>
          <a:ln w="254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36408" y="4041648"/>
            <a:ext cx="2743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D[1]</a:t>
            </a:r>
          </a:p>
        </p:txBody>
      </p:sp>
      <p:sp>
        <p:nvSpPr>
          <p:cNvPr id="27" name="Oval 26"/>
          <p:cNvSpPr/>
          <p:nvPr/>
        </p:nvSpPr>
        <p:spPr>
          <a:xfrm>
            <a:off x="8567928" y="3593592"/>
            <a:ext cx="128016" cy="128016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8631936" y="3301516"/>
            <a:ext cx="143866" cy="356084"/>
          </a:xfrm>
          <a:prstGeom prst="line">
            <a:avLst/>
          </a:prstGeom>
          <a:ln w="254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94776" y="4041648"/>
            <a:ext cx="2743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D[2]</a:t>
            </a:r>
          </a:p>
        </p:txBody>
      </p:sp>
      <p:sp>
        <p:nvSpPr>
          <p:cNvPr id="30" name="Oval 29"/>
          <p:cNvSpPr/>
          <p:nvPr/>
        </p:nvSpPr>
        <p:spPr>
          <a:xfrm>
            <a:off x="9226296" y="3593592"/>
            <a:ext cx="128016" cy="128016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9270204" y="3274078"/>
            <a:ext cx="20100" cy="383522"/>
          </a:xfrm>
          <a:prstGeom prst="line">
            <a:avLst/>
          </a:prstGeom>
          <a:ln w="254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53144" y="4041648"/>
            <a:ext cx="2743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D[3]</a:t>
            </a:r>
          </a:p>
        </p:txBody>
      </p:sp>
      <p:sp>
        <p:nvSpPr>
          <p:cNvPr id="33" name="Oval 32"/>
          <p:cNvSpPr/>
          <p:nvPr/>
        </p:nvSpPr>
        <p:spPr>
          <a:xfrm>
            <a:off x="9884663" y="3593592"/>
            <a:ext cx="128016" cy="128016"/>
          </a:xfrm>
          <a:prstGeom prst="ellipse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9768372" y="3318505"/>
            <a:ext cx="180300" cy="339095"/>
          </a:xfrm>
          <a:prstGeom prst="line">
            <a:avLst/>
          </a:prstGeom>
          <a:ln w="25400">
            <a:solidFill>
              <a:srgbClr val="7E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811511" y="4041648"/>
            <a:ext cx="2743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D[4]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88352" y="4617720"/>
            <a:ext cx="2377440" cy="0"/>
          </a:xfrm>
          <a:prstGeom prst="line">
            <a:avLst/>
          </a:prstGeom>
          <a:ln w="1905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406640" y="4736592"/>
            <a:ext cx="2560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频率索引增加 → 相位逐步旋转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为什么 FFT 能找出投影仪坐标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3 · FFT Principle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4406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120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坐标 = 旋转速度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800600" cy="3383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投影仪坐标 u_p 会决定 D[k] 的相位增长速度。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FFT 的本质，就是同时测试各种候选旋转速度，看哪一种最匹配当前信号。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当候选旋转速度与真实速度一致时，所有频率样本会“转回来”并对齐。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对齐后相加最大，所以幅值谱出现峰值；峰值位置就是投影仪坐标。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13248"/>
            <a:ext cx="4800600" cy="457200"/>
          </a:xfrm>
          <a:prstGeom prst="roundRect">
            <a:avLst/>
          </a:prstGeom>
          <a:solidFill>
            <a:srgbClr val="E6F1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0408"/>
            <a:ext cx="4526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D[k] ≈ A · exp(j 2π k u_p / 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17320"/>
            <a:ext cx="4617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417320"/>
            <a:ext cx="109728" cy="4434840"/>
          </a:xfrm>
          <a:prstGeom prst="round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545336"/>
            <a:ext cx="4297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频谱峰值示意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20840" y="5486400"/>
            <a:ext cx="4050792" cy="0"/>
          </a:xfrm>
          <a:prstGeom prst="line">
            <a:avLst/>
          </a:prstGeom>
          <a:ln w="13970">
            <a:solidFill>
              <a:srgbClr val="6676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793992" y="1828800"/>
            <a:ext cx="0" cy="3657600"/>
          </a:xfrm>
          <a:prstGeom prst="line">
            <a:avLst/>
          </a:prstGeom>
          <a:ln w="13970">
            <a:solidFill>
              <a:srgbClr val="6676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967728" y="5098662"/>
            <a:ext cx="31120" cy="1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998848" y="5098633"/>
            <a:ext cx="31120" cy="2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029968" y="5098580"/>
            <a:ext cx="31121" cy="5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061089" y="5098486"/>
            <a:ext cx="31120" cy="9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092209" y="5098321"/>
            <a:ext cx="31120" cy="16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123329" y="5098040"/>
            <a:ext cx="31121" cy="28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154450" y="5097572"/>
            <a:ext cx="31120" cy="46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185570" y="5096813"/>
            <a:ext cx="31120" cy="75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216690" y="5095607"/>
            <a:ext cx="31121" cy="120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247811" y="5093739"/>
            <a:ext cx="31120" cy="186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278931" y="5090915"/>
            <a:ext cx="31120" cy="282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310051" y="5086748"/>
            <a:ext cx="31121" cy="416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341172" y="5080749"/>
            <a:ext cx="31120" cy="599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372292" y="5072326"/>
            <a:ext cx="31120" cy="842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403412" y="5060794"/>
            <a:ext cx="31121" cy="1153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434533" y="5045407"/>
            <a:ext cx="31120" cy="1538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465653" y="5025410"/>
            <a:ext cx="31120" cy="1999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496773" y="5000108"/>
            <a:ext cx="31121" cy="2530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527894" y="4968965"/>
            <a:ext cx="31120" cy="3114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559014" y="4931709"/>
            <a:ext cx="31120" cy="3725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590134" y="4888446"/>
            <a:ext cx="31121" cy="4326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621255" y="4839751"/>
            <a:ext cx="31120" cy="4869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652375" y="4786739"/>
            <a:ext cx="31120" cy="5301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683495" y="4731077"/>
            <a:ext cx="31121" cy="5566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714616" y="4674938"/>
            <a:ext cx="31120" cy="5613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745736" y="4620887"/>
            <a:ext cx="31120" cy="5405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776856" y="4571702"/>
            <a:ext cx="31121" cy="4918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807977" y="4530138"/>
            <a:ext cx="31120" cy="4156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839097" y="4498685"/>
            <a:ext cx="31120" cy="3145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870217" y="4479312"/>
            <a:ext cx="31121" cy="1937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901338" y="4473269"/>
            <a:ext cx="31120" cy="604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932458" y="4473269"/>
            <a:ext cx="31120" cy="768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963578" y="4480951"/>
            <a:ext cx="31121" cy="2090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994699" y="4501855"/>
            <a:ext cx="31120" cy="3278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025819" y="4534637"/>
            <a:ext cx="31120" cy="4261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056939" y="4577254"/>
            <a:ext cx="31121" cy="4991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088060" y="4627172"/>
            <a:ext cx="31120" cy="5444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119180" y="4681618"/>
            <a:ext cx="31120" cy="5621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150300" y="4737828"/>
            <a:ext cx="31121" cy="5545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181421" y="4793278"/>
            <a:ext cx="31120" cy="5257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212541" y="4845849"/>
            <a:ext cx="31120" cy="4809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243661" y="4893940"/>
            <a:ext cx="31121" cy="4256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274782" y="4936502"/>
            <a:ext cx="31120" cy="3651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305902" y="4973020"/>
            <a:ext cx="31120" cy="3041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337022" y="5003438"/>
            <a:ext cx="31121" cy="2462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368143" y="5028064"/>
            <a:ext cx="31120" cy="1939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399263" y="5047455"/>
            <a:ext cx="31120" cy="1485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430383" y="5062307"/>
            <a:ext cx="31121" cy="1105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461504" y="5073366"/>
            <a:ext cx="31120" cy="797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492624" y="5081343"/>
            <a:ext cx="31120" cy="552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523744" y="5086863"/>
            <a:ext cx="31121" cy="355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554865" y="5090419"/>
            <a:ext cx="31120" cy="192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585985" y="5092341"/>
            <a:ext cx="31120" cy="42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617105" y="5091592"/>
            <a:ext cx="31121" cy="117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648226" y="5088457"/>
            <a:ext cx="31120" cy="313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679346" y="5082652"/>
            <a:ext cx="31120" cy="580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710466" y="5073069"/>
            <a:ext cx="31121" cy="958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741587" y="5058117"/>
            <a:ext cx="31120" cy="1495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772707" y="5035671"/>
            <a:ext cx="31120" cy="2244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803827" y="5003042"/>
            <a:ext cx="31121" cy="3262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834948" y="4957020"/>
            <a:ext cx="31120" cy="4602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866068" y="4894008"/>
            <a:ext cx="31120" cy="6301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897188" y="4810278"/>
            <a:ext cx="31121" cy="8373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928309" y="4702360"/>
            <a:ext cx="31120" cy="10791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959429" y="4567562"/>
            <a:ext cx="31120" cy="13479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990549" y="4404563"/>
            <a:ext cx="31121" cy="16299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9021670" y="4214033"/>
            <a:ext cx="31120" cy="19053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052790" y="3999162"/>
            <a:ext cx="31120" cy="21487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9083910" y="3765986"/>
            <a:ext cx="31121" cy="23317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9115031" y="3523415"/>
            <a:ext cx="31120" cy="24257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9146151" y="3282861"/>
            <a:ext cx="31120" cy="24055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9177271" y="3057473"/>
            <a:ext cx="31121" cy="22538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9208392" y="2861005"/>
            <a:ext cx="31120" cy="19646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239512" y="2706452"/>
            <a:ext cx="31120" cy="15455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270632" y="2604638"/>
            <a:ext cx="31121" cy="10181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301753" y="2562963"/>
            <a:ext cx="31120" cy="4167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2873" y="2562963"/>
            <a:ext cx="31120" cy="2155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63993" y="2584518"/>
            <a:ext cx="31121" cy="8318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395114" y="2667700"/>
            <a:ext cx="31120" cy="13871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426234" y="2806413"/>
            <a:ext cx="31120" cy="18439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457354" y="2990806"/>
            <a:ext cx="31121" cy="21762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488475" y="3208428"/>
            <a:ext cx="31120" cy="23718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519595" y="3445612"/>
            <a:ext cx="31120" cy="24326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50715" y="3688877"/>
            <a:ext cx="31121" cy="23726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581836" y="3926139"/>
            <a:ext cx="31120" cy="22145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612956" y="4147596"/>
            <a:ext cx="31120" cy="19858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644076" y="4346179"/>
            <a:ext cx="31121" cy="17138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675197" y="4517563"/>
            <a:ext cx="31120" cy="14219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706317" y="4659755"/>
            <a:ext cx="31120" cy="11260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737437" y="4772358"/>
            <a:ext cx="31121" cy="8330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768558" y="4855665"/>
            <a:ext cx="31120" cy="5421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799678" y="4909875"/>
            <a:ext cx="31120" cy="2495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830798" y="4930639"/>
            <a:ext cx="31121" cy="419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861919" y="4899277"/>
            <a:ext cx="31120" cy="3136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893039" y="4846573"/>
            <a:ext cx="31120" cy="5270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924159" y="4783388"/>
            <a:ext cx="31121" cy="6318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955280" y="4724701"/>
            <a:ext cx="31120" cy="5868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986400" y="4686134"/>
            <a:ext cx="31120" cy="3856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0017520" y="4679069"/>
            <a:ext cx="31121" cy="706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0048641" y="4679069"/>
            <a:ext cx="31120" cy="2757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0079761" y="4706639"/>
            <a:ext cx="31120" cy="5616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110881" y="4762800"/>
            <a:ext cx="31121" cy="7221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142002" y="4835010"/>
            <a:ext cx="31120" cy="7409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173122" y="4909101"/>
            <a:ext cx="31120" cy="6475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204242" y="4973860"/>
            <a:ext cx="31121" cy="4957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235363" y="5023432"/>
            <a:ext cx="31120" cy="3371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0266483" y="5057149"/>
            <a:ext cx="31120" cy="2054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297603" y="5077697"/>
            <a:ext cx="31121" cy="1128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0328724" y="5088978"/>
            <a:ext cx="31120" cy="560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0359844" y="5094578"/>
            <a:ext cx="31120" cy="251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390964" y="5097097"/>
            <a:ext cx="31121" cy="103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422085" y="5098127"/>
            <a:ext cx="31120" cy="38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453205" y="5098510"/>
            <a:ext cx="31120" cy="12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0484325" y="5098639"/>
            <a:ext cx="31121" cy="4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515446" y="5098679"/>
            <a:ext cx="31120" cy="1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546566" y="5098690"/>
            <a:ext cx="31120" cy="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577686" y="5098693"/>
            <a:ext cx="31121" cy="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0608807" y="5098694"/>
            <a:ext cx="31120" cy="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639927" y="5098694"/>
            <a:ext cx="31121" cy="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/>
          <p:cNvSpPr/>
          <p:nvPr/>
        </p:nvSpPr>
        <p:spPr>
          <a:xfrm>
            <a:off x="9282988" y="2075688"/>
            <a:ext cx="109728" cy="109728"/>
          </a:xfrm>
          <a:prstGeom prst="ellipse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834932" y="1801368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8C4A"/>
                </a:solidFill>
                <a:latin typeface="Microsoft YaHei"/>
                <a:ea typeface="Microsoft YaHei"/>
                <a:cs typeface="Microsoft YaHei"/>
              </a:rPr>
              <a:t>argmax |C|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419088" y="169164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|C[q]|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305288" y="5541264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FFT bin q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单像素解码的四步总览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3 · 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108813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58A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10561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每个相机像素都会执行这四步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2057400"/>
            <a:ext cx="2057400" cy="822960"/>
          </a:xfrm>
          <a:prstGeom prst="roundRect">
            <a:avLst/>
          </a:prstGeom>
          <a:solidFill>
            <a:srgbClr val="EBF9EE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258568"/>
            <a:ext cx="1965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① 提取四相移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44951" y="2468880"/>
            <a:ext cx="292609" cy="0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64991" y="2057400"/>
            <a:ext cx="2057400" cy="822960"/>
          </a:xfrm>
          <a:prstGeom prst="roundRect">
            <a:avLst/>
          </a:prstGeom>
          <a:solidFill>
            <a:srgbClr val="EBF9EE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0711" y="2258568"/>
            <a:ext cx="1965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② 构造复信号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49824" y="2468880"/>
            <a:ext cx="292607" cy="0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769864" y="2057400"/>
            <a:ext cx="2057400" cy="822960"/>
          </a:xfrm>
          <a:prstGeom prst="roundRect">
            <a:avLst/>
          </a:prstGeom>
          <a:solidFill>
            <a:srgbClr val="EBF9EE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583" y="2258568"/>
            <a:ext cx="1965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③ 沿频率轴 FFT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54695" y="2468880"/>
            <a:ext cx="292609" cy="0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74736" y="2057400"/>
            <a:ext cx="2057400" cy="822960"/>
          </a:xfrm>
          <a:prstGeom prst="roundRect">
            <a:avLst/>
          </a:prstGeom>
          <a:solidFill>
            <a:srgbClr val="EBF9EE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2258568"/>
            <a:ext cx="1965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④ 峰值→坐标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657600"/>
            <a:ext cx="996696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输入图像数组形状为 (M×4, Hc, Wc)，第一维始终是“频率 × 相移”维度。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整个算法可理解为：对每个相机像素各自生成一条频率轴复信号，再独立做 1D FFT。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这也是为什么 FSM 本质上不是“在一张图里找条纹位置”，而是分析一个像素跨频率的响应。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步骤 1：提取四个相移序列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3 · 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486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166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按相位重新分组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846320" cy="3383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通过切片把图像按相位重排：I0=images[0::4]，I1=images[1::4]，I2=images[2::4]，I3=images[3::4]。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重排后，I0 / I1 / I2 / I3 的形状都变成 (M, Hc, Wc)。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对任意像素 (x, y)，I0[:, y, x] 就是它在所有频率下的 0° 响应序列。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17320"/>
            <a:ext cx="4572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109728" cy="4434840"/>
          </a:xfrm>
          <a:prstGeom prst="round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545336"/>
            <a:ext cx="4251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图像堆叠重排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2194560"/>
            <a:ext cx="713232" cy="1783080"/>
          </a:xfrm>
          <a:prstGeom prst="round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2852928"/>
            <a:ext cx="713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194560"/>
            <a:ext cx="713232" cy="1783080"/>
          </a:xfrm>
          <a:prstGeom prst="round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2852928"/>
            <a:ext cx="713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2194560"/>
            <a:ext cx="713232" cy="1783080"/>
          </a:xfrm>
          <a:prstGeom prst="roundRect">
            <a:avLst/>
          </a:prstGeom>
          <a:solidFill>
            <a:srgbClr val="7E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2852928"/>
            <a:ext cx="713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194560"/>
            <a:ext cx="713232" cy="1783080"/>
          </a:xfrm>
          <a:prstGeom prst="roundRect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852928"/>
            <a:ext cx="713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434340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(M, Hc, Wc)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步骤 2：构造频率轴复信号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3 · Step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486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7E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166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从实数灰度到复数序列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846320" cy="3291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对每个频率先做差分：Dc = I0−I2，Ds = I3−I1。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然后构造复数 D = Dc + jDs，数据形状保持为 (M, Hc, Wc)。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2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2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对单个像素来说，D[:, y, x] 就是一条沿频率轴排列的一维复数信号。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13248"/>
            <a:ext cx="4800600" cy="457200"/>
          </a:xfrm>
          <a:prstGeom prst="roundRect">
            <a:avLst/>
          </a:prstGeom>
          <a:solidFill>
            <a:srgbClr val="EFEC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0408"/>
            <a:ext cx="4526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D[:, y, x] = 该像素的频率轴复信号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17320"/>
            <a:ext cx="4572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417320"/>
            <a:ext cx="109728" cy="4434840"/>
          </a:xfrm>
          <a:prstGeom prst="roundRect">
            <a:avLst/>
          </a:prstGeom>
          <a:solidFill>
            <a:srgbClr val="7E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545336"/>
            <a:ext cx="4251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复平面表示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12280" y="3726179"/>
            <a:ext cx="3840480" cy="0"/>
          </a:xfrm>
          <a:prstGeom prst="line">
            <a:avLst/>
          </a:prstGeom>
          <a:ln w="13970">
            <a:solidFill>
              <a:srgbClr val="6676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686800" y="1828800"/>
            <a:ext cx="0" cy="3703320"/>
          </a:xfrm>
          <a:prstGeom prst="line">
            <a:avLst/>
          </a:prstGeom>
          <a:ln w="13970">
            <a:solidFill>
              <a:srgbClr val="6676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686800" y="2857499"/>
            <a:ext cx="1097280" cy="868680"/>
          </a:xfrm>
          <a:prstGeom prst="line">
            <a:avLst/>
          </a:prstGeom>
          <a:ln w="355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820655" y="2692907"/>
            <a:ext cx="274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8C4A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84080" y="2857499"/>
            <a:ext cx="0" cy="86868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86800" y="3726179"/>
            <a:ext cx="1097280" cy="0"/>
          </a:xfrm>
          <a:prstGeom prst="line">
            <a:avLst/>
          </a:prstGeom>
          <a:ln w="12700">
            <a:solidFill>
              <a:srgbClr val="E0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469880" y="3799331"/>
            <a:ext cx="2743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9952" y="1691640"/>
            <a:ext cx="2743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2048" y="189280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7E64D6"/>
                </a:solidFill>
                <a:latin typeface="Microsoft YaHei"/>
                <a:ea typeface="Microsoft YaHei"/>
                <a:cs typeface="Microsoft YaHei"/>
              </a:rPr>
              <a:t>D = Dc + jDs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步骤 3：沿频率维度做 FFT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3 · Step 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486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166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axis = 0 的含义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846320" cy="3474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1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1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主线代码按图像块处理，并对 D_block 执行 np.fft.fft(..., axis=0)。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1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1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axis=0 表示 FFT 沿频率轴执行，而不是对图像空间做二维傅里叶变换。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1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1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换句话说：每个像素自己做一条 1D FFT，图像中的像素之间并不互相混合。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1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1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当候选 bin 与真实坐标一致时，各频率样本相位会对齐。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5440680"/>
            <a:ext cx="4892040" cy="475488"/>
          </a:xfrm>
          <a:prstGeom prst="roundRect">
            <a:avLst/>
          </a:prstGeom>
          <a:solidFill>
            <a:srgbClr val="E6F9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5577840"/>
            <a:ext cx="4617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C[q] = Σ D[m] · exp(−j 2π q m / 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17320"/>
            <a:ext cx="4572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417320"/>
            <a:ext cx="109728" cy="4434840"/>
          </a:xfrm>
          <a:prstGeom prst="round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545336"/>
            <a:ext cx="4251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频率轴方向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057400"/>
            <a:ext cx="237744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2057400"/>
            <a:ext cx="9144" cy="2011680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2560320"/>
            <a:ext cx="2377440" cy="9144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0" y="2057400"/>
            <a:ext cx="9144" cy="2011680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3063240"/>
            <a:ext cx="2377440" cy="9144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2057400"/>
            <a:ext cx="9144" cy="2011680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3566160"/>
            <a:ext cx="2377440" cy="9144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8503920" y="2011680"/>
            <a:ext cx="0" cy="2286000"/>
          </a:xfrm>
          <a:prstGeom prst="line">
            <a:avLst/>
          </a:prstGeom>
          <a:ln w="29209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0" y="1783080"/>
            <a:ext cx="594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58C4A"/>
                </a:solidFill>
                <a:latin typeface="Microsoft YaHei"/>
                <a:ea typeface="Microsoft YaHei"/>
                <a:cs typeface="Microsoft YaHei"/>
              </a:rPr>
              <a:t>axis = 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步骤 4：峰值即坐标，峰高即置信度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3 · Step 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486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166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输出解释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846320" cy="3429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freq_index = argmax(|C|)：每个像素频谱最大峰值所在的 bin。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peak = max(|C|)/fft_length：主峰强度，经归一化后可作为质量指标。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当 coord_scale = 1.0 时，disparity = freq_index；否则还需要做尺度映射。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所以坐标和值都来自频谱：峰的位置给坐标，峰的高度给置信度。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40680"/>
            <a:ext cx="4800600" cy="475488"/>
          </a:xfrm>
          <a:prstGeom prst="roundRect">
            <a:avLst/>
          </a:prstGeom>
          <a:solidFill>
            <a:srgbClr val="FFF2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77840"/>
            <a:ext cx="4526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disparity = freq_index × coord_scale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17320"/>
            <a:ext cx="4572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417320"/>
            <a:ext cx="109728" cy="4434840"/>
          </a:xfrm>
          <a:prstGeom prst="round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545336"/>
            <a:ext cx="4251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频谱峰值示意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20840" y="5486400"/>
            <a:ext cx="4005071" cy="0"/>
          </a:xfrm>
          <a:prstGeom prst="line">
            <a:avLst/>
          </a:prstGeom>
          <a:ln w="13970">
            <a:solidFill>
              <a:srgbClr val="6676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793992" y="1828800"/>
            <a:ext cx="0" cy="3657600"/>
          </a:xfrm>
          <a:prstGeom prst="line">
            <a:avLst/>
          </a:prstGeom>
          <a:ln w="13970">
            <a:solidFill>
              <a:srgbClr val="6676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967728" y="5098662"/>
            <a:ext cx="30736" cy="1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998464" y="5098633"/>
            <a:ext cx="30736" cy="2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029200" y="5098580"/>
            <a:ext cx="30736" cy="5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059936" y="5098486"/>
            <a:ext cx="30736" cy="9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090672" y="5098321"/>
            <a:ext cx="30736" cy="16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121408" y="5098040"/>
            <a:ext cx="30736" cy="28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152144" y="5097572"/>
            <a:ext cx="30736" cy="46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182880" y="5096813"/>
            <a:ext cx="30737" cy="75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213617" y="5095607"/>
            <a:ext cx="30736" cy="120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244353" y="5093739"/>
            <a:ext cx="30736" cy="186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275089" y="5090915"/>
            <a:ext cx="30736" cy="282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305825" y="5086748"/>
            <a:ext cx="30736" cy="416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336561" y="5080749"/>
            <a:ext cx="30736" cy="599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367297" y="5072326"/>
            <a:ext cx="30736" cy="842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398033" y="5060794"/>
            <a:ext cx="30737" cy="1153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428770" y="5045407"/>
            <a:ext cx="30736" cy="1538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459506" y="5025410"/>
            <a:ext cx="30736" cy="1999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490242" y="5000108"/>
            <a:ext cx="30736" cy="2530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520978" y="4968965"/>
            <a:ext cx="30736" cy="3114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551714" y="4931709"/>
            <a:ext cx="30736" cy="3725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582450" y="4888446"/>
            <a:ext cx="30736" cy="4326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613186" y="4839751"/>
            <a:ext cx="30736" cy="4869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643922" y="4786739"/>
            <a:ext cx="30737" cy="5301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674659" y="4731077"/>
            <a:ext cx="30736" cy="5566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705395" y="4674938"/>
            <a:ext cx="30736" cy="5613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736131" y="4620887"/>
            <a:ext cx="30736" cy="5405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766867" y="4571702"/>
            <a:ext cx="30736" cy="4918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797603" y="4530138"/>
            <a:ext cx="30736" cy="4156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828339" y="4498685"/>
            <a:ext cx="30736" cy="3145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859075" y="4479312"/>
            <a:ext cx="30737" cy="1937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889812" y="4473269"/>
            <a:ext cx="30736" cy="604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920548" y="4473269"/>
            <a:ext cx="30736" cy="768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951284" y="4480950"/>
            <a:ext cx="30736" cy="2090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982020" y="4501855"/>
            <a:ext cx="30736" cy="3278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012756" y="4534637"/>
            <a:ext cx="30736" cy="4261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043492" y="4577253"/>
            <a:ext cx="30736" cy="4991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074228" y="4627169"/>
            <a:ext cx="30736" cy="5444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104964" y="4681611"/>
            <a:ext cx="30737" cy="5620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135701" y="4737814"/>
            <a:ext cx="30736" cy="5543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166437" y="4793247"/>
            <a:ext cx="30736" cy="5253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197173" y="4845784"/>
            <a:ext cx="30736" cy="4802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227909" y="4893807"/>
            <a:ext cx="30736" cy="4243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258645" y="4936238"/>
            <a:ext cx="30736" cy="3626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289381" y="4972506"/>
            <a:ext cx="30736" cy="2995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320117" y="5002464"/>
            <a:ext cx="30737" cy="2380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350854" y="5026264"/>
            <a:ext cx="30736" cy="1794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381590" y="5044209"/>
            <a:ext cx="30736" cy="1239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412326" y="5056604"/>
            <a:ext cx="30736" cy="699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443062" y="5063595"/>
            <a:ext cx="30736" cy="143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473798" y="5060303"/>
            <a:ext cx="30736" cy="472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504534" y="5048282"/>
            <a:ext cx="30736" cy="1202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535270" y="5027194"/>
            <a:ext cx="30736" cy="2108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566006" y="4994624"/>
            <a:ext cx="30737" cy="3257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596743" y="4947563"/>
            <a:ext cx="30736" cy="4706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627479" y="4882578"/>
            <a:ext cx="30736" cy="6498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658215" y="4796092"/>
            <a:ext cx="30736" cy="8648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688951" y="4684809"/>
            <a:ext cx="30736" cy="11128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719687" y="4546256"/>
            <a:ext cx="30736" cy="13855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750423" y="4379397"/>
            <a:ext cx="30736" cy="16685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781159" y="4185254"/>
            <a:ext cx="30737" cy="19414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811896" y="3967416"/>
            <a:ext cx="30736" cy="21783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842632" y="3732340"/>
            <a:ext cx="30736" cy="23507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873368" y="3489321"/>
            <a:ext cx="30736" cy="24301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904104" y="3250076"/>
            <a:ext cx="30736" cy="23924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934840" y="3027913"/>
            <a:ext cx="30736" cy="22216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965576" y="2836567"/>
            <a:ext cx="30736" cy="19134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996312" y="2688812"/>
            <a:ext cx="30737" cy="14775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027049" y="2595063"/>
            <a:ext cx="30736" cy="9374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9057785" y="2562161"/>
            <a:ext cx="30736" cy="3290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088521" y="2562161"/>
            <a:ext cx="30736" cy="3038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119257" y="2592548"/>
            <a:ext cx="30736" cy="9141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149993" y="2683967"/>
            <a:ext cx="30736" cy="14577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80729" y="2829741"/>
            <a:ext cx="30736" cy="18983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11465" y="3019579"/>
            <a:ext cx="30736" cy="22119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42201" y="3240773"/>
            <a:ext cx="30737" cy="23882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72938" y="3479602"/>
            <a:ext cx="30736" cy="24311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03674" y="3722715"/>
            <a:ext cx="30736" cy="23560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34410" y="3958319"/>
            <a:ext cx="30736" cy="21869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365146" y="4177016"/>
            <a:ext cx="30736" cy="19522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395882" y="4372243"/>
            <a:ext cx="30736" cy="16807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426618" y="4540315"/>
            <a:ext cx="30736" cy="13982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457354" y="4680143"/>
            <a:ext cx="30737" cy="11259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8091" y="4792734"/>
            <a:ext cx="30736" cy="8784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18827" y="4880578"/>
            <a:ext cx="30736" cy="6646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549563" y="4947039"/>
            <a:ext cx="30736" cy="4876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580299" y="4995800"/>
            <a:ext cx="30736" cy="3461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611035" y="5030418"/>
            <a:ext cx="30736" cy="2353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641771" y="5053952"/>
            <a:ext cx="30736" cy="1469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672507" y="5068648"/>
            <a:ext cx="30736" cy="697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703243" y="5074600"/>
            <a:ext cx="30737" cy="102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733980" y="5063770"/>
            <a:ext cx="30736" cy="1083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764716" y="5040188"/>
            <a:ext cx="30736" cy="2358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795452" y="5000906"/>
            <a:ext cx="30736" cy="3928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826188" y="4944940"/>
            <a:ext cx="30736" cy="5596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856924" y="4875489"/>
            <a:ext cx="30736" cy="6945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887660" y="4801235"/>
            <a:ext cx="30736" cy="74254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918396" y="4735437"/>
            <a:ext cx="30737" cy="6579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949133" y="4692430"/>
            <a:ext cx="30736" cy="4300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979869" y="4682668"/>
            <a:ext cx="30736" cy="976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0010605" y="4682668"/>
            <a:ext cx="30736" cy="25977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0041341" y="4708645"/>
            <a:ext cx="30736" cy="55245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072077" y="4763890"/>
            <a:ext cx="30736" cy="7169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102813" y="4835588"/>
            <a:ext cx="30736" cy="7381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133549" y="4909399"/>
            <a:ext cx="30736" cy="6461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164285" y="4974010"/>
            <a:ext cx="30737" cy="4949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195022" y="5023506"/>
            <a:ext cx="30736" cy="3367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0225758" y="5057184"/>
            <a:ext cx="30736" cy="2052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256494" y="5077713"/>
            <a:ext cx="30736" cy="11272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0287230" y="5088985"/>
            <a:ext cx="30736" cy="5596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0317966" y="5094581"/>
            <a:ext cx="30736" cy="251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348702" y="5097099"/>
            <a:ext cx="30736" cy="1028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379438" y="5098127"/>
            <a:ext cx="30737" cy="38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410175" y="5098510"/>
            <a:ext cx="30736" cy="129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0440911" y="5098639"/>
            <a:ext cx="30736" cy="4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471647" y="5098679"/>
            <a:ext cx="30736" cy="1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502383" y="5098690"/>
            <a:ext cx="30736" cy="3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533119" y="5098693"/>
            <a:ext cx="30736" cy="1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0563855" y="5098694"/>
            <a:ext cx="30736" cy="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594591" y="5098694"/>
            <a:ext cx="30737" cy="0"/>
          </a:xfrm>
          <a:prstGeom prst="line">
            <a:avLst/>
          </a:prstGeom>
          <a:ln w="24130">
            <a:solidFill>
              <a:srgbClr val="2468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/>
          <p:cNvSpPr/>
          <p:nvPr/>
        </p:nvSpPr>
        <p:spPr>
          <a:xfrm>
            <a:off x="9034272" y="2075688"/>
            <a:ext cx="109728" cy="109728"/>
          </a:xfrm>
          <a:prstGeom prst="ellipse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586215" y="1801368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8C4A"/>
                </a:solidFill>
                <a:latin typeface="Microsoft YaHei"/>
                <a:ea typeface="Microsoft YaHei"/>
                <a:cs typeface="Microsoft YaHei"/>
              </a:rPr>
              <a:t>argmax |C|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419088" y="169164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|C[q]|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259568" y="5541264"/>
            <a:ext cx="548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FFT bin q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把全过程压缩成一段伪代码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3 ·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109728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10652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单像素等价流程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1783080"/>
            <a:ext cx="9966960" cy="352044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1993392"/>
            <a:ext cx="9418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f in range(M):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304288"/>
            <a:ext cx="9418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I0, I1, I2, I3 = image[4f+0], image[4f+1], image[4f+2], image[4f+3]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615184"/>
            <a:ext cx="9418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Dc = I0[y,x] - I2[y,x]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926080"/>
            <a:ext cx="9418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Ds = I3[y,x] - I1[y,x]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236976"/>
            <a:ext cx="9418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signal.append(Dc + 1j*Ds)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547872"/>
            <a:ext cx="9418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858768"/>
            <a:ext cx="9418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 = fft(signal, n=fft_length)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169664"/>
            <a:ext cx="9418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coord   = argmax(abs(C))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480560"/>
            <a:ext cx="9418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quality = max(abs(C)) / fft_length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532120"/>
            <a:ext cx="9144000" cy="411480"/>
          </a:xfrm>
          <a:prstGeom prst="roundRect">
            <a:avLst/>
          </a:prstGeom>
          <a:solidFill>
            <a:srgbClr val="E6F1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5669280"/>
            <a:ext cx="8869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FSM 不是在单张图里找条纹位置，而是在频率轴上识别一个像素的“频率指纹”。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FFT 长度策略：_get_fft_params()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4 · Implementation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2120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58A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4892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标准模式与非标准模式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663440" cy="3429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hor 方向使用投影仪高度，ver 方向使用投影仪宽度，统称 proj_dim。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当 frequency_step = 1.0：fft_length = proj_dim，coord_scale = 1.0。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当 frequency_step ≠ 1.0：传统实现使用 fft_length = M，coord_scale = proj_dim / M。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coord_scale 的含义，就是“一个 FFT bin 代表多少个投影仪像素”。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47091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417320"/>
            <a:ext cx="109728" cy="4434840"/>
          </a:xfrm>
          <a:prstGeom prst="roundRect">
            <a:avLst/>
          </a:prstGeom>
          <a:solidFill>
            <a:srgbClr val="58A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545336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判断分支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2011680"/>
            <a:ext cx="1325880" cy="658368"/>
          </a:xfrm>
          <a:prstGeom prst="roundRect">
            <a:avLst/>
          </a:prstGeom>
          <a:solidFill>
            <a:srgbClr val="EBF9EE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212848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if step=1.0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1" y="2340864"/>
            <a:ext cx="109729" cy="0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28432" y="2011680"/>
            <a:ext cx="1325880" cy="658368"/>
          </a:xfrm>
          <a:prstGeom prst="roundRect">
            <a:avLst/>
          </a:prstGeom>
          <a:solidFill>
            <a:srgbClr val="EBF9EE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4152" y="2212848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fft_length=proj_dim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81744" y="2340864"/>
            <a:ext cx="109728" cy="0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18904" y="2011680"/>
            <a:ext cx="1325880" cy="658368"/>
          </a:xfrm>
          <a:prstGeom prst="roundRect">
            <a:avLst/>
          </a:prstGeom>
          <a:solidFill>
            <a:srgbClr val="EBF9EE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4624" y="2212848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coord_scale=1.0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3246120"/>
            <a:ext cx="1325880" cy="658368"/>
          </a:xfrm>
          <a:prstGeom prst="roundRect">
            <a:avLst/>
          </a:prstGeom>
          <a:solidFill>
            <a:srgbClr val="FFF2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447288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else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91271" y="3575303"/>
            <a:ext cx="109729" cy="0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28432" y="3246120"/>
            <a:ext cx="1325880" cy="658368"/>
          </a:xfrm>
          <a:prstGeom prst="roundRect">
            <a:avLst/>
          </a:prstGeom>
          <a:solidFill>
            <a:srgbClr val="FFF2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74152" y="3447288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fft_length=M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81744" y="3575303"/>
            <a:ext cx="109728" cy="0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518904" y="3246120"/>
            <a:ext cx="1325880" cy="658368"/>
          </a:xfrm>
          <a:prstGeom prst="roundRect">
            <a:avLst/>
          </a:prstGeom>
          <a:solidFill>
            <a:srgbClr val="FFF2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64624" y="3447288"/>
            <a:ext cx="1234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coord_scale=proj_dim/M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为什么错误的 FFT 长度会产生量化阶梯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4 · Pitfall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486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DD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166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错误设置带来的后果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800600" cy="3474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如果在标准模式下错误使用 fft_length = M，频谱采样点会过粗。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例如投影仪宽度 1920、频率数 340，则每个 bin 约对应 5.65 个投影仪像素。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argmax 只能返回整数索引，因此视差会落到离散台阶上。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这种台阶会直接传递到三维重建，表现为点云深度分层。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40680"/>
            <a:ext cx="4800600" cy="475488"/>
          </a:xfrm>
          <a:prstGeom prst="roundRect">
            <a:avLst/>
          </a:prstGeom>
          <a:solidFill>
            <a:srgbClr val="FFF2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77840"/>
            <a:ext cx="4526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1920 / 340 ≈ 5.65 像素 / bin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17320"/>
            <a:ext cx="4572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417320"/>
            <a:ext cx="109728" cy="4434840"/>
          </a:xfrm>
          <a:prstGeom prst="roundRect">
            <a:avLst/>
          </a:prstGeom>
          <a:solidFill>
            <a:srgbClr val="DD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545336"/>
            <a:ext cx="4251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量化阶梯示意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20840" y="5532120"/>
            <a:ext cx="4005071" cy="0"/>
          </a:xfrm>
          <a:prstGeom prst="line">
            <a:avLst/>
          </a:prstGeom>
          <a:ln w="13970">
            <a:solidFill>
              <a:srgbClr val="6676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793992" y="1737360"/>
            <a:ext cx="0" cy="3794760"/>
          </a:xfrm>
          <a:prstGeom prst="line">
            <a:avLst/>
          </a:prstGeom>
          <a:ln w="13970">
            <a:solidFill>
              <a:srgbClr val="6676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03720" y="5349240"/>
            <a:ext cx="594359" cy="0"/>
          </a:xfrm>
          <a:prstGeom prst="line">
            <a:avLst/>
          </a:prstGeom>
          <a:ln w="27940">
            <a:solidFill>
              <a:srgbClr val="DD5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498079" y="4937759"/>
            <a:ext cx="0" cy="411481"/>
          </a:xfrm>
          <a:prstGeom prst="line">
            <a:avLst/>
          </a:prstGeom>
          <a:ln w="27940">
            <a:solidFill>
              <a:srgbClr val="DD5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98079" y="4937759"/>
            <a:ext cx="594361" cy="0"/>
          </a:xfrm>
          <a:prstGeom prst="line">
            <a:avLst/>
          </a:prstGeom>
          <a:ln w="27940">
            <a:solidFill>
              <a:srgbClr val="DD5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092440" y="4526279"/>
            <a:ext cx="0" cy="411480"/>
          </a:xfrm>
          <a:prstGeom prst="line">
            <a:avLst/>
          </a:prstGeom>
          <a:ln w="27940">
            <a:solidFill>
              <a:srgbClr val="DD5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92440" y="4526279"/>
            <a:ext cx="594360" cy="0"/>
          </a:xfrm>
          <a:prstGeom prst="line">
            <a:avLst/>
          </a:prstGeom>
          <a:ln w="27940">
            <a:solidFill>
              <a:srgbClr val="DD5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686800" y="4114800"/>
            <a:ext cx="0" cy="411479"/>
          </a:xfrm>
          <a:prstGeom prst="line">
            <a:avLst/>
          </a:prstGeom>
          <a:ln w="27940">
            <a:solidFill>
              <a:srgbClr val="DD5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86800" y="4114800"/>
            <a:ext cx="594360" cy="0"/>
          </a:xfrm>
          <a:prstGeom prst="line">
            <a:avLst/>
          </a:prstGeom>
          <a:ln w="27940">
            <a:solidFill>
              <a:srgbClr val="DD5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281160" y="3703319"/>
            <a:ext cx="0" cy="411481"/>
          </a:xfrm>
          <a:prstGeom prst="line">
            <a:avLst/>
          </a:prstGeom>
          <a:ln w="27940">
            <a:solidFill>
              <a:srgbClr val="DD5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81160" y="3703319"/>
            <a:ext cx="594360" cy="0"/>
          </a:xfrm>
          <a:prstGeom prst="line">
            <a:avLst/>
          </a:prstGeom>
          <a:ln w="27940">
            <a:solidFill>
              <a:srgbClr val="DD5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903720" y="5323258"/>
            <a:ext cx="53008" cy="25982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956728" y="5291583"/>
            <a:ext cx="53009" cy="31675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009737" y="5257332"/>
            <a:ext cx="53009" cy="34251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062746" y="5221292"/>
            <a:ext cx="53008" cy="36040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115754" y="5183862"/>
            <a:ext cx="53009" cy="37430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168763" y="5145284"/>
            <a:ext cx="53009" cy="38578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221772" y="5105725"/>
            <a:ext cx="53008" cy="39559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274780" y="5065307"/>
            <a:ext cx="53009" cy="40418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327789" y="5024122"/>
            <a:ext cx="53009" cy="41185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380798" y="4982243"/>
            <a:ext cx="53008" cy="41879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433806" y="4939731"/>
            <a:ext cx="53009" cy="42512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486815" y="4896634"/>
            <a:ext cx="53009" cy="43097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539824" y="4852994"/>
            <a:ext cx="53009" cy="43640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592833" y="4808848"/>
            <a:ext cx="53008" cy="44146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645841" y="4764225"/>
            <a:ext cx="53009" cy="44623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698850" y="4719154"/>
            <a:ext cx="53009" cy="45071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751859" y="4673658"/>
            <a:ext cx="53008" cy="45496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804867" y="4627759"/>
            <a:ext cx="53009" cy="45899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857876" y="4581475"/>
            <a:ext cx="53009" cy="46284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910885" y="4534824"/>
            <a:ext cx="53008" cy="46651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963893" y="4487822"/>
            <a:ext cx="53009" cy="47002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016902" y="4440483"/>
            <a:ext cx="53009" cy="47339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069911" y="4392820"/>
            <a:ext cx="53009" cy="47663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122920" y="4344845"/>
            <a:ext cx="53008" cy="47975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175928" y="4296569"/>
            <a:ext cx="53009" cy="48276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228937" y="4248002"/>
            <a:ext cx="53009" cy="48567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281946" y="4199155"/>
            <a:ext cx="53008" cy="48847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334954" y="4150035"/>
            <a:ext cx="53009" cy="49120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387963" y="4100651"/>
            <a:ext cx="53009" cy="49384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440972" y="4051012"/>
            <a:ext cx="53008" cy="49639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493980" y="4001123"/>
            <a:ext cx="53009" cy="49889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546989" y="3950992"/>
            <a:ext cx="53009" cy="50131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599998" y="3900626"/>
            <a:ext cx="53008" cy="50366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653006" y="3850030"/>
            <a:ext cx="53009" cy="50596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706015" y="3799211"/>
            <a:ext cx="53009" cy="50819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759024" y="3748173"/>
            <a:ext cx="53009" cy="51038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812033" y="3696922"/>
            <a:ext cx="53008" cy="51251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865041" y="3645463"/>
            <a:ext cx="53009" cy="51459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918050" y="3593800"/>
            <a:ext cx="53009" cy="51663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971059" y="3541939"/>
            <a:ext cx="53008" cy="51861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024067" y="3489882"/>
            <a:ext cx="53009" cy="52057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077076" y="3437634"/>
            <a:ext cx="53009" cy="52248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130085" y="3385200"/>
            <a:ext cx="53008" cy="52434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183093" y="3332582"/>
            <a:ext cx="53009" cy="52618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236102" y="3279785"/>
            <a:ext cx="53009" cy="52797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289111" y="3226811"/>
            <a:ext cx="53009" cy="52974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342120" y="3173665"/>
            <a:ext cx="53008" cy="53146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395128" y="3120348"/>
            <a:ext cx="53009" cy="53317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448137" y="3066865"/>
            <a:ext cx="53009" cy="53483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501146" y="3013217"/>
            <a:ext cx="53008" cy="53648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554154" y="2959409"/>
            <a:ext cx="53009" cy="53808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607163" y="2905441"/>
            <a:ext cx="53009" cy="53968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660172" y="2851318"/>
            <a:ext cx="53008" cy="54123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9713180" y="2797042"/>
            <a:ext cx="53009" cy="54276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9766189" y="2742614"/>
            <a:ext cx="53009" cy="54428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9819198" y="2688038"/>
            <a:ext cx="53008" cy="54576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9872206" y="2633316"/>
            <a:ext cx="53009" cy="54722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9925215" y="2578449"/>
            <a:ext cx="53009" cy="54867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978224" y="2523440"/>
            <a:ext cx="53009" cy="55009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031233" y="2468291"/>
            <a:ext cx="53008" cy="55149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084241" y="2413005"/>
            <a:ext cx="53009" cy="55286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137250" y="2357582"/>
            <a:ext cx="53009" cy="55423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190259" y="2302024"/>
            <a:ext cx="53008" cy="55558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243267" y="2246335"/>
            <a:ext cx="53009" cy="55689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296276" y="2190514"/>
            <a:ext cx="53009" cy="55821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349285" y="2134565"/>
            <a:ext cx="53008" cy="55949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402293" y="2078488"/>
            <a:ext cx="53009" cy="56077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455302" y="2022286"/>
            <a:ext cx="53009" cy="56202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508311" y="1965960"/>
            <a:ext cx="53009" cy="56326"/>
          </a:xfrm>
          <a:prstGeom prst="line">
            <a:avLst/>
          </a:prstGeom>
          <a:ln w="1778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7040880" y="1947672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D5757"/>
                </a:solidFill>
                <a:latin typeface="Microsoft YaHei"/>
                <a:ea typeface="Microsoft YaHei"/>
                <a:cs typeface="Microsoft YaHei"/>
              </a:rPr>
              <a:t>错误：fft_length = 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86800" y="1947672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正确：fft_length = proj_dim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为什么 M 可以小于投影仪分辨率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4 · Zero Padding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486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166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零填充的真正含义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800600" cy="3429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1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1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当 fft_length &gt; M 时，NumPy 会在频率序列后面补零。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1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1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补零不会引入新信息，但会让频谱在更密的坐标上被采样。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1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1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这相当于把频谱峰值的位置放到投影仪像素坐标尺度上表达。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1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1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因此零填充的价值是“避免粗量化”，而不是“凭空增加分辨率”。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17320"/>
            <a:ext cx="4572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109728" cy="4434840"/>
          </a:xfrm>
          <a:prstGeom prst="round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545336"/>
            <a:ext cx="4251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零填充示意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2377440"/>
            <a:ext cx="1783080" cy="438912"/>
          </a:xfrm>
          <a:prstGeom prst="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60" y="2377440"/>
            <a:ext cx="1783080" cy="438912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96312"/>
            <a:ext cx="1783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真实采样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496312"/>
            <a:ext cx="1783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补零到 fft_length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78040" y="3355848"/>
            <a:ext cx="2926080" cy="0"/>
          </a:xfrm>
          <a:prstGeom prst="line">
            <a:avLst/>
          </a:prstGeom>
          <a:ln w="2286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40880" y="3566160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频谱采样更密，但不增加新信息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工程实现：分块处理与低内存模式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4 · Engineering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486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58A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166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速度与内存之间的取舍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800600" cy="3429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标准模式按 block_size 切块，对块内全部像素同时做 FFT，整体速度更快。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低内存模式按行、甚至按像素处理，显著降低中间频谱数组的峰值内存。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代价是 Python 层循环更多，通常会更慢。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建议：内存足够时优先标准模式；内存紧张时再启用 LOW_MEMORY_MODE。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17320"/>
            <a:ext cx="4572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109728" cy="4434840"/>
          </a:xfrm>
          <a:prstGeom prst="roundRect">
            <a:avLst/>
          </a:prstGeom>
          <a:solidFill>
            <a:srgbClr val="58A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545336"/>
            <a:ext cx="4251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分块 vs 低内存模式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93408" y="2194560"/>
            <a:ext cx="1645920" cy="1645920"/>
          </a:xfrm>
          <a:prstGeom prst="roundRect">
            <a:avLst/>
          </a:prstGeom>
          <a:solidFill>
            <a:srgbClr val="EBF9EE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04888" y="2194560"/>
            <a:ext cx="9144" cy="1645920"/>
          </a:xfrm>
          <a:prstGeom prst="rect">
            <a:avLst/>
          </a:prstGeom>
          <a:solidFill>
            <a:srgbClr val="58A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93408" y="2606040"/>
            <a:ext cx="1645920" cy="9144"/>
          </a:xfrm>
          <a:prstGeom prst="rect">
            <a:avLst/>
          </a:prstGeom>
          <a:solidFill>
            <a:srgbClr val="58A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16368" y="2194560"/>
            <a:ext cx="9144" cy="1645920"/>
          </a:xfrm>
          <a:prstGeom prst="rect">
            <a:avLst/>
          </a:prstGeom>
          <a:solidFill>
            <a:srgbClr val="58A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93408" y="3017520"/>
            <a:ext cx="1645920" cy="9144"/>
          </a:xfrm>
          <a:prstGeom prst="rect">
            <a:avLst/>
          </a:prstGeom>
          <a:solidFill>
            <a:srgbClr val="58A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27848" y="2194560"/>
            <a:ext cx="9144" cy="1645920"/>
          </a:xfrm>
          <a:prstGeom prst="rect">
            <a:avLst/>
          </a:prstGeom>
          <a:solidFill>
            <a:srgbClr val="58A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93408" y="3429000"/>
            <a:ext cx="1645920" cy="9144"/>
          </a:xfrm>
          <a:prstGeom prst="rect">
            <a:avLst/>
          </a:prstGeom>
          <a:solidFill>
            <a:srgbClr val="58A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8" y="399592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8AE72"/>
                </a:solidFill>
                <a:latin typeface="Microsoft YaHei"/>
                <a:ea typeface="Microsoft YaHei"/>
                <a:cs typeface="Microsoft YaHei"/>
              </a:rPr>
              <a:t>标准分块
更快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2194560"/>
            <a:ext cx="1645920" cy="1645920"/>
          </a:xfrm>
          <a:prstGeom prst="roundRect">
            <a:avLst/>
          </a:prstGeom>
          <a:solidFill>
            <a:srgbClr val="FFF2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70848" y="2331720"/>
            <a:ext cx="1325880" cy="45720"/>
          </a:xfrm>
          <a:prstGeom prst="rect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70848" y="2532888"/>
            <a:ext cx="1325880" cy="45720"/>
          </a:xfrm>
          <a:prstGeom prst="rect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0848" y="2734056"/>
            <a:ext cx="1325880" cy="45720"/>
          </a:xfrm>
          <a:prstGeom prst="rect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70848" y="2935224"/>
            <a:ext cx="1325880" cy="45720"/>
          </a:xfrm>
          <a:prstGeom prst="rect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70848" y="3136391"/>
            <a:ext cx="1325880" cy="45720"/>
          </a:xfrm>
          <a:prstGeom prst="rect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70848" y="3337560"/>
            <a:ext cx="1325880" cy="45720"/>
          </a:xfrm>
          <a:prstGeom prst="rect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399592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8C4A"/>
                </a:solidFill>
                <a:latin typeface="Microsoft YaHei"/>
                <a:ea typeface="Microsoft YaHei"/>
                <a:cs typeface="Microsoft YaHei"/>
              </a:rPr>
              <a:t>逐行/逐像素
更省内存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图像缓存机制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4 · Engineering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486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166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为什么缓存有价值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800600" cy="3429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ImageLoader.load_images() 支持把已读取图像保存为 images_cache.npy。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如果缓存已存在，后续调试就可以直接 np.load，避免重复逐张读取图像。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这不会改变算法结果，只是把大量小文件 I/O 转换成一次数组读取。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在反复调试 FFT 参数、多峰扫描或极线校正时，缓存能明显提升效率。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17320"/>
            <a:ext cx="4572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109728" cy="4434840"/>
          </a:xfrm>
          <a:prstGeom prst="roundRect">
            <a:avLst/>
          </a:prstGeom>
          <a:solidFill>
            <a:srgbClr val="24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545336"/>
            <a:ext cx="4251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缓存读取逻辑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2560320"/>
            <a:ext cx="1097280" cy="640080"/>
          </a:xfrm>
          <a:prstGeom prst="roundRect">
            <a:avLst/>
          </a:prstGeom>
          <a:solidFill>
            <a:srgbClr val="E6F1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788920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468C2"/>
                </a:solidFill>
                <a:latin typeface="Microsoft YaHei"/>
                <a:ea typeface="Microsoft YaHei"/>
                <a:cs typeface="Microsoft YaHei"/>
              </a:rPr>
              <a:t>图像文件</a:t>
            </a:r>
          </a:p>
        </p:txBody>
      </p:sp>
      <p:sp>
        <p:nvSpPr>
          <p:cNvPr id="21" name="Diamond 20"/>
          <p:cNvSpPr/>
          <p:nvPr/>
        </p:nvSpPr>
        <p:spPr>
          <a:xfrm>
            <a:off x="8092440" y="2441448"/>
            <a:ext cx="1143000" cy="868680"/>
          </a:xfrm>
          <a:prstGeom prst="diamond">
            <a:avLst/>
          </a:prstGeom>
          <a:solidFill>
            <a:srgbClr val="FFF2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2660904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8C4A"/>
                </a:solidFill>
                <a:latin typeface="Microsoft YaHei"/>
                <a:ea typeface="Microsoft YaHei"/>
                <a:cs typeface="Microsoft YaHei"/>
              </a:rPr>
              <a:t>缓存
存在？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2075688"/>
            <a:ext cx="1097280" cy="640080"/>
          </a:xfrm>
          <a:prstGeom prst="roundRect">
            <a:avLst/>
          </a:prstGeom>
          <a:solidFill>
            <a:srgbClr val="EBF9EE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2304288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8AE72"/>
                </a:solidFill>
                <a:latin typeface="Microsoft YaHei"/>
                <a:ea typeface="Microsoft YaHei"/>
                <a:cs typeface="Microsoft YaHei"/>
              </a:rPr>
              <a:t>读 .npy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3081528"/>
            <a:ext cx="1097280" cy="640080"/>
          </a:xfrm>
          <a:prstGeom prst="roundRect">
            <a:avLst/>
          </a:prstGeom>
          <a:solidFill>
            <a:srgbClr val="E6F9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32644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读图片
并保存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26679" y="2880360"/>
            <a:ext cx="365761" cy="0"/>
          </a:xfrm>
          <a:prstGeom prst="line">
            <a:avLst/>
          </a:prstGeom>
          <a:ln w="15240">
            <a:solidFill>
              <a:srgbClr val="6676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235440" y="2377440"/>
            <a:ext cx="411480" cy="274320"/>
          </a:xfrm>
          <a:prstGeom prst="line">
            <a:avLst/>
          </a:prstGeom>
          <a:ln w="15240">
            <a:solidFill>
              <a:srgbClr val="58AE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235440" y="3108960"/>
            <a:ext cx="411480" cy="274320"/>
          </a:xfrm>
          <a:prstGeom prst="line">
            <a:avLst/>
          </a:prstGeom>
          <a:ln w="1524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08592" y="2441448"/>
            <a:ext cx="20116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8AE72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8592" y="3227832"/>
            <a:ext cx="20116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多峰检测：当频谱不止一个峰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4 · Post-processing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486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166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候选峰，而不是唯一峰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800600" cy="3429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实际场景中，高反光、遮挡边界、多路径反射与噪声，都会让频谱出现多个显著峰值。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MultiPeakDetector 会先用阈值过滤弱峰，再检查局部极大值。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距离过近的峰会根据 merge_distance 做合并，得到更稳定的候选位置。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它输出的是一组候选坐标，为后续几何筛选提供输入。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17320"/>
            <a:ext cx="4572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109728" cy="4434840"/>
          </a:xfrm>
          <a:prstGeom prst="roundRect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545336"/>
            <a:ext cx="4251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多峰检测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693407" y="5550408"/>
            <a:ext cx="4059937" cy="0"/>
          </a:xfrm>
          <a:prstGeom prst="line">
            <a:avLst/>
          </a:prstGeom>
          <a:ln w="13970">
            <a:solidFill>
              <a:srgbClr val="6676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766559" y="1737360"/>
            <a:ext cx="0" cy="3813048"/>
          </a:xfrm>
          <a:prstGeom prst="line">
            <a:avLst/>
          </a:prstGeom>
          <a:ln w="13970">
            <a:solidFill>
              <a:srgbClr val="6676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31152" y="5131612"/>
            <a:ext cx="31120" cy="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62272" y="5131612"/>
            <a:ext cx="31120" cy="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93392" y="5131612"/>
            <a:ext cx="31121" cy="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024513" y="5131611"/>
            <a:ext cx="31120" cy="1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055633" y="5131607"/>
            <a:ext cx="31120" cy="4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086753" y="5131596"/>
            <a:ext cx="31121" cy="11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17874" y="5131564"/>
            <a:ext cx="31120" cy="32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148994" y="5131473"/>
            <a:ext cx="31120" cy="91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180114" y="5131233"/>
            <a:ext cx="31121" cy="24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211235" y="5130639"/>
            <a:ext cx="31120" cy="594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242355" y="5129252"/>
            <a:ext cx="31120" cy="1387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273475" y="5126202"/>
            <a:ext cx="31121" cy="305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304596" y="5119895"/>
            <a:ext cx="31120" cy="6307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335716" y="5107628"/>
            <a:ext cx="31120" cy="12267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366836" y="5085216"/>
            <a:ext cx="31121" cy="22412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397957" y="5046789"/>
            <a:ext cx="31120" cy="38427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429077" y="4985054"/>
            <a:ext cx="31120" cy="61735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460197" y="4892296"/>
            <a:ext cx="31121" cy="92758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491318" y="4762296"/>
            <a:ext cx="31120" cy="13000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522438" y="4592983"/>
            <a:ext cx="31120" cy="169313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553558" y="4389196"/>
            <a:ext cx="31121" cy="203787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584679" y="4164516"/>
            <a:ext cx="31120" cy="22468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615799" y="3941036"/>
            <a:ext cx="31120" cy="22348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646919" y="3746420"/>
            <a:ext cx="31121" cy="194616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678040" y="3608512"/>
            <a:ext cx="31120" cy="137908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709160" y="3548863"/>
            <a:ext cx="31120" cy="59649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40280" y="3548863"/>
            <a:ext cx="31121" cy="28356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771401" y="3577219"/>
            <a:ext cx="31120" cy="111696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802521" y="3688915"/>
            <a:ext cx="31120" cy="177219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833641" y="3866134"/>
            <a:ext cx="31121" cy="21642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864762" y="4082554"/>
            <a:ext cx="31120" cy="227176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895882" y="4309730"/>
            <a:ext cx="31120" cy="213348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927002" y="4523078"/>
            <a:ext cx="31121" cy="182714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958123" y="4705792"/>
            <a:ext cx="31120" cy="14422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989243" y="4850012"/>
            <a:ext cx="31120" cy="105603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020363" y="4955615"/>
            <a:ext cx="31121" cy="72041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051484" y="5027656"/>
            <a:ext cx="31120" cy="4592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082604" y="5073576"/>
            <a:ext cx="31120" cy="27397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113724" y="5100973"/>
            <a:ext cx="31121" cy="15297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144845" y="5116270"/>
            <a:ext cx="31120" cy="7922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175965" y="5124192"/>
            <a:ext cx="31120" cy="3594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207085" y="5127786"/>
            <a:ext cx="31121" cy="866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238206" y="5127137"/>
            <a:ext cx="31120" cy="1515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269326" y="5122315"/>
            <a:ext cx="31120" cy="4822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300446" y="5111696"/>
            <a:ext cx="31121" cy="10619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331567" y="5090669"/>
            <a:ext cx="31120" cy="21027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362687" y="5051863"/>
            <a:ext cx="31120" cy="38806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393807" y="4984749"/>
            <a:ext cx="31121" cy="67114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424928" y="4875994"/>
            <a:ext cx="31120" cy="108755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456048" y="4711136"/>
            <a:ext cx="31120" cy="164858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487168" y="4477944"/>
            <a:ext cx="31121" cy="233192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518289" y="4171242"/>
            <a:ext cx="31120" cy="306702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549409" y="3798137"/>
            <a:ext cx="31120" cy="373105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580529" y="3381778"/>
            <a:ext cx="31121" cy="416359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611650" y="2961541"/>
            <a:ext cx="31120" cy="420237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642770" y="2588202"/>
            <a:ext cx="31120" cy="373339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673890" y="2314370"/>
            <a:ext cx="31121" cy="273832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705011" y="2182459"/>
            <a:ext cx="31120" cy="131911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736131" y="2182459"/>
            <a:ext cx="31120" cy="31486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767251" y="2213945"/>
            <a:ext cx="31121" cy="189698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798372" y="2403643"/>
            <a:ext cx="31120" cy="317462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829492" y="2721105"/>
            <a:ext cx="31120" cy="397511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860612" y="3118616"/>
            <a:ext cx="31121" cy="424293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891733" y="3542909"/>
            <a:ext cx="31120" cy="403732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922853" y="3946641"/>
            <a:ext cx="31120" cy="349677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953973" y="4296318"/>
            <a:ext cx="31121" cy="278826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985094" y="4575144"/>
            <a:ext cx="31120" cy="206096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016214" y="4781240"/>
            <a:ext cx="31120" cy="141829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047334" y="4923069"/>
            <a:ext cx="31121" cy="91082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078455" y="5014151"/>
            <a:ext cx="31120" cy="54528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109575" y="5068679"/>
            <a:ext cx="31120" cy="3004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0695" y="5098719"/>
            <a:ext cx="31121" cy="1422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171816" y="5112939"/>
            <a:ext cx="31120" cy="3404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9202936" y="5110470"/>
            <a:ext cx="31120" cy="5873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9234056" y="5093638"/>
            <a:ext cx="31121" cy="16832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265177" y="5061149"/>
            <a:ext cx="31120" cy="32489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296297" y="5005642"/>
            <a:ext cx="31120" cy="55507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327417" y="4917947"/>
            <a:ext cx="31121" cy="87695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358538" y="4788841"/>
            <a:ext cx="31120" cy="129106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389658" y="4611845"/>
            <a:ext cx="31120" cy="176996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20778" y="4386724"/>
            <a:ext cx="31121" cy="225121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451899" y="4122727"/>
            <a:ext cx="31120" cy="263997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483019" y="3840220"/>
            <a:ext cx="31120" cy="282507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514139" y="3569400"/>
            <a:ext cx="31121" cy="27082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545260" y="3345588"/>
            <a:ext cx="31120" cy="223812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576380" y="3201868"/>
            <a:ext cx="31120" cy="14372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607500" y="3161107"/>
            <a:ext cx="31121" cy="40761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638621" y="3161107"/>
            <a:ext cx="31120" cy="68898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669741" y="3230005"/>
            <a:ext cx="31120" cy="167287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700861" y="3397292"/>
            <a:ext cx="31121" cy="239452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731982" y="3636744"/>
            <a:ext cx="31120" cy="277163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763102" y="3913907"/>
            <a:ext cx="31120" cy="280259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794222" y="4194166"/>
            <a:ext cx="31121" cy="255396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825343" y="4449562"/>
            <a:ext cx="31120" cy="213073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856463" y="4662635"/>
            <a:ext cx="31120" cy="164222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887583" y="4826857"/>
            <a:ext cx="31121" cy="117593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918704" y="4944450"/>
            <a:ext cx="31120" cy="78533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949824" y="5022983"/>
            <a:ext cx="31120" cy="49043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980944" y="5072026"/>
            <a:ext cx="31121" cy="28697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0012065" y="5100723"/>
            <a:ext cx="31120" cy="15756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0043185" y="5116479"/>
            <a:ext cx="31120" cy="8126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0074305" y="5124605"/>
            <a:ext cx="31121" cy="3941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0105426" y="5128546"/>
            <a:ext cx="31120" cy="1798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136546" y="5130344"/>
            <a:ext cx="31120" cy="773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167666" y="5131117"/>
            <a:ext cx="31121" cy="312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198787" y="5131429"/>
            <a:ext cx="31120" cy="119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229907" y="5131548"/>
            <a:ext cx="31120" cy="43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261027" y="5131591"/>
            <a:ext cx="31121" cy="15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0292148" y="5131606"/>
            <a:ext cx="31120" cy="4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323268" y="5131610"/>
            <a:ext cx="31120" cy="2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0354388" y="5131612"/>
            <a:ext cx="31121" cy="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0385509" y="5131612"/>
            <a:ext cx="31120" cy="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416629" y="5131612"/>
            <a:ext cx="31120" cy="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447749" y="5131612"/>
            <a:ext cx="31121" cy="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478870" y="5131612"/>
            <a:ext cx="31120" cy="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0509990" y="5131612"/>
            <a:ext cx="31120" cy="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541110" y="5131612"/>
            <a:ext cx="31121" cy="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572231" y="5131612"/>
            <a:ext cx="31120" cy="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603351" y="5131612"/>
            <a:ext cx="31121" cy="0"/>
          </a:xfrm>
          <a:prstGeom prst="line">
            <a:avLst/>
          </a:prstGeom>
          <a:ln w="22860">
            <a:solidFill>
              <a:srgbClr val="F5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/>
          <p:cNvSpPr/>
          <p:nvPr/>
        </p:nvSpPr>
        <p:spPr>
          <a:xfrm>
            <a:off x="7700162" y="2075688"/>
            <a:ext cx="91440" cy="91440"/>
          </a:xfrm>
          <a:prstGeom prst="ellipse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8700058" y="2075688"/>
            <a:ext cx="91440" cy="91440"/>
          </a:xfrm>
          <a:prstGeom prst="ellipse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588855" y="2075688"/>
            <a:ext cx="91440" cy="91440"/>
          </a:xfrm>
          <a:prstGeom prst="ellipse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876288" y="3749039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58C4A"/>
                </a:solidFill>
                <a:latin typeface="Microsoft YaHei"/>
                <a:ea typeface="Microsoft YaHei"/>
                <a:cs typeface="Microsoft YaHei"/>
              </a:rPr>
              <a:t>limit + 局部极大值 + merge_distance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极线约束校正：用几何选出更合理的匹配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4 · Post-processing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486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23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166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第二级后处理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800600" cy="3429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EpipolarCorrector 使用相机—投影仪标定参数，在投影仪图像中计算极线。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把 hor / ver 候选峰组合成候选点，再计算每个点到极线的距离。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距离最小的点，通常几何一致性最好，因此被选为更可信的匹配。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极线校正是可选后处理，适合修正局部可疑像素，而不是替代主解码。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40680"/>
            <a:ext cx="4800600" cy="475488"/>
          </a:xfrm>
          <a:prstGeom prst="roundRect">
            <a:avLst/>
          </a:prstGeom>
          <a:solidFill>
            <a:srgbClr val="EBF9EE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77840"/>
            <a:ext cx="4526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distance = |ax + by + c| / √(a² + b²)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17320"/>
            <a:ext cx="4572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417320"/>
            <a:ext cx="109728" cy="4434840"/>
          </a:xfrm>
          <a:prstGeom prst="roundRect">
            <a:avLst/>
          </a:prstGeom>
          <a:solidFill>
            <a:srgbClr val="23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545336"/>
            <a:ext cx="4251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极线约束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2130552"/>
            <a:ext cx="3931920" cy="333755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7086600" y="2560320"/>
            <a:ext cx="3108960" cy="1097280"/>
          </a:xfrm>
          <a:prstGeom prst="line">
            <a:avLst/>
          </a:prstGeom>
          <a:ln w="27940">
            <a:solidFill>
              <a:srgbClr val="23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893808" y="2395728"/>
            <a:ext cx="4572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3A8A8"/>
                </a:solidFill>
                <a:latin typeface="Microsoft YaHei"/>
                <a:ea typeface="Microsoft YaHei"/>
                <a:cs typeface="Microsoft YaHei"/>
              </a:rPr>
              <a:t>极线</a:t>
            </a:r>
          </a:p>
        </p:txBody>
      </p:sp>
      <p:sp>
        <p:nvSpPr>
          <p:cNvPr id="24" name="Oval 23"/>
          <p:cNvSpPr/>
          <p:nvPr/>
        </p:nvSpPr>
        <p:spPr>
          <a:xfrm>
            <a:off x="7452360" y="3291839"/>
            <a:ext cx="109728" cy="109728"/>
          </a:xfrm>
          <a:prstGeom prst="ellipse">
            <a:avLst/>
          </a:prstGeom>
          <a:solidFill>
            <a:srgbClr val="667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75320" y="3017520"/>
            <a:ext cx="109728" cy="109728"/>
          </a:xfrm>
          <a:prstGeom prst="ellipse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15400" y="3383280"/>
            <a:ext cx="109728" cy="109728"/>
          </a:xfrm>
          <a:prstGeom prst="ellipse">
            <a:avLst/>
          </a:prstGeom>
          <a:solidFill>
            <a:srgbClr val="667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38360" y="2834640"/>
            <a:ext cx="109728" cy="109728"/>
          </a:xfrm>
          <a:prstGeom prst="ellipse">
            <a:avLst/>
          </a:prstGeom>
          <a:solidFill>
            <a:srgbClr val="667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3931920"/>
            <a:ext cx="3017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8C4A"/>
                </a:solidFill>
                <a:latin typeface="Microsoft YaHei"/>
                <a:ea typeface="Microsoft YaHei"/>
                <a:cs typeface="Microsoft YaHei"/>
              </a:rPr>
              <a:t>距离最小 → 最优匹配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解码质量评估与常见误差来源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4 · Diagnosis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5778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7E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257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如何看 peak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892040" cy="3291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peak = max(|C|) / fft_length，反映主峰强度；主峰越突出，解码通常越稳定。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peak &gt; 1.0：通常可靠；0.5~1.0：中等；≤0.5：较弱，易误匹配。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实际阈值需结合数据集、曝光和反射条件调整，不宜机械套用。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建议把 peak 图、视差图和点云结果一起看。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17320"/>
            <a:ext cx="45720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109728" cy="2651760"/>
          </a:xfrm>
          <a:prstGeom prst="roundRect">
            <a:avLst/>
          </a:prstGeom>
          <a:solidFill>
            <a:srgbClr val="7E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545336"/>
            <a:ext cx="4251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峰值质量分级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2167128"/>
            <a:ext cx="3657600" cy="51206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12280" y="2267712"/>
            <a:ext cx="914400" cy="301752"/>
          </a:xfrm>
          <a:prstGeom prst="roundRect">
            <a:avLst/>
          </a:prstGeom>
          <a:solidFill>
            <a:srgbClr val="58A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331720"/>
            <a:ext cx="91440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&gt; 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8" y="2331720"/>
            <a:ext cx="2240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主峰明显，通常可靠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2916936"/>
            <a:ext cx="3657600" cy="51206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80" y="3017520"/>
            <a:ext cx="914400" cy="301752"/>
          </a:xfrm>
          <a:prstGeom prst="roundRect">
            <a:avLst/>
          </a:prstGeom>
          <a:solidFill>
            <a:srgbClr val="F5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081527"/>
            <a:ext cx="91440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0.5 ~ 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8" y="3081528"/>
            <a:ext cx="2240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中等，建议结合点云检查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3666744"/>
            <a:ext cx="3657600" cy="51206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12280" y="3767328"/>
            <a:ext cx="914400" cy="301752"/>
          </a:xfrm>
          <a:prstGeom prst="roundRect">
            <a:avLst/>
          </a:prstGeom>
          <a:solidFill>
            <a:srgbClr val="DD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3831336"/>
            <a:ext cx="91440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≤ 0.5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8" y="3831335"/>
            <a:ext cx="2240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较弱，易误匹配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279392"/>
            <a:ext cx="45720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4279392"/>
            <a:ext cx="109728" cy="1572768"/>
          </a:xfrm>
          <a:prstGeom prst="roundRect">
            <a:avLst/>
          </a:prstGeom>
          <a:solidFill>
            <a:srgbClr val="DD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4407407"/>
            <a:ext cx="4251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常见误差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800600"/>
            <a:ext cx="39776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标定误差 / 反光 / 遮挡边界 / 序列顺序错误 / FFT 长度设置不合理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frequency_step = 0.5 的推荐改进方案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5 · Improved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486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23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166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为什么不能沿用旧分支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800600" cy="3474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当频率从 0,1,2,… 改成 0,0.5,1,1.5,… 时，相位旋转速度减半。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如果仍使用 fft_length = M、coord_scale = proj_dim / M，会导致严重坐标量化。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推荐方案：fft_length = 2×proj_dim，valid_length = proj_dim，coord_scale = 1.0。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同时只在前 proj_dim 个有效 bin 中寻找峰值，避免后半段负频率区干扰。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40680"/>
            <a:ext cx="4800600" cy="475488"/>
          </a:xfrm>
          <a:prstGeom prst="roundRect">
            <a:avLst/>
          </a:prstGeom>
          <a:solidFill>
            <a:srgbClr val="E6F9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77840"/>
            <a:ext cx="4526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disparity = argmax(C_valid),   C_valid = C_magnitude[:proj_dim]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17320"/>
            <a:ext cx="4572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417320"/>
            <a:ext cx="109728" cy="4434840"/>
          </a:xfrm>
          <a:prstGeom prst="roundRect">
            <a:avLst/>
          </a:prstGeom>
          <a:solidFill>
            <a:srgbClr val="23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545336"/>
            <a:ext cx="4251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0.5 步长下的有效频谱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03911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fft_length = 2 × proj_dim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3720" y="2743200"/>
            <a:ext cx="1783080" cy="502920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0" y="2743200"/>
            <a:ext cx="1783080" cy="502920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2825496"/>
            <a:ext cx="1508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有效坐标区
0 ~ proj_dim−1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2825496"/>
            <a:ext cx="1417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负频率区
不参与 argmax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630168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8C4A"/>
                </a:solidFill>
                <a:latin typeface="Microsoft YaHei"/>
                <a:ea typeface="Microsoft YaHei"/>
                <a:cs typeface="Microsoft YaHei"/>
              </a:rPr>
              <a:t>C_valid = C_magnitude[:proj_dim]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228600"/>
            <a:ext cx="2011680" cy="164592"/>
          </a:xfrm>
          <a:prstGeom prst="rect">
            <a:avLst/>
          </a:prstGeom>
          <a:solidFill>
            <a:srgbClr val="E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502920"/>
            <a:ext cx="1280160" cy="109728"/>
          </a:xfrm>
          <a:prstGeom prst="rect">
            <a:avLst/>
          </a:prstGeom>
          <a:solidFill>
            <a:srgbClr val="F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713232" cy="329184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4904"/>
            <a:ext cx="71323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86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FSM 在三维重建中的位置：完整数据流与总结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217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Section 6 ·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868680"/>
            <a:ext cx="1120140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40233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FSM / FSA Frequency Shift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9944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66768E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234440"/>
            <a:ext cx="54864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234440"/>
            <a:ext cx="109728" cy="5166360"/>
          </a:xfrm>
          <a:prstGeom prst="round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1362456"/>
            <a:ext cx="5166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最后记住这条主线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783080"/>
            <a:ext cx="4800600" cy="3566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条纹图像 → 四步相移 → 复信号 D[k] → 频率轴 FFT → 峰值位置 → 投影仪坐标。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最终输出是 camera pixel → projector pixel 的对应关系，而不是直接输出点云。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后续 FSM_reconstruct_* 会结合标定参数与 disp_hor / disp_ver 做三角化。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37C4D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>
                <a:solidFill>
                  <a:srgbClr val="323E50"/>
                </a:solidFill>
                <a:latin typeface="Microsoft YaHei"/>
                <a:ea typeface="Microsoft YaHei"/>
                <a:cs typeface="Microsoft YaHei"/>
              </a:rPr>
              <a:t>因此 FSM 的本质，是把空间位置编码成频率轴上的相位旋转速度，并用频谱峰值把它读出来。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17320"/>
            <a:ext cx="46177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109728" cy="4434840"/>
          </a:xfrm>
          <a:prstGeom prst="roundRect">
            <a:avLst/>
          </a:prstGeom>
          <a:solidFill>
            <a:srgbClr val="7E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545336"/>
            <a:ext cx="4297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完整数据流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2468880"/>
            <a:ext cx="658368" cy="1234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2834640"/>
            <a:ext cx="603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条纹投影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0" y="3090672"/>
            <a:ext cx="36576" cy="0"/>
          </a:xfrm>
          <a:prstGeom prst="line">
            <a:avLst/>
          </a:prstGeom>
          <a:ln w="1524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79208" y="2468880"/>
            <a:ext cx="658368" cy="1234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834640"/>
            <a:ext cx="603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相机采集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65008" y="3090672"/>
            <a:ext cx="36576" cy="0"/>
          </a:xfrm>
          <a:prstGeom prst="line">
            <a:avLst/>
          </a:prstGeom>
          <a:ln w="1524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29016" y="2468880"/>
            <a:ext cx="658368" cy="1234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2834640"/>
            <a:ext cx="603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14816" y="3090672"/>
            <a:ext cx="36576" cy="0"/>
          </a:xfrm>
          <a:prstGeom prst="line">
            <a:avLst/>
          </a:prstGeom>
          <a:ln w="1524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878824" y="2468880"/>
            <a:ext cx="658368" cy="1234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06256" y="2834640"/>
            <a:ext cx="603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频率轴 FFT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64624" y="3090672"/>
            <a:ext cx="36576" cy="0"/>
          </a:xfrm>
          <a:prstGeom prst="line">
            <a:avLst/>
          </a:prstGeom>
          <a:ln w="1524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28632" y="2468880"/>
            <a:ext cx="658368" cy="1234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56063" y="2834640"/>
            <a:ext cx="603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disp / peak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314432" y="3090672"/>
            <a:ext cx="36576" cy="0"/>
          </a:xfrm>
          <a:prstGeom prst="line">
            <a:avLst/>
          </a:prstGeom>
          <a:ln w="15240">
            <a:solidFill>
              <a:srgbClr val="37C4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378440" y="2468880"/>
            <a:ext cx="658368" cy="1234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05872" y="2834640"/>
            <a:ext cx="6035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三角化点云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468112"/>
            <a:ext cx="4800600" cy="438912"/>
          </a:xfrm>
          <a:prstGeom prst="roundRect">
            <a:avLst/>
          </a:prstGeom>
          <a:solidFill>
            <a:srgbClr val="E6F1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605272"/>
            <a:ext cx="4526280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12223A"/>
                </a:solidFill>
                <a:latin typeface="Microsoft YaHei"/>
                <a:ea typeface="Microsoft YaHei"/>
                <a:cs typeface="Microsoft YaHei"/>
              </a:rPr>
              <a:t>一句话总结：FSM 用“频率指纹”解码投影仪坐标。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