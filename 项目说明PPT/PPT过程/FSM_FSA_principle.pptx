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结构光三维重建 · 解码方法专题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频移法（FSM / FSA）原理详解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从条纹图像到投影仪坐标对应关系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" y="4069080"/>
            <a:ext cx="237744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224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Shift Analysis  ·  四步相移 + 多频率 FFT 解码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本次讲解内容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566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57800" y="5669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问题背景与方法目标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572000" y="1078992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11338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257800" y="11338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为什么要投影一系列条纹图像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572000" y="1645920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700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57800" y="17007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四步相移与复信号构造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4572000" y="2212848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2267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57800" y="22677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多频率与“频率轴信号”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572000" y="2779776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2578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单像素解码四步流程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4572000" y="3346704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0" y="3401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257800" y="34015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长度策略与量化阶梯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4572000" y="3913632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396849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工程实现：分块、低内存、缓存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4572000" y="4480560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4535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257800" y="45354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多峰检测与极线约束校正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4572000" y="5047488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0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257800" y="51023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解码质量评估与误差排查</a:t>
            </a:r>
            <a:endParaRPr lang="en-US" sz="1650" dirty="0"/>
          </a:p>
        </p:txBody>
      </p:sp>
      <p:sp>
        <p:nvSpPr>
          <p:cNvPr id="32" name="Shape 29"/>
          <p:cNvSpPr/>
          <p:nvPr/>
        </p:nvSpPr>
        <p:spPr>
          <a:xfrm>
            <a:off x="4572000" y="5614416"/>
            <a:ext cx="68580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0" y="5669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257800" y="5669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与三维重建的关系 · 完整数据流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结构光三维重建的核心难题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三维重建需要知道：每个相机像素对应投影仪上的哪个像素。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相机拍到的只是物体表面反射回来的条纹图像，而不是投影仪坐标本身。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因此必须有一个“解码”步骤，把相机看到的图像翻译回投影仪坐标。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频移法（FSM / FSA）正是完成这一步的解码方法。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5852160" cy="86868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4114800"/>
            <a:ext cx="64008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411480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相机像素 (xc, yc)  ⟶  投影仪像素 (xp, yp)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54480"/>
            <a:ext cx="448056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方法目标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分方向恢复投影仪坐标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把二维对应关系拆成两个方向独立解码。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水平条纹 hor：条纹沿水平延伸，灰度沿投影仪纵向变化，解码投影仪行坐标 yp。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垂直条纹 ver：条纹沿垂直延伸，灰度沿投影仪横向变化，解码投影仪列坐标 xp。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解码主线输出四个文件，disp_* 是投影仪坐标图，peak_* 是峰值强度（置信度）。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5236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水平条纹 hor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783080"/>
            <a:ext cx="196596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3364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yp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垂直条纹 ver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783080"/>
            <a:ext cx="1965960" cy="1554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2640" y="3364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xp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97280" y="4297680"/>
            <a:ext cx="2468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7280" y="4297680"/>
            <a:ext cx="54864" cy="77724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5" name="Text 11"/>
          <p:cNvSpPr/>
          <p:nvPr/>
        </p:nvSpPr>
        <p:spPr>
          <a:xfrm>
            <a:off x="123444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disp_hor.npy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3444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投影仪坐标图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794760" y="4297680"/>
            <a:ext cx="2468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94760" y="4297680"/>
            <a:ext cx="54864" cy="77724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9" name="Text 15"/>
          <p:cNvSpPr/>
          <p:nvPr/>
        </p:nvSpPr>
        <p:spPr>
          <a:xfrm>
            <a:off x="393192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disp_ver.npy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93192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投影仪坐标图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92240" y="4297680"/>
            <a:ext cx="2468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92240" y="4297680"/>
            <a:ext cx="54864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peak_hor.npy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2940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峰值强度 / 置信度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9189720" y="4297680"/>
            <a:ext cx="24688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189720" y="4297680"/>
            <a:ext cx="54864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3"/>
          <p:cNvSpPr/>
          <p:nvPr/>
        </p:nvSpPr>
        <p:spPr>
          <a:xfrm>
            <a:off x="932688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peak_ver.npy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932688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峰值强度 / 置信度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为什么需要序列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一张条纹图为什么不能定位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单张正弦条纹中，许多位置灰度相同 —— 无法唯一确定来自投影仪哪个位置。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亮度还会受环境光、物体颜色、表面反射率、曝光、噪声干扰。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用“两层序列”解决这一多义性问题。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17320"/>
            <a:ext cx="4754880" cy="160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3520440"/>
            <a:ext cx="100584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两层序列方案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71600" y="4114800"/>
            <a:ext cx="45720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第一层：对每个频率投影多张相移图像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47091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消除环境光、背景灰度、局部反射率造成的直流亮度干扰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4114800"/>
            <a:ext cx="45720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第二层：投影多个不同频率的条纹图像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47091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形成可被 FFT 分析的“频率轴信号”，把坐标编码进相位变化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四步相移 · 上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四步相移 —— 从灰度到复数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当前解码默认每个频率有 4 张相移图像，相位为 0°、90°、180°、270°。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图像命名按频率优先排列：0,1,2,3 是频率 0 的四相移，4,5,6,7 是频率 1。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对同一相机像素、同一频率，得到四个灰度值 I0、I1、I2、I3。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由此构造差分信号与复信号 D。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493776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4160520"/>
            <a:ext cx="10698480" cy="109728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4160520"/>
            <a:ext cx="64008" cy="10972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4160520"/>
            <a:ext cx="10287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= I0 − I2        Ds = I3 − I1        D = Dc + j · 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四步相移 · 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四步相移差分的两个作用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475488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74520"/>
            <a:ext cx="548640" cy="54864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57400" y="1892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作用一 · 抵消直流亮度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I0 − I2 与 I3 − I1 会消掉大量共同亮度偏移，包括环境光、背景灰度、物体局部反射率。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475488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86600" y="1892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作用二 · 构造复信号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近似余弦分量、Ds 近似正弦分量，组合成复数 D，让后续 FFT 直接处理“相位随频率变化”的规律。</a:t>
            </a:r>
            <a:endParaRPr lang="en-US" sz="14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434840"/>
            <a:ext cx="2468880" cy="1600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097280" y="4572000"/>
            <a:ext cx="6949440" cy="13716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8" name="Shape 15"/>
          <p:cNvSpPr/>
          <p:nvPr/>
        </p:nvSpPr>
        <p:spPr>
          <a:xfrm>
            <a:off x="1097280" y="4572000"/>
            <a:ext cx="64008" cy="13716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关键结论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7160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差分后，主要信息从“绝对灰度”转化为“复数相位”——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这正是后续 FFT 能够工作的前提。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数学视角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一个更具体的数学视角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把投影条纹写成随投影仪坐标 u 变化的正弦信号（fk 为第 k 个投影频率，φ 为相移）。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相机看到的不是理想强度，而是经过反射、环境光、相机响应后的结果。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B(xc,yc)：环境光、暗电流、背景亮度等近似直流项。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R(xc,yc)：物体表面反射率与局部亮度缩放。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up：希望解码出的投影仪坐标。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60920" y="1691640"/>
            <a:ext cx="4434840" cy="96012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60920" y="1691640"/>
            <a:ext cx="64008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6916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I_proj(u, k, φ) = A · sin(2π fk u + φ)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60920" y="2788920"/>
            <a:ext cx="4434840" cy="118872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60920" y="2788920"/>
            <a:ext cx="64008" cy="1188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7889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I_cam(xc,yc,k,φ) =</a:t>
            </a:r>
            <a:endParaRPr lang="en-US" sz="1450" dirty="0"/>
          </a:p>
          <a:p>
            <a:pPr algn="l" indent="0" marL="0">
              <a:buNone/>
            </a:pPr>
            <a:r>
              <a:rPr lang="en-US" sz="145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B(xc,yc) + R(xc,yc)·A·sin(2π fk up + φ)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60920" y="4160520"/>
            <a:ext cx="44348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4160520"/>
            <a:ext cx="54864" cy="18288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46177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四步相移差分显著削弱 B，把主要信息转成与 2π fk up 相关的复数相位。最终解码使用幅值谱 |C| 的峰值，核心机制不依赖正负号约定。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频率轴信号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FSM 的核心 —— 看频率轴上的响应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不只看某一个频率，而是看同一相机像素在一系列投影频率下的响应。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对固定相机像素，沿频率轴取出复数序列 D[0], D[1], …, D[M−1]。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这个长度为 M 的复数序列，就是该像素的“频率响应信号”。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若该像素真实对应投影仪坐标 u，随投影频率递增，复数相位会按与 u 有关的速率旋转。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657600"/>
            <a:ext cx="7498080" cy="2011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3703320"/>
            <a:ext cx="2743200" cy="1965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9" name="Shape 6"/>
          <p:cNvSpPr/>
          <p:nvPr/>
        </p:nvSpPr>
        <p:spPr>
          <a:xfrm>
            <a:off x="9052560" y="3703320"/>
            <a:ext cx="54864" cy="1965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9253728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核心规律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253728" y="4206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投影仪坐标被编码成了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频率轴上的相位变化率。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从相位到频谱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 FFT 能找出投影仪坐标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不同投影仪坐标 up → 不同的相位旋转速度。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对频率轴信号做 DFT / FFT，就是在频域中寻找“旋转速度最匹配”的位置。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当频率样本相位对齐时，能量集中，幅值出现峰值。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2971800"/>
            <a:ext cx="4572000" cy="77724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971800"/>
            <a:ext cx="64008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9718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频谱峰值位置  =  投影仪坐标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743200"/>
            <a:ext cx="58521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解码流程总览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每个相机像素都做这四步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输入图像数组形状为 </a:t>
            </a:r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(M×4, Hc, Wc)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，第一维始终是“频率 × 相移”维度。解码可理解为对每个相机像素独立执行下列四步：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2542032" cy="27432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6544" y="269748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2066544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3429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提取四个相移序列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40690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按相位切片重组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34440" y="44805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I0/I1/I2/I3 (M,Hc,Wc)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3749040"/>
            <a:ext cx="256032" cy="0"/>
          </a:xfrm>
          <a:prstGeom prst="line">
            <a:avLst/>
          </a:prstGeom>
          <a:noFill/>
          <a:ln w="3175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2377440"/>
            <a:ext cx="2542032" cy="27432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1184" y="269748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069080" y="3429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构造频率轴复信号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69080" y="40690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(I0−I2)+j(I3−I1)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69080" y="44805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(M,Hc,Wc)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256032" cy="0"/>
          </a:xfrm>
          <a:prstGeom prst="line">
            <a:avLst/>
          </a:prstGeom>
          <a:noFill/>
          <a:ln w="3175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2377440"/>
            <a:ext cx="2542032" cy="27432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35824" y="269748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7735824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3429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沿频率维度做 FFT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40690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np.fft.fft(..., axis=0)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03720" y="44805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(fft_length,·,·)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0" y="3749040"/>
            <a:ext cx="256032" cy="0"/>
          </a:xfrm>
          <a:prstGeom prst="line">
            <a:avLst/>
          </a:prstGeom>
          <a:noFill/>
          <a:ln w="3175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2377440"/>
            <a:ext cx="2542032" cy="27432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70464" y="269748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10570464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738360" y="34290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取频谱峰值作为坐标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38360" y="406908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argmax |C|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38360" y="44805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disparity + peak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以下四页逐步展开每一步。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1 —— 按相位重新分组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用切片把图像按相位重新分组：I0=images[0::4]、I1=images[1::4]、I2=images[2::4]、I3=images[3::4]。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分组后 I0/I1/I2/I3 的形状都是 (M, Hc, Wc)。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对任意相机像素 (x,y)，I0[:, y, x] 就是该像素在全部频率下的 0° 相移灰度序列。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6035040" cy="155448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4041648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E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 = images[0::4]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E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= images[1::4]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E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= images[2::4]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E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 = images[3::4]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377440"/>
            <a:ext cx="4480560" cy="9966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35204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M×4 图像堆叠 → 按 0°/90°/180°/270° 分流为四个 M 长子序列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2 —— 实数灰度变复数序列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代码构造 Dc = I0 − I2、Ds = I3 − I1、D = Dc + j·Ds。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形状仍是 (M, Hc, Wc)，但每个像素位置已从实数灰度序列变成复数频率响应序列。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对单个像素：D[:, y, x] 就是该相机像素沿频率轴的一维复信号。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3977640"/>
            <a:ext cx="6035040" cy="9144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397764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977640"/>
            <a:ext cx="5623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D[:, y, x]  =  相机像素 (x,y) 沿频率轴的一维复信号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5720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3 —— FFT 沿频率轴，不是沿图像空间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主线代码按图像块处理：C = np.fft.fft(D_block, n=fft_length, axis=0)，C_magnitude = np.abs(C)。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表示 FFT 沿频率维度执行，不是对图像做二维傅里叶变换。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即：对每个相机像素自己的频率响应序列做一维 FFT。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k 与该像素对应的投影仪坐标一致时，各频率样本相位对齐，幅值 |C[k]| 最大。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5943600" cy="9144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411480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4114800"/>
            <a:ext cx="5532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C[k] = Σ D[m] · exp( −j · 2π k m / N )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54480"/>
            <a:ext cx="448056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4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步骤 4 —— 峰值即坐标，峰高即置信度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主线代码：freq_index = np.argmax(C_magnitude, axis=0)，peak = np.max(C_magnitude, axis=0) / fft_length。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freq_index：每个相机像素频谱最大峰值的位置。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peak：最大峰值强度，经 fft_length 归一化，用作质量评价。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坐标映射：coord_scale = 1.0 时 disparity = freq_index；否则 disparity = freq_index × coord_scale。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6035040" cy="96012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4206240"/>
            <a:ext cx="64008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4206240"/>
            <a:ext cx="5623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disparity = freq_index            (coord_scale = 1.0)</a:t>
            </a:r>
            <a:endParaRPr lang="en-US" sz="1350" dirty="0"/>
          </a:p>
          <a:p>
            <a:pPr algn="l" indent="0" marL="0">
              <a:buNone/>
            </a:pPr>
            <a:r>
              <a:rPr lang="en-US" sz="135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disparity = freq_index × coord_scale   (otherwise)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965960"/>
            <a:ext cx="4572000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逻辑收口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把整个流程压缩成一段伪代码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508760"/>
            <a:ext cx="6766560" cy="36576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508760"/>
            <a:ext cx="64008" cy="3657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916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= []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range(M):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I0 = image[4*f + 0][y, x]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I1 = image[4*f + 1][y, x]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I2 = image[4*f + 2][y, x]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I3 = image[4*f + 3][y, x]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Dc = I0 - I2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Ds = I3 - I1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signal.append(Dc + 1j * Ds)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   = fft(signal, n=fft_length)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   = argmax(abs(C))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F5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= max(abs(C)) / fft_length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92440" y="1508760"/>
            <a:ext cx="370332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508760"/>
            <a:ext cx="64008" cy="36576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核心结论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14884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解码不是在一张图里找条纹位置，而是对“同一相机像素随投影频率变化形成的复信号”做频谱分析。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四步相移构造复信号 → 多频率形成频率轴信号 → FFT → 峰值即坐标。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5303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本页是原理部分的逻辑收口。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实现细节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FFT 长度怎么选 —— _get_fft_params()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投影仪对应维度 proj_dim：hor 用投影仪高度，ver 用投影仪宽度。根据频率步长分两个分支：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148840"/>
            <a:ext cx="5166360" cy="2606040"/>
          </a:xfrm>
          <a:prstGeom prst="rect">
            <a:avLst/>
          </a:prstGeom>
          <a:solidFill>
            <a:srgbClr val="F1F5F9"/>
          </a:solidFill>
          <a:ln w="1905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5880" y="23317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分支一 · 标准模式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frequency_step == 1.0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fft_length = proj_dim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coord_scale = 1.0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直接输出投影仪坐标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148840"/>
            <a:ext cx="5166360" cy="260604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23317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分支二 · 非标准步长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26974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frequency_step != 1.0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31089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fft_length = 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coord_scale = proj_dim / 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后需坐标映射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983480"/>
            <a:ext cx="10652760" cy="82296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4983480"/>
            <a:ext cx="64008" cy="8229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983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coord_scale = proj_dim / M     —— 频谱 bin 到投影仪像素坐标的换算比例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实现细节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FFT 长度设错 → 三维重建出现量化阶梯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10515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若在标准模式下错误使用 fft_length = M，频谱只有 M 个 bin。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例：投影仪宽度 1920、采集频率数 340，每个 bin 约对应 5.65 个投影仪像素。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只能返回整数索引，乘以 5.65 后视差只能取 0、5.65、11.29 …… 离散值。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恢复“FFT 长度 = 投影仪分辨率”后，标准模式视差最小步长回到 1 个投影仪像素。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3977640"/>
            <a:ext cx="78638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09760" y="4297680"/>
            <a:ext cx="2286000" cy="9144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509760" y="429768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9738360" y="42976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1920 / 340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5.65 px / bin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实现细节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零填充 —— 用投影仪坐标尺度采样频谱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实验中 NUM_FREQUENCIES 可能只有 151，远小于投影仪宽高（如 1920 / 1080）。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fft_length &gt; M 时，np.fft.fft 在序列后补零，频谱给出更多采样点。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零填充不增加原始采集信息，不能替代更密集采集或亚像素估计。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它的价值：避免把输出强行量化到 M 个粗 bin 上。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4937760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4297680"/>
            <a:ext cx="10698480" cy="14630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4297680"/>
            <a:ext cx="64008" cy="14630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更准确的说法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4800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“FFT 长度使用投影仪分辨率” = “用投影仪像素坐标尺度采样频谱峰值位置”。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工程实现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在速度与内存之间取舍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516636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783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标准分块模式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block_size（如 100×100）切块，块内所有像素同时做 FFT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速度快，是默认模式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内存峰值来自 D_block、C、C_magnitude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516636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1783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低内存模式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_decode_direction_low_memory() 逐行处理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每次只保留一行的频率响应，再逐像素 FFT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内存峰值显著降低，但通常更慢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983480"/>
            <a:ext cx="10652760" cy="9601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4983480"/>
            <a:ext cx="64008" cy="96012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074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取舍建议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53766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内存足够时优先标准模式；内存不足时再打开 LOW_MEMORY_MODE = True。FFT 环节计算量约为 O(Hc·Wc·fft_length·log fft_length)。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工程实现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图像缓存 —— 把重复磁盘读取换成一次数组读取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ImageLoader.load_images() 实现，默认缓存路径为输入目录下的 images_cache.npy。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一次解码需读取 M×4 张图像，同时解码水平和垂直方向时读取量翻倍。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缓存不改变算法结果，只是把大量小图像文件的重复解码与磁盘读取，转换成一次 .npy 数组读取。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便于反复调试 FFT 参数、多峰扫描、极线校正。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4348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7830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缓存文件是否存在？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0" y="2560320"/>
            <a:ext cx="0" cy="45720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29600" y="2606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3017520"/>
            <a:ext cx="242316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30175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np.load 读 .npy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61320" y="2560320"/>
            <a:ext cx="0" cy="457200"/>
          </a:xfrm>
          <a:prstGeom prst="line">
            <a:avLst/>
          </a:prstGeom>
          <a:noFill/>
          <a:ln w="3175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607040" y="2606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12680" y="3017520"/>
            <a:ext cx="1783080" cy="7315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12680" y="30175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读图像文件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881360" y="3749040"/>
            <a:ext cx="0" cy="411480"/>
          </a:xfrm>
          <a:prstGeom prst="line">
            <a:avLst/>
          </a:prstGeom>
          <a:noFill/>
          <a:ln w="3175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4160520"/>
            <a:ext cx="1783080" cy="7315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12680" y="41605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EE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np.save 写缓存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后处理 · 一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多峰检测 —— 处理误匹配的第一级后处理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943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理想情况下每个像素频谱只有一个主峰，argmax 即正确坐标。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实际可能出现多个显著峰值：高反光区混合反射、遮挡边界混合信号、多路径干扰、噪声降低主峰优势。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MultiPeakDetector.find_peaks() 遍历归一化频谱：阈值去弱峰 → 左右邻域判局部极大值 → 近峰按幅值加权合并。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输出的是一组候选投影仪坐标，而非最终坐标。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4892040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4160520"/>
            <a:ext cx="10698480" cy="96012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4160520"/>
            <a:ext cx="64008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4160520"/>
            <a:ext cx="10287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= v / (v + v_prev)        new_pos = ki · i + (1 − ki) · prev_pos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后处理 · 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极线约束校正 —— 用几何选出正确匹配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EpipolarCorrector 用相机与投影仪标定参数构造投影矩阵，计算相机像素在投影仪图像中的极线。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把水平、垂直方向的候选峰做组合：(px, py) = peaks_ver × peaks_hor。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计算每个候选点到极线的距离，距离最小者更符合双目几何约束。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结果保存为 disp_hor_corrected.npy / disp_ver_corrected.npy。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多峰检测与极线校正是可选后处理，不替代速度快、流程稳定的 argmax 主解码。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00200"/>
            <a:ext cx="4434840" cy="2578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4617720"/>
            <a:ext cx="6035040" cy="9144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461772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4617720"/>
            <a:ext cx="5623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| a x + b y + c | / √( a² + b² 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60920" y="4297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投影仪图像中的极线方程：a x + b y + c = 0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质量与排查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怎么判断解码质量、怎么排查问题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质量指标：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= max(|C|) / fft_length，反映主峰强度。主峰越高、次峰越低，投影仪坐标越明确。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峰值强度经验分级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286000"/>
          <a:ext cx="5120640" cy="1737360"/>
        </p:xfrm>
        <a:graphic>
          <a:graphicData uri="http://schemas.openxmlformats.org/drawingml/2006/table">
            <a:tbl>
              <a:tblPr/>
              <a:tblGrid>
                <a:gridCol w="1783080"/>
                <a:gridCol w="3337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峰值强度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经验含义 / 建议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&gt;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主峰明显、信号较强，通常可优先保留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&lt; peak ≤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信号中等，建议结合点云与频谱图检查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≤ 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信号较弱、易误匹配，可过滤或重点诊断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9728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阈值需结合数据集调整，非物理判据。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常见误差来源</a:t>
            </a:r>
            <a:endParaRPr lang="en-US" sz="15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86000"/>
          <a:ext cx="5257800" cy="2377440"/>
        </p:xfrm>
        <a:graphic>
          <a:graphicData uri="http://schemas.openxmlformats.org/drawingml/2006/table">
            <a:tbl>
              <a:tblPr/>
              <a:tblGrid>
                <a:gridCol w="242316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误差来源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缓解方式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标定误差 / 投影仪畸变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检查标定参数与畸变参数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相机曝光不当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调整曝光、增益与投影亮度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表面反光 / 多路径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多峰检测 + 极线约束校正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条纹序列顺序错误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启用 VERIFY_SEQUENCE 检查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长度设置不合理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标准模式保持 = 投影仪分辨率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1097280" y="4846320"/>
            <a:ext cx="51206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97280" y="4846320"/>
            <a:ext cx="54864" cy="109728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4" name="Text 10"/>
          <p:cNvSpPr/>
          <p:nvPr/>
        </p:nvSpPr>
        <p:spPr>
          <a:xfrm>
            <a:off x="1298448" y="4937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排查顺序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298448" y="52120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图像数量与命名 → VERIFY_SEQUENCE → 看 peak_*.npy → 对异常点设 SPECTRUM_POINTS → 多峰扫描 + 极线校正 → 点云呈台阶则查 FREQUENCY_STEP 与 FFT 长度。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完整数据流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676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FSM 在三维重建管线中的位置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解码本身不直接输出三维点云，它输出的是相机像素到投影仪像素的二维对应关系。</a:t>
            </a:r>
            <a:endParaRPr lang="en-US" sz="1550" dirty="0"/>
          </a:p>
          <a:p>
            <a:pPr marL="177800" indent="-1778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 FSM_reconstruct_* 读取对应关系，结合标定参数三角化生成点云；peak_* 用于过滤低质量像素。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5852160" cy="914400"/>
          </a:xfrm>
          <a:prstGeom prst="rect">
            <a:avLst/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8100000">
              <a:srgbClr val="0F1B3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743200"/>
            <a:ext cx="64008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743200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= disp_ver[yc, xc]      yp = disp_hor[yc, xc]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868680"/>
            <a:ext cx="4297680" cy="512064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868680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8686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投影多频率多相移条纹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46920" y="1380744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545336"/>
            <a:ext cx="4297680" cy="5120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1545336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54533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相机采集水平 / 垂直条纹序列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46920" y="2057400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2221992"/>
            <a:ext cx="4297680" cy="512064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2221992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2219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整理为 0,1,2,3,… 序列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46920" y="2734056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2898648"/>
            <a:ext cx="4297680" cy="5120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2898648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28986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ImageLoader 加载 M×4 图像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46920" y="3410712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98080" y="3575304"/>
            <a:ext cx="4297680" cy="512064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0" y="3575304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57530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 I0/I1/I2/I3 → 构造 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46920" y="4087368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98080" y="4251960"/>
            <a:ext cx="4297680" cy="5120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0" y="4251960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42519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每像素沿频率轴 FFT → 取峰值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646920" y="4764024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98080" y="4928616"/>
            <a:ext cx="4297680" cy="512064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0" y="4928616"/>
            <a:ext cx="54864" cy="5120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492861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 disp_* / peak_*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646920" y="5440680"/>
            <a:ext cx="0" cy="164592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98080" y="5605272"/>
            <a:ext cx="4297680" cy="5120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9" name="Shape 37"/>
          <p:cNvSpPr/>
          <p:nvPr/>
        </p:nvSpPr>
        <p:spPr>
          <a:xfrm>
            <a:off x="7498080" y="5605272"/>
            <a:ext cx="54864" cy="512064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560527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三维重建三角化生成点云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97280" y="41148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可选：频谱分析、多峰扫描、极线约束校正（虚线分支）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5720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核心要点回顾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68680" y="187452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的本质：把投影仪坐标编码为“频率轴上的相位变化率”，再用 FFT 解出来。</a:t>
            </a:r>
            <a:endParaRPr lang="en-US" sz="1550" dirty="0"/>
          </a:p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四步相移消除直流亮度干扰并构造复信号；多频率序列构成可被 FFT 分析的频率轴信号。</a:t>
            </a:r>
            <a:endParaRPr lang="en-US" sz="1550" dirty="0"/>
          </a:p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单像素解码四步：提取相移序列 → 构造复信号 → 沿频率轴 FFT → 取峰值作为坐标。</a:t>
            </a:r>
            <a:endParaRPr lang="en-US" sz="1550" dirty="0"/>
          </a:p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长度策略是关键实现细节：标准模式下 fft_length = 投影仪分辨率，避免量化阶梯。</a:t>
            </a:r>
            <a:endParaRPr lang="en-US" sz="1550" dirty="0"/>
          </a:p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工程上用分块 / 低内存模式平衡速度与内存，用缓存加速重复调试。</a:t>
            </a:r>
            <a:endParaRPr lang="en-US" sz="1550" dirty="0"/>
          </a:p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多峰检测与极线约束校正是可选后处理，用于修正复杂反射 / 遮挡区域的误匹配。</a:t>
            </a:r>
            <a:endParaRPr lang="en-US" sz="1550" dirty="0"/>
          </a:p>
          <a:p>
            <a:pPr marL="203200" indent="-203200">
              <a:lnSpc>
                <a:spcPts val="21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的输出是相机—投影仪对应关系，是三维重建三角化的输入。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68680" y="5532120"/>
            <a:ext cx="10424160" cy="0"/>
          </a:xfrm>
          <a:prstGeom prst="line">
            <a:avLst/>
          </a:prstGeom>
          <a:noFill/>
          <a:ln w="12700">
            <a:solidFill>
              <a:srgbClr val="3340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条纹图像  →  复信号  →  频率轴  →  FFT  →  投影仪坐标  →  点云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0" y="5669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谢谢  ·  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频移法（FSM / FSA）原理详解</dc:title>
  <dc:subject>PptxGenJS Presentation</dc:subject>
  <dc:creator>FSM/FSA 原理讲解</dc:creator>
  <cp:lastModifiedBy>FSM/FSA 原理讲解</cp:lastModifiedBy>
  <cp:revision>1</cp:revision>
  <dcterms:created xsi:type="dcterms:W3CDTF">2026-05-14T07:25:07Z</dcterms:created>
  <dcterms:modified xsi:type="dcterms:W3CDTF">2026-05-14T07:25:07Z</dcterms:modified>
</cp:coreProperties>
</file>