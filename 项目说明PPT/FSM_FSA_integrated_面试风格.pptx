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2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  LIGHT    ·    DECODING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71323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频移法（FSM / FSA）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统一公式详解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 D[k] 的相位旋转速度，到 FFT bin q，再到投影仪坐标 uₚ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758952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59152"/>
            <a:ext cx="50292" cy="10515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4871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   =   q · N   /   (L · s)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" y="2980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核心目标：让 FFT 的 bin 网格与投影仪坐标网格对齐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40416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四步相移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442569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消直流，留下相位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3657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02152" y="40416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复信号 D[k]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2152" y="442569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旋转速度即坐标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40416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搜索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442569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每个 bin 试一种斜率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36576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8" name="Text 26"/>
          <p:cNvSpPr/>
          <p:nvPr/>
        </p:nvSpPr>
        <p:spPr>
          <a:xfrm>
            <a:off x="9262872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62872" y="404164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62872" y="442569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映射为 uₚ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513892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匹配条件    q / L  =  s · uₚ / N          推荐策略    L = N / 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   ·    讲解路线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围绕统一公式，串起信号、匹配与实现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一条主线：物理信号 → FFT 匹配 → 统一公式 → 参数策略 → 工程误区。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389888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5361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7592" y="15179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物理信号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1536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D[k] 的相位从何而来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07592" y="19202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四步差分消掉直流，相位斜率正比于投影仪坐标。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2596896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743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07592" y="2724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匹配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2743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/ L 到底测试什么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07592" y="31272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每个 bin 反向旋转一次，对齐才形成主峰。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" y="3803904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39502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7592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64992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= q·N/(L·s)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07592" y="43342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 bin 如何映射成投影仪物理坐标。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" y="5010912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5157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07592" y="5138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参数策略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64992" y="51572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L = N/s 的含义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07592" y="55412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让 coord_scale = 1，q 本身就是坐标。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91072" y="1389888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15361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59752" y="15179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工程误区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17152" y="15361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M、补零、量化阶梯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59752" y="19202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补零改网格，不增加信息；L=M 会出台阶。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91072" y="2596896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27432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59752" y="2724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后处理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17152" y="2743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多峰、极线、质量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59752" y="31272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候选先找全，再用几何约束挑选。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91072" y="3803904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40" name="Text 38"/>
          <p:cNvSpPr/>
          <p:nvPr/>
        </p:nvSpPr>
        <p:spPr>
          <a:xfrm>
            <a:off x="6455664" y="39502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59752" y="3931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进入三维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17152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对应关系不是点云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59752" y="43342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两条射线求交，解码只负责 (xₚ, yₚ)。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91072" y="5010912"/>
            <a:ext cx="5623560" cy="1078992"/>
          </a:xfrm>
          <a:prstGeom prst="roundRect">
            <a:avLst>
              <a:gd name="adj" fmla="val 6780"/>
            </a:avLst>
          </a:prstGeom>
          <a:solidFill>
            <a:srgbClr val="1A2330"/>
          </a:solidFill>
          <a:ln/>
        </p:spPr>
      </p:sp>
      <p:sp>
        <p:nvSpPr>
          <p:cNvPr id="45" name="Text 43"/>
          <p:cNvSpPr/>
          <p:nvPr/>
        </p:nvSpPr>
        <p:spPr>
          <a:xfrm>
            <a:off x="6455664" y="5157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59752" y="5138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收口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17152" y="51572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三式串联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159752" y="55412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管信息量，N 管周期，L 管评价网格。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从目标看统一公式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频移法要恢复相机像素与投影仪像素的对应关系；统一公式描述的是 q 如何变成 uₚ。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问题背景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结构光三维重建的核心难题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70432"/>
            <a:ext cx="7040880" cy="2331720"/>
          </a:xfrm>
          <a:prstGeom prst="roundRect">
            <a:avLst>
              <a:gd name="adj" fmla="val 3137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70432"/>
            <a:ext cx="50292" cy="233172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35331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三维重建需要知道：每个相机像素对应投影仪上的哪个像素。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029968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相机拍到的只是物体表面反射回来的条纹图像，而不是投影仪坐标本身。因此必须有一个「解码」步骤，把相机看到的图像翻译回投影仪坐标。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8803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频移法（FSM / FSA）正是完成这一步的解码方法。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80960" y="117043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22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光路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82128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  →  物体表面  →  相机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82128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相机像素 ↔ 投影仪像素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对应关系未知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3544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8912" y="3703320"/>
            <a:ext cx="11311128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一句话定位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160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FSM 把「相机看到的反射条纹」反解为「投影仪上的像素坐标」。它是几何三角化之前不可或缺的对应关系建立环节，不是点云算法本身。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" y="5349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相机像素 (xc, yc)    ⟶    投影仪像素 (xp, yp)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方法目标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两个方向分别恢复投影仪坐标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二维对应被拆成两个方向独立解码，各自负责一个坐标分量。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389888"/>
            <a:ext cx="5623560" cy="2331720"/>
          </a:xfrm>
          <a:prstGeom prst="roundRect">
            <a:avLst>
              <a:gd name="adj" fmla="val 3137"/>
            </a:avLst>
          </a:prstGeom>
          <a:solidFill>
            <a:srgbClr val="1A2330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389888"/>
            <a:ext cx="50292" cy="2331720"/>
          </a:xfrm>
          <a:prstGeom prst="rect">
            <a:avLst/>
          </a:prstGeom>
          <a:solidFill>
            <a:srgbClr val="8ED0DE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水平条纹    hor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解码投影仪行坐标  yₚ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35915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条纹沿水平延伸，灰度沿投影仪纵向变化。方向决定灰度沿哪条轴变化，从而决定解出哪个坐标。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" y="3200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   disp_hor.npy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389888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1A23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389888"/>
            <a:ext cx="50292" cy="233172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536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垂直条纹    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5664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解码投影仪列坐标  xₚ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5664" y="235915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条纹沿垂直延伸，灰度沿投影仪横向变化。两个方向合起来，才是完整的相机—投影仪对应。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664" y="3200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   disp_ver.npy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" y="3913632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" y="4041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" y="4334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disp_hor.npy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" y="4754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行坐标 yₚ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64992" y="3913632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3511296" y="4041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11296" y="4334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disp_ver.npy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11296" y="4754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列坐标 xₚ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91072" y="3913632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37376" y="4041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37376" y="4334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peak_hor.npy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37376" y="4754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水平峰值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217152" y="3913632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34" name="Text 32"/>
          <p:cNvSpPr/>
          <p:nvPr/>
        </p:nvSpPr>
        <p:spPr>
          <a:xfrm>
            <a:off x="9363456" y="40416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63456" y="4334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peak_ver.npy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63456" y="4754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垂直峰值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" y="5532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还会输出峰值作为置信度。极线校正要同时有行候选和列候选。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问题分析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单张条纹图为什么不能定位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350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正弦条纹的周期性 → 多义性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79222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单张正弦条纹中，许多位置灰度完全相同，无法唯一确定来自投影仪哪个位置。绝对亮度也不可靠。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697480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222D3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9748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26974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环境光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264408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222D3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6440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26464" y="326440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物体颜色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3831336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222D3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83133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26464" y="38313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表面反射率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4398264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222D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39826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6464" y="439826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曝光设置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4965192"/>
            <a:ext cx="640080" cy="420624"/>
          </a:xfrm>
          <a:prstGeom prst="roundRect">
            <a:avLst>
              <a:gd name="adj" fmla="val 13043"/>
            </a:avLst>
          </a:prstGeom>
          <a:solidFill>
            <a:srgbClr val="222D3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9651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26464" y="496519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传感器噪声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114300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222D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1143000"/>
            <a:ext cx="50292" cy="502920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371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1874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一张图只给出「此处灰度」，给不出「此处来自投影仪何处」。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83680" y="2971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必须用一组图像序列消除多义性：四步相移消直流，多频率消周期多义。这就是后面两层设计的原因。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4389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一个周期内同一亮度出现两次，不同周期还会重复。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方法目标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频移法的最终目标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对每个相机像素，恢复它对应的投影仪坐标。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相机像素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2048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(x_c, y_c)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1828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79392" y="14630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FSM / FSA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79392" y="2048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79792" y="1828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19872" y="146304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8119872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投影仪像素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19872" y="20482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(x_p, y_p)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" y="3017520"/>
            <a:ext cx="11311128" cy="3108960"/>
          </a:xfrm>
          <a:prstGeom prst="roundRect">
            <a:avLst>
              <a:gd name="adj" fmla="val 2353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200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固定一个相机像素，只看它沿频率轴的响应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" y="3657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D[0],  D[1],  …,  D[M−1]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" y="41605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这串复数的相位旋转速度携带了投影仪坐标 uₚ。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" y="47091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222D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4983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旋转越快  →  uₚ 越大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35040" y="470916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222D3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旋转越慢  →  uₚ 越小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核心概念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三个量不能混在一起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M、N、L 分别属于数据采集、物理坐标和频谱搜索三个层面。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417320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00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num_frequencies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实际采集 / 投影的频率数量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 Σ 求和里有多少个真实观测值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279392" y="1600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462272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proj_dim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07992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投影仪当前解码方向分辨率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7992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决定真实相位公式里的坐标归一化周期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9872" y="1417320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8119872" y="16002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8302752" y="2468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fft_length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2926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用来搜索峰值的候选 bin 数量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8472" y="3840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 q 网格密度，以及 q 到 uₚ 的比例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" y="5394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负责信息量    ·    N 负责物理周期    ·    L 负责搜索网格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  ·    解码链条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统一公式位于解码链条的最后一段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它把 FFT 的峰值 bin 编号 q 映射为投影仪物理坐标 uₚ。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灰度图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I0–I3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四步差分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Dc, 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15968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4315968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复信号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15968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4496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54496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3024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8193024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93024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 q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93024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argmax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131552" y="1463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1552" y="15544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31552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坐标 uₚ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31552" y="21945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换算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38912" y="2926080"/>
            <a:ext cx="11311128" cy="2331720"/>
          </a:xfrm>
          <a:prstGeom prst="roundRect">
            <a:avLst>
              <a:gd name="adj" fmla="val 3137"/>
            </a:avLst>
          </a:prstGeom>
          <a:solidFill>
            <a:srgbClr val="1A2330"/>
          </a:solidFill>
          <a:ln/>
        </p:spPr>
      </p:sp>
      <p:sp>
        <p:nvSpPr>
          <p:cNvPr id="34" name="Shape 32"/>
          <p:cNvSpPr/>
          <p:nvPr/>
        </p:nvSpPr>
        <p:spPr>
          <a:xfrm>
            <a:off x="438912" y="2926080"/>
            <a:ext cx="50292" cy="233172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关键问题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" y="3474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只给出了整数 bin：q。它什么时候能直接表示投影仪坐标？什么时候必须缩放？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" y="4251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  =  q · N / (L · s)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3232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选对 L，峰值 bin 编号本身就是投影仪坐标。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GRAY TO COMPLEX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从灰度到复信号 D[k]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四步相移把亮度图像变成携带相位的复数序列，为 FFT 识别相位旋转速度做准备。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总体方案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FSM 的两层序列方案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用「频率序列 ⊃ 相移序列」的嵌套结构，解决单图多义性。每个频率都有四步相移。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38988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4996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965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0°   90°   180°   270°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4992" y="138988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4996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1965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0°   90°   180°   270°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138988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4996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1965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0°   90°   180°   270°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17152" y="1389888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9217152" y="14996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08592" y="19659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0°   90°   180°   270°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" y="3154680"/>
            <a:ext cx="5623560" cy="2971800"/>
          </a:xfrm>
          <a:prstGeom prst="roundRect">
            <a:avLst>
              <a:gd name="adj" fmla="val 2462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101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01    第一层 · 相移序列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对每个频率投影 4 张相移图像。用差分抵消环境光、背景灰度和局部反射率造成的直流亮度，并构造复信号 D。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074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四次采集之间物体、相机、投影仪都不动。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154680"/>
            <a:ext cx="5532120" cy="2971800"/>
          </a:xfrm>
          <a:prstGeom prst="roundRect">
            <a:avLst>
              <a:gd name="adj" fmla="val 2462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33101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02    第二层 · 频率序列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19088" y="3749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投影多个不同频率的条纹。同一相机像素形成沿频率轴排列的复数序列，把投影仪坐标编码进相位变化率。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19088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s = 1.0 时 M = 151；s = 0.5 时 M = 301。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图像组织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四步相移：频率优先命名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0–3 是 f0 的四步，4–7 是 f1，8–11 是 f2。顺序错了，四路切片会把不同频率混在一起。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38988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517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0  1  2  3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0° / 90° / 180° / 270°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4992" y="138988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517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4  5  6  7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56432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同样四步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91072" y="138988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517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8  9  10  11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82512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同样四步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17152" y="138988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9217152" y="1517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 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17152" y="18745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4k 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08592" y="2331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fₖ = s·k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" y="3273552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4198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I0 = images[0::4]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全部 0°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8912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64992" y="3273552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30" name="Text 28"/>
          <p:cNvSpPr/>
          <p:nvPr/>
        </p:nvSpPr>
        <p:spPr>
          <a:xfrm>
            <a:off x="3456432" y="34198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I1 = images[1::4]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6499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全部 90°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364992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91072" y="3273552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34198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I2 = images[2::4]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全部 180°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91072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217152" y="3273552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38" name="Text 36"/>
          <p:cNvSpPr/>
          <p:nvPr/>
        </p:nvSpPr>
        <p:spPr>
          <a:xfrm>
            <a:off x="9308592" y="341985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I3 = images[3::4]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1715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全部 270°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17152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切片后 axis = 0 已是频率。总张数 = M × 4。建议打开 VERIFY_SEQUENCE，避免四步错位。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复信号构造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从灰度到复数 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 =  I0 − I2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余弦分量  ≈  2R · cos 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  =  I3 − I1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正弦分量  ≈  2R · sin 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2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 =  Dc + j · Ds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 =  |D| · exp(j θ)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2423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差分后，信息从绝对灰度变成相位。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3310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891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实部是余弦差分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3310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6499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4315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虚部是正弦差分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91072" y="3310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|D|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9107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4315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长度只反映反射强度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17152" y="331012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9217152" y="3456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217152" y="38770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相位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26880" y="4315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方向才携带坐标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" y="5212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使用灰度相机。坐标不在单张灰度里，而在四张图差分之后的相位里。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数学推导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为什么差分能得到相位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28016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① 四相移理想灰度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" y="1783080"/>
            <a:ext cx="3346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I0 = B + R·cos 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I2 = B − R·cos 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I1 = B − R·sin 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I3 = B + R·sin 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114300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128016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② 相差 180° 相减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43984" y="1783080"/>
            <a:ext cx="3346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Dc = I0 − I2 = 2R·cos 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Ds = I3 − I1 = 2R·sin 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 在两项里相同，相减为 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114300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28016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③ 合成复数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84464" y="1783080"/>
            <a:ext cx="3346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 = Dc + j·Ds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= 2R·(cos θ + j·sin θ)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= 2R·exp(j θ)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4206240"/>
            <a:ext cx="11311128" cy="1920240"/>
          </a:xfrm>
          <a:prstGeom prst="roundRect">
            <a:avLst>
              <a:gd name="adj" fmla="val 3810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三件直接结论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709160"/>
            <a:ext cx="10835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 被完全消去，这是四步相对单张图的核心优势。幅值 2R 只反映反射强度，解码不看它。真正携带投影仪坐标的是相位 θ。正弦 / 余弦的正方向只影响 θ 的符号；解码看 |C| 峰值，不依赖这个符号。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概念澄清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复数的相位，以及「旋转」指什么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6858000" cy="4983480"/>
          </a:xfrm>
          <a:prstGeom prst="roundRect">
            <a:avLst>
              <a:gd name="adj" fmla="val 1468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35024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 是复平面上的一支箭头：长度是幅值，方向是相位。这里的旋转，指箭头随频率编号 k 转动，不是物体或图像在转。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复平面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423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Re → Dc，Im → 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081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箭头长度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081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|D| = 2R，不含坐标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373989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箭头方向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θ 被条纹写进去，并随 k 递增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43982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旋转速度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43982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Δθ = θ[k+1] − θ[k]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5056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和谁有关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50566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每个相机像素的旋转速度，由它真正对应的投影仪坐标决定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1143000"/>
            <a:ext cx="4251960" cy="4983480"/>
          </a:xfrm>
          <a:prstGeom prst="roundRect">
            <a:avLst>
              <a:gd name="adj" fmla="val 1720"/>
            </a:avLst>
          </a:prstGeom>
          <a:solidFill>
            <a:srgbClr val="222D3C"/>
          </a:solidFill>
          <a:ln/>
        </p:spPr>
      </p:sp>
      <p:sp>
        <p:nvSpPr>
          <p:cNvPr id="21" name="Text 19"/>
          <p:cNvSpPr/>
          <p:nvPr/>
        </p:nvSpPr>
        <p:spPr>
          <a:xfrm>
            <a:off x="7699248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关键区分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99248" y="1874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旋转速度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= 相位随 k 变化的快慢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= Δθ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99248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Δθ = 2π · s · uₚ / 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99248" y="4114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相位随频率编号增加而旋转。偏转速率就是后续 FFT 要识别的量。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数学视角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投影强度模型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I_proj  =  A · sin( 2π · fₖ · u + φ 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I_cam  =  B + R · A · sin( 2π · fₖ · uₚ + φ 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2148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 是投影仪上的连续位置。uₚ 是该相机像素对应的那个位置，也是解码目标。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28803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30083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" y="33924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条纹振幅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3776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投影系统常量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8803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4443984" y="30083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fₖ = s·k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33924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第 k 个频率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43984" y="3776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决定旋转速度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19872" y="28803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464" y="30083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84464" y="33924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投影仪坐标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84464" y="37764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待解目标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" y="44805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46085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" y="49926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环境光 + 暗电流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3504" y="53766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四步差分消去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79392" y="44805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4443984" y="46085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3984" y="49926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表面反射率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43984" y="53766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只影响幅值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19872" y="4480560"/>
            <a:ext cx="367588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33" name="Text 31"/>
          <p:cNvSpPr/>
          <p:nvPr/>
        </p:nvSpPr>
        <p:spPr>
          <a:xfrm>
            <a:off x="8284464" y="460857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84464" y="499262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该方向分辨率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84464" y="537667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相位公式分母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四步相移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四步相移如何得到 D[k]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280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+ R·cos 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I0 与 180° 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143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280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+ R·sin 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I1 与 270° 相减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1072" y="1143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1280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82512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− R·cos 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I2 与 0° 相减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17152" y="1143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2801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08592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− R·sin 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8592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I3 与 90° 相减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" y="3310128"/>
            <a:ext cx="5623560" cy="2788920"/>
          </a:xfrm>
          <a:prstGeom prst="roundRect">
            <a:avLst>
              <a:gd name="adj" fmla="val 2623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74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差分的作用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I0−I2 与 I3−I1 抵消背景亮度 B，只留下近似的 cos θ 与 sin θ。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Dc = I0 − I2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 = I3 − I1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3310128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3474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复数的意义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37376" y="3886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 = 2R · exp(j θ)。相位被放进复数角度，后续就可以沿频率轴分析旋转速度。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37376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两步只有余弦。四步才同时有实部和虚部。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物理信号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真实信号为什么是这个形式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11311128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 ≈  A · exp( j · 2π · s · k · uₚ / N 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1965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固定一个相机像素，它对应的投影仪坐标 uₚ 决定 D[k] 的相位斜率。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7889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第 k 个频率样本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0, 1, …, M−1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64992" y="27889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frequency_step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fₖ = s · 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91072" y="27889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真实投影仪坐标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要恢复的目标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217152" y="27889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9217152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投影仪坐标周期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width 或 height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" y="49834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最关键的判断：分母 N 来自投影仪坐标 uₚ 的归一化周期，而不是来自采集了多少个频率 M。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8912" y="5577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 / N   =   投影仪归一化位置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 ·    N 与 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为什么分母是 N，不是 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43000"/>
            <a:ext cx="50292" cy="324612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投影仪坐标轴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 1, 2, …, N−1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一共 N 个物理位置。hor 的 N = 1080，ver 的 N = 1920。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θ[k] = 2π · s · k · uₚ / 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1A23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143000"/>
            <a:ext cx="50292" cy="3246120"/>
          </a:xfrm>
          <a:prstGeom prst="rect">
            <a:avLst/>
          </a:prstGeom>
          <a:solidFill>
            <a:srgbClr val="8ED0DE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频率样本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= 0 … M−1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73952" y="2286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只有 M 个真实观测。标准 151，半步 301。M 决定测到了多少，不决定坐标归一化周期。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D[0], …, D[M−1]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912" y="4572000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7183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最容易写错的一处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504748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把分母写成 M，等于把投影仪坐标错当成 M 周期坐标。可以定义压缩坐标 u′ = M·s·uₚ / N，那时 q ≈ u′，但 u′ 已经不是投影仪像素。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BIN q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bin q 在测试什么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不是直接读取坐标，而是在 L 个候选相位斜率上测试哪一个能让 D[k] 同相叠加。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核心概念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频率轴信号是什么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8016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signal  =  D[:, y, x]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长度 M 的一维复序列。下标 k 对应频率 fₖ = s·k，不是图像的行或列。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651760"/>
            <a:ext cx="11311128" cy="1024128"/>
          </a:xfrm>
          <a:prstGeom prst="roundRect">
            <a:avLst>
              <a:gd name="adj" fmla="val 7143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16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固定像素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28163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每个频率得到一个复数 D[k]，排成该像素的频率响应。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3794760"/>
            <a:ext cx="11311128" cy="1024128"/>
          </a:xfrm>
          <a:prstGeom prst="roundRect">
            <a:avLst>
              <a:gd name="adj" fmla="val 7143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59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整幅图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8920" y="39593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Hc × Wc 条独立信号。解码就是对它们做同样的 FFT。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8912" y="4937760"/>
            <a:ext cx="11311128" cy="1024128"/>
          </a:xfrm>
          <a:prstGeom prst="roundRect">
            <a:avLst>
              <a:gd name="adj" fmla="val 7143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102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形状陷阱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88920" y="51023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 的形状是 (M, Hc, Wc)。axis = 0 是频率轴，当成图像高度会全错。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编码原理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投影仪坐标 = 相位旋转速度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 ≈  A · exp( j · 2π · k · uₚ / N 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k 每增加 1，相位增加 Δθ = 2π · uₚ / N。uₚ 越大，箭头转得越快。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5603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72491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慢旋转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" y="31089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" y="356616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相邻频率相位增量小，箭头几乎不转向。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9392" y="25603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3984" y="272491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中速旋转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43984" y="31089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居中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43984" y="356616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个箭头沿圆弧均匀铺开。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19872" y="25603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72491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快旋转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84464" y="31089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84464" y="356616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相位增量大。α 超过 1/2 时还会周期折叠。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解码不是在一张图里找条纹位置，而是测量这串箭头转得有多快。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8912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Δθ  =  2π · uₚ / 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FFT 原理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 FFT 能找出投影仪坐标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3108960"/>
          </a:xfrm>
          <a:prstGeom prst="roundRect">
            <a:avLst>
              <a:gd name="adj" fmla="val 2353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15568"/>
            <a:ext cx="50292" cy="3108960"/>
          </a:xfrm>
          <a:prstGeom prst="rect">
            <a:avLst/>
          </a:prstGeom>
          <a:solidFill>
            <a:srgbClr val="9ED4B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298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匹配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反向旋转把每个 D[k] 转回同一方向。M 项同相相加，合成箭头最长，形成主峰。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频谱峰值位置 = 投影仪坐标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1A2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15568"/>
            <a:ext cx="50292" cy="310896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298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不匹配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残余相位 2π·(uₚ−q)·k / N 随 k 增大。箭头铺在圆上，互相抵消，幅值很小。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3952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前提：FFT 长度和频率步长匹配，否则 q = uₚ 这个 bin 根本不存在。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912" y="4407408"/>
            <a:ext cx="11311128" cy="1737360"/>
          </a:xfrm>
          <a:prstGeom prst="roundRect">
            <a:avLst>
              <a:gd name="adj" fmla="val 4211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572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一句话理解 FFT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49377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就是同时尝试所有候选旋转速度，并报告哪一种速度让频率轴信号方向最对齐。一次 FFT 试完全部候选，不需要迭代。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数学细节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反向旋转 · 转回来 · 方向对齐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131112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 =  Σₖ  D[k] · exp( −j · 2π · q · k / L 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exp(−j…) 就是反向旋转。测试的斜率 βq = q / L。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423160"/>
            <a:ext cx="5623560" cy="3703320"/>
          </a:xfrm>
          <a:prstGeom prst="roundRect">
            <a:avLst>
              <a:gd name="adj" fmla="val 1975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968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= uₚ    正确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反向旋转项与信号相位精确抵消，每一项都变成 A。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A + A + … +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43891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幅值最大，形成主峰。取 L = N、s = 1 时，|C| = M·|A|。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596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≠ uₚ    错误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残余相位 = 2π·(uₚ−q)·k / N ≠ 0。各 k 项指向不同方向。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复数相加相互抵消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7376" y="44805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幅值很小，不形成峰。M 越大，不对齐时抵消越彻底。</a:t>
            </a:r>
            <a:endParaRPr lang="en-US" sz="15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FA9EF1D-6059-3FF0-199C-8AD3063A9CB9}"/>
              </a:ext>
            </a:extLst>
          </p:cNvPr>
          <p:cNvSpPr/>
          <p:nvPr/>
        </p:nvSpPr>
        <p:spPr>
          <a:xfrm>
            <a:off x="5239512" y="1298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 ≈  A · exp( j · 2π · k · uₚ / N )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代码语义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np.fft.fft 与 np.abs 的含义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222D3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61872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= np.fft.fft(signal, n=fft_length)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C_magnitude = np.abs(C)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freq_index = np.argmax(C_magnitude)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288036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8036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np.fft.fft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880360"/>
            <a:ext cx="7680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一次性测试所有候选旋转速度 q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393192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9319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np.abs(C)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3931920"/>
            <a:ext cx="7680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计算每个候选 q 的方向对齐强度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" y="498348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98348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np.argmax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4983480"/>
            <a:ext cx="7680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选出对齐强度最大的 q，再换算成坐标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流程收口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单像素解码流程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读四张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差分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5968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合成 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4496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93024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93024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取峰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31552" y="109728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31552" y="11521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31552" y="1389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换算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" y="2057400"/>
            <a:ext cx="6766560" cy="4069080"/>
          </a:xfrm>
          <a:prstGeom prst="roundRect">
            <a:avLst>
              <a:gd name="adj" fmla="val 1798"/>
            </a:avLst>
          </a:prstGeom>
          <a:solidFill>
            <a:srgbClr val="222D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24028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signal.append((I0−I2) + 1j*(I3−I1))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= fft(signal, n=fft_length)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mag = abs(C)[:valid_length]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q = argmax(mag)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coord = q * coord_scale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quality = mag[q] / fft_length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88352" y="2057400"/>
            <a:ext cx="436168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7571232" y="2203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fft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71232" y="2642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一次试完全部候选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88352" y="3429000"/>
            <a:ext cx="436168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32" name="Text 30"/>
          <p:cNvSpPr/>
          <p:nvPr/>
        </p:nvSpPr>
        <p:spPr>
          <a:xfrm>
            <a:off x="7571232" y="3575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abs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71232" y="40142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只看对齐强度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88352" y="4800600"/>
            <a:ext cx="436168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4946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argmax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71232" y="53858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 bin → 坐标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FFT 匹配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第 q 个 bin 的含义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Σ D[k] · exp(−j · 2π · q · k / L)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第 q 个 bin 的基函数在测试归一化旋转速度  βq = q / 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03580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D[k]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" y="3520440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沿频率轴旋转的复数序列。长度是幅值，方向是相位。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39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443984" y="303580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匹配后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3984" y="3520440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相位被抵消，M 项同相叠加，合成箭头最长。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1987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303580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不匹配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4464" y="3520440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残余相位随 k 增大，向量铺在圆上，互相抵消。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5074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一句话：FFT 第 q 个 bin 在问，这串 D[k] 的相位旋转速度是不是 q/L？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推导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匹配条件的推导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950976"/>
          </a:xfrm>
          <a:prstGeom prst="roundRect">
            <a:avLst>
              <a:gd name="adj" fmla="val 7692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15568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115568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真实信号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1115568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≈ A·exp(j·2π·s·k·uₚ/N)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" y="2167128"/>
            <a:ext cx="11311128" cy="950976"/>
          </a:xfrm>
          <a:prstGeom prst="roundRect">
            <a:avLst>
              <a:gd name="adj" fmla="val 7692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67128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167128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基函数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2167128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exp(−j·2π·q·k/L)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" y="3218688"/>
            <a:ext cx="11311128" cy="950976"/>
          </a:xfrm>
          <a:prstGeom prst="roundRect">
            <a:avLst>
              <a:gd name="adj" fmla="val 7692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218688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代入之后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3218688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A · Σ exp(j·2π·k·(s·uₚ/N − q/L))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" y="4270248"/>
            <a:ext cx="11311128" cy="950976"/>
          </a:xfrm>
          <a:prstGeom prst="roundRect">
            <a:avLst>
              <a:gd name="adj" fmla="val 7692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0248"/>
            <a:ext cx="731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70248"/>
            <a:ext cx="2194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峰值条件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4270248"/>
            <a:ext cx="7680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s·uₚ/N − q/L = 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这就是统一公式最核心的匹配条件：  q / L  =  s · uₚ / 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 ·    相位斜率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用相位斜率看就更直观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D[k] = A·exp(j·2π·α·k)，其中 α = s·uₚ / N。FFT 用 βq = q / L 反向旋转。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55448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10" name="Shape 8"/>
          <p:cNvSpPr/>
          <p:nvPr/>
        </p:nvSpPr>
        <p:spPr>
          <a:xfrm>
            <a:off x="1764792" y="1783080"/>
            <a:ext cx="1005840" cy="1005840"/>
          </a:xfrm>
          <a:prstGeom prst="ellipse">
            <a:avLst/>
          </a:prstGeom>
          <a:solidFill>
            <a:srgbClr val="222D3C"/>
          </a:solidFill>
          <a:ln w="19050">
            <a:solidFill>
              <a:srgbClr val="8ED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2608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小坐标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" y="333756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慢旋转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" y="3749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相邻箭头几乎不转向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79392" y="155448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15" name="Shape 13"/>
          <p:cNvSpPr/>
          <p:nvPr/>
        </p:nvSpPr>
        <p:spPr>
          <a:xfrm>
            <a:off x="5605272" y="1783080"/>
            <a:ext cx="1005840" cy="1005840"/>
          </a:xfrm>
          <a:prstGeom prst="ellipse">
            <a:avLst/>
          </a:prstGeom>
          <a:solidFill>
            <a:srgbClr val="222D3C"/>
          </a:solidFill>
          <a:ln w="19050">
            <a:solidFill>
              <a:srgbClr val="E0B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292608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中等坐标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62272" y="333756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中速旋转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62272" y="3749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个箭头沿圆弧铺开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9872" y="1554480"/>
            <a:ext cx="3675888" cy="2880360"/>
          </a:xfrm>
          <a:prstGeom prst="roundRect">
            <a:avLst>
              <a:gd name="adj" fmla="val 2540"/>
            </a:avLst>
          </a:prstGeom>
          <a:solidFill>
            <a:srgbClr val="1A233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45752" y="1783080"/>
            <a:ext cx="1005840" cy="1005840"/>
          </a:xfrm>
          <a:prstGeom prst="ellipse">
            <a:avLst/>
          </a:prstGeom>
          <a:solidFill>
            <a:srgbClr val="222D3C"/>
          </a:solidFill>
          <a:ln w="19050">
            <a:solidFill>
              <a:srgbClr val="E39A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292608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大坐标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02752" y="333756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快旋转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02752" y="374904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相位增量大，可能周期折叠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" y="4663440"/>
            <a:ext cx="11311128" cy="1463040"/>
          </a:xfrm>
          <a:prstGeom prst="roundRect">
            <a:avLst>
              <a:gd name="adj" fmla="val 5000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846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= s · uₚ / N          βq = q / L          匹配：α = βq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α = βq 时残余为 0，M 项同向，|C| 达到最大。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UNIFIED FORMULA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统一公式与推荐策略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 q/L = s·uₚ/N 出发，推出 q 如何映射为投影仪坐标，以及为什么推荐 L = N/s。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统一公式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从匹配条件推出统一公式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1556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匹配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111556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/ L  =  s · uₚ / 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" y="2075688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7568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交叉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07568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· N  =  L · s · uₚ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" y="3035808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3580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303580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  =  q · N / (L · 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8912" y="3995928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95928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399592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disparity  =  q · coord_scale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11312" y="1115568"/>
            <a:ext cx="3538728" cy="3767328"/>
          </a:xfrm>
          <a:prstGeom prst="roundRect">
            <a:avLst>
              <a:gd name="adj" fmla="val 2067"/>
            </a:avLst>
          </a:prstGeom>
          <a:solidFill>
            <a:srgbClr val="222D3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coord_scale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75904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/ (L · s)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75904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 FFT bin q 到投影仪坐标 uₚ 的比例尺。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75904" y="3429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希望 q = uₚ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⇒ scale = 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912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一条公式覆盖 s = 1.0 和 s = 0.5。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推荐策略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为什么推荐让 coord_scale =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coord_scale = N / (L · s) = 1     ⇒     L = N / 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最理想的工程状态：FFT 峰值 bin 编号 q 本身就是投影仪坐标。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560320"/>
            <a:ext cx="5623560" cy="1600200"/>
          </a:xfrm>
          <a:prstGeom prst="roundRect">
            <a:avLst>
              <a:gd name="adj" fmla="val 4571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36192" y="27066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语义清楚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3200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的编号直接是坐标，不必再解释缩放。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2560320"/>
            <a:ext cx="5623560" cy="1600200"/>
          </a:xfrm>
          <a:prstGeom prst="roundRect">
            <a:avLst>
              <a:gd name="adj" fmla="val 4571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88352" y="27066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步长约 1 px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3952" y="3200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不会把多个投影仪像素压进同一个格子。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" y="4297680"/>
            <a:ext cx="5623560" cy="1600200"/>
          </a:xfrm>
          <a:prstGeom prst="roundRect">
            <a:avLst>
              <a:gd name="adj" fmla="val 4571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36192" y="4443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有效区固定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" y="4937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只在前 N 个 bin 里搜索，负频率区裁掉。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91072" y="4297680"/>
            <a:ext cx="5623560" cy="1600200"/>
          </a:xfrm>
          <a:prstGeom prst="roundRect">
            <a:avLst>
              <a:gd name="adj" fmla="val 4571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88352" y="44439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两种步长统一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3952" y="4937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s = 0.5 时 FFT 长度自动变为 2N，比例仍是 1。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代码映射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代码中的推荐实现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1311128" cy="1965960"/>
          </a:xfrm>
          <a:prstGeom prst="roundRect">
            <a:avLst>
              <a:gd name="adj" fmla="val 3721"/>
            </a:avLst>
          </a:prstGeom>
          <a:solidFill>
            <a:srgbClr val="222D3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61872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fft_length = round(proj_dim / frequency_step)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valid_length = proj_dim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coord_scale = proj_dim / (fft_length * frequency_step)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disparity = freq_index * coord_scale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" y="3246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proj_dim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 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当前方向分辨率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64992" y="3246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frequency_step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 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56432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频率步长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3246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fft_length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 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82512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搜索网格长度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17152" y="3246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freq_index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17152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 q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08592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峰值 bin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" y="5394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对应 _calc_fft_params() / _get_fft_params()。不要为两种步长写两个物理分支。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数据维度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主线代码的数据形状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第一维始终是频率维。FFT 必须沿 axis = 0，不是对整幅图做二维傅里叶变换。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41732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58191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" y="205740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(M·4, Hc, Wc)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" y="260604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一次读入的全部灰度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9392" y="141732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4443984" y="158191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I0 … I3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3984" y="205740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3984" y="260604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步长 4 切片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19872" y="141732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58191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4464" y="205740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(M, Hc, Wc)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84464" y="260604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D[:, y, x] 即该像素信号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8912" y="361188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377647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" y="42519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(L, bh, bw)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" y="480060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沿 axis=0 做 FFT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79392" y="361188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4443984" y="377647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C_valid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3984" y="42519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(N, bh, bw)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3984" y="480060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裁掉负频率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19872" y="3611880"/>
            <a:ext cx="3675888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377647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 / peak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4464" y="42519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(Hc, Wc)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84464" y="4800600"/>
            <a:ext cx="3346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索引 [y, x]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分块解码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分块处理 · 峰值输出 · 质量图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222D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6446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for ty, tx in blocks: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D_block = D[:, ty:ey, tx:ex]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C = fft(D_block, n=L, axis=0)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idx = argmax(abs(C), axis=0)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peak = max(abs(C), axis=0) / 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79792" y="1097280"/>
            <a:ext cx="4270248" cy="1115568"/>
          </a:xfrm>
          <a:prstGeom prst="roundRect">
            <a:avLst>
              <a:gd name="adj" fmla="val 6557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7644384" y="1207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freq_index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44384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频谱最大峰值所在 bin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79792" y="2331720"/>
            <a:ext cx="4270248" cy="1115568"/>
          </a:xfrm>
          <a:prstGeom prst="roundRect">
            <a:avLst>
              <a:gd name="adj" fmla="val 6557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7644384" y="2441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44384" y="2807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 bin 映射后的坐标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9792" y="3566160"/>
            <a:ext cx="4270248" cy="1115568"/>
          </a:xfrm>
          <a:prstGeom prst="roundRect">
            <a:avLst>
              <a:gd name="adj" fmla="val 6557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7644384" y="36758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44384" y="40416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max|C| / L，质量 / 置信度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937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block_size 默认 100，只影响内存，不影响整数结果。peak 图与 disparity 图一一对应，用于重建前过滤。亮 = 高置信，暗 = 低置信。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56235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peak = max(|C|) / fft_length。分母是 L 不是 M，步长一变，同一物理幅值的数值会掉一截。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推荐实现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用通用公式统一两种步长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5623560" cy="3977640"/>
          </a:xfrm>
          <a:prstGeom prst="roundRect">
            <a:avLst>
              <a:gd name="adj" fmla="val 1839"/>
            </a:avLst>
          </a:prstGeom>
          <a:solidFill>
            <a:srgbClr val="222D3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435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① 计算 FFT 参数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_get_fft_params(proj_dim, step):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L = round(proj_dim / step)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scale = proj_dim / (L * step)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L, scale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3931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两种步长都正确，无需写两个分支。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532120" cy="3977640"/>
          </a:xfrm>
          <a:prstGeom prst="roundRect">
            <a:avLst>
              <a:gd name="adj" fmla="val 1839"/>
            </a:avLst>
          </a:prstGeom>
          <a:solidFill>
            <a:srgbClr val="222D3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② 解码时裁切有效频谱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= fft(D_block, n=L, axis=0)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valid = C[:proj_dim]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mag = abs(valid)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idx = argmax(mag, axis=0)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disp = idx * coord_scale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半步长下，裁负频率尤为关键。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5257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标准模式自然得到 L = proj_dim。argmax 前用 C[:proj_dim] 裁掉负频率区。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 ·    序列规模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NUM_FREQUENCIES 与图像数量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即频率个数。每个频率 4 张相移图，总图像数 = M × 4。图像按频率优先排列。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79392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= 1.0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19872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= 0.5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1920240"/>
            <a:ext cx="11311128" cy="685800"/>
          </a:xfrm>
          <a:prstGeom prst="roundRect">
            <a:avLst>
              <a:gd name="adj" fmla="val 10667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频率个数 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4398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" y="2697480"/>
            <a:ext cx="11311128" cy="685800"/>
          </a:xfrm>
          <a:prstGeom prst="roundRect">
            <a:avLst>
              <a:gd name="adj" fmla="val 10667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每方向图像数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43984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4464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" y="3474720"/>
            <a:ext cx="11311128" cy="685800"/>
          </a:xfrm>
          <a:prstGeom prst="roundRect">
            <a:avLst>
              <a:gd name="adj" fmla="val 10667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474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坐标分辨能力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43984" y="3474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84464" y="3474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更细的频率采样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8912" y="4251960"/>
            <a:ext cx="11311128" cy="685800"/>
          </a:xfrm>
          <a:prstGeom prst="roundRect">
            <a:avLst>
              <a:gd name="adj" fmla="val 10667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4251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fft_length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43984" y="4251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proj_dim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84464" y="4251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proj_dim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8912" y="5029200"/>
            <a:ext cx="11311128" cy="685800"/>
          </a:xfrm>
          <a:prstGeom prst="roundRect">
            <a:avLst>
              <a:gd name="adj" fmla="val 10667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coord_scale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43984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84464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PARAMETER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三种典型参数情况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用统一公式同时解释标准模式、0.5 步长模式，以及旧的 fft_length = M 方案。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核心概念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fft_length 与 coord_scale 是什么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3017520"/>
          </a:xfrm>
          <a:prstGeom prst="roundRect">
            <a:avLst>
              <a:gd name="adj" fmla="val 2424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fft_length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的点数 / 频谱长度。决定频谱被划分成多少个 bin。bin 越多，坐标网格越细。由 _get_fft_params() 计算。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 L = N / 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115568"/>
            <a:ext cx="5532120" cy="3017520"/>
          </a:xfrm>
          <a:prstGeom prst="roundRect">
            <a:avLst>
              <a:gd name="adj" fmla="val 2424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B56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coord_scale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37376" y="1828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→ 投影仪像素的换算比例。把 argmax 得到的整数 bin 乘以它，得到 disparity。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希望它等于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" y="4315968"/>
            <a:ext cx="11311128" cy="1783080"/>
          </a:xfrm>
          <a:prstGeom prst="roundRect">
            <a:avLst>
              <a:gd name="adj" fmla="val 4103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480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方向不同，参与换算的投影仪尺寸也不同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484632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水平条纹 hor → N = 投影仪高度（如 1080），解 yₚ。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垂直条纹 ver → N = 投影仪宽度（如 1920），解 xₚ。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disparity = freq_index × coord_scale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标准模式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frequency_step = 1.0 的标准策略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投影频率取整数 0, 1, 2, …。fft_length 直接设为投影仪分辨率。coord_scale = 1.0，argmax 的 bin 就是坐标。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965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disparity = freq_index      无需额外映射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与投影仪像素一一对应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83664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1883664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83664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28416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73168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62672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28" name="Text 26"/>
          <p:cNvSpPr/>
          <p:nvPr/>
        </p:nvSpPr>
        <p:spPr>
          <a:xfrm>
            <a:off x="7662672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62672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07424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31" name="Text 29"/>
          <p:cNvSpPr/>
          <p:nvPr/>
        </p:nvSpPr>
        <p:spPr>
          <a:xfrm>
            <a:off x="9107424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07424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52176" y="32004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34" name="Text 32"/>
          <p:cNvSpPr/>
          <p:nvPr/>
        </p:nvSpPr>
        <p:spPr>
          <a:xfrm>
            <a:off x="10552176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52176" y="3794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 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8912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让每个 bin 恰好对应一个投影仪像素，是避免量化阶梯的关键。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8912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hor：L = 1080，解行坐标。ver：L = 1920，解列坐标。量化约 ±0.5 px。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情况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情况 A：s = 1.0，L = 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coord_scale = N / (N · 1.0) = 1          uₚ = q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= 0 … N−1    对应    uₚ = 0 … N−1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65176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16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 = projector_width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解出列坐标 xₚ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265176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8163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 = projector_height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3952" y="3611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解出行坐标 yₚ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" y="434340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507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工程解释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第 q 个 bin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" y="5303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就是在测试该像素是否对应坐标 q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91072" y="434340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4507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73952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最容易讲清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3952" y="5303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编号可直接对照投影仪像素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情况 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情况 B：s = 0.5，L = 2N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80160"/>
          </a:xfrm>
          <a:prstGeom prst="roundRect">
            <a:avLst>
              <a:gd name="adj" fmla="val 5714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= N / 0.5 = 2N          coord_scale = N / (2N · 0.5) = 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半步长下相位旋转速度减半，所以 FFT 长度要扩大 2 倍，比例才仍为 1。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606040"/>
            <a:ext cx="3675888" cy="2468880"/>
          </a:xfrm>
          <a:prstGeom prst="roundRect">
            <a:avLst>
              <a:gd name="adj" fmla="val 2963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8892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有 2N 个 bin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" y="35204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ver：L = 3840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hor：L = 2160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675888" cy="2468880"/>
          </a:xfrm>
          <a:prstGeom prst="roundRect">
            <a:avLst>
              <a:gd name="adj" fmla="val 2963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462272" y="278892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有效区  0 … N−1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62272" y="3520440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C_valid = C[:proj_dim]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只在这里 argmax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19872" y="2606040"/>
            <a:ext cx="3630168" cy="2468880"/>
          </a:xfrm>
          <a:prstGeom prst="roundRect">
            <a:avLst>
              <a:gd name="adj" fmla="val 2963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7889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后半区不当坐标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02752" y="3520440"/>
            <a:ext cx="3264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N … 2N−1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是负频率 / 周期重复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" y="5257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若拿 s = 1 的 L = N 去跑 s = 0.5，坐标会系统性偏一倍。步长改的是相位增量，不是一个可以后乘的系数。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半步长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frequency_step = 0.5 不能伪装成 1.0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5623560" cy="4114800"/>
          </a:xfrm>
          <a:prstGeom prst="roundRect">
            <a:avLst>
              <a:gd name="adj" fmla="val 1778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43000"/>
            <a:ext cx="50292" cy="411480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3533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错误做法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874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把 frequency_step = 0.5 的数据直接当作 1.0 处理，沿用 fft_length = proj_dim。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154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结果：坐标系统性偏一倍。后乘一个 0.5 也不能补回丢失的 bin。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1A2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43000"/>
            <a:ext cx="50292" cy="4114800"/>
          </a:xfrm>
          <a:prstGeom prst="rect">
            <a:avLst/>
          </a:prstGeom>
          <a:solidFill>
            <a:srgbClr val="9ED4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3533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正确认识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1874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步长减半 → 相位增量减半 → 频谱坐标尺度改变，必须显式调整 FFT 长度。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3952" y="3154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L = 2N，有效区仍是前 N 个 bin，coord_scale 仍为 1。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frequency_step 改变的是「k 每加 1 相位转多少」。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通用公式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任意 frequency_step 的坐标映射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coord_scale  =  proj_dim / (fft_length × frequency_step)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" y="2468880"/>
            <a:ext cx="5623560" cy="2743200"/>
          </a:xfrm>
          <a:prstGeom prst="roundRect">
            <a:avLst>
              <a:gd name="adj" fmla="val 2667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代入 s = 1.0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fft_length = proj_dim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coord_scale = 1.0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与标准模式完全一致。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26334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代入 s = 0.5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3063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fft_length = 2 · proj_dim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coord_scale = 1.0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4069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比例仍为 1，但 FFT 长度需翻倍。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通用公式同时覆盖两种模式。只需正确填入 L 与 s。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半步长实现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0.5 步长的有效频谱裁切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推荐 fft_length = proj_dim / frequency_step = 2 · proj_dim。频谱前一半对应有效坐标 [0, proj_dim)，后一半是负频率。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645920"/>
            <a:ext cx="7589520" cy="1554480"/>
          </a:xfrm>
          <a:prstGeom prst="roundRect">
            <a:avLst>
              <a:gd name="adj" fmla="val 4706"/>
            </a:avLst>
          </a:prstGeom>
          <a:solidFill>
            <a:srgbClr val="1E3A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有效区    bin  0 … N−1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峰值只在此搜索。对应投影仪坐标 0 … N−1。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164592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3A2A2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负频率区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前裁掉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" y="3429000"/>
            <a:ext cx="11311128" cy="2606040"/>
          </a:xfrm>
          <a:prstGeom prst="roundRect">
            <a:avLst>
              <a:gd name="adj" fmla="val 2807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611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C_valid = C_full[:proj_dim]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" y="4206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投影仪坐标只有 0 … N−1。后面的 bin 可能属于负频率区、周期重复区或无效搜索区。不裁就会出现非法坐标。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coord_scale 仍为 1。这是主线当前配置。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具体例子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 = 8 的半步频率 bin 分布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proj_dim = 8，frequency_step = 0.5，fft_length = 16。前 8 个为有效坐标，后 8 个为负频率。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83664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13" name="Text 11"/>
          <p:cNvSpPr/>
          <p:nvPr/>
        </p:nvSpPr>
        <p:spPr>
          <a:xfrm>
            <a:off x="1883664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83664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28416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28416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73168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73168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62672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25" name="Text 23"/>
          <p:cNvSpPr/>
          <p:nvPr/>
        </p:nvSpPr>
        <p:spPr>
          <a:xfrm>
            <a:off x="7662672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62672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07424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28" name="Text 26"/>
          <p:cNvSpPr/>
          <p:nvPr/>
        </p:nvSpPr>
        <p:spPr>
          <a:xfrm>
            <a:off x="9107424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07424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552176" y="146304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1E3A40"/>
          </a:solidFill>
          <a:ln/>
        </p:spPr>
      </p:sp>
      <p:sp>
        <p:nvSpPr>
          <p:cNvPr id="31" name="Text 29"/>
          <p:cNvSpPr/>
          <p:nvPr/>
        </p:nvSpPr>
        <p:spPr>
          <a:xfrm>
            <a:off x="10552176" y="16459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52176" y="21488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u=7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38912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83664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37" name="Text 35"/>
          <p:cNvSpPr/>
          <p:nvPr/>
        </p:nvSpPr>
        <p:spPr>
          <a:xfrm>
            <a:off x="1883664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883664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328416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40" name="Text 38"/>
          <p:cNvSpPr/>
          <p:nvPr/>
        </p:nvSpPr>
        <p:spPr>
          <a:xfrm>
            <a:off x="3328416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328416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73168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73168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17920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217920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662672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49" name="Text 47"/>
          <p:cNvSpPr/>
          <p:nvPr/>
        </p:nvSpPr>
        <p:spPr>
          <a:xfrm>
            <a:off x="7662672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662672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107424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52" name="Text 50"/>
          <p:cNvSpPr/>
          <p:nvPr/>
        </p:nvSpPr>
        <p:spPr>
          <a:xfrm>
            <a:off x="9107424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07424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552176" y="3246120"/>
            <a:ext cx="1353312" cy="1417320"/>
          </a:xfrm>
          <a:prstGeom prst="roundRect">
            <a:avLst>
              <a:gd name="adj" fmla="val 5405"/>
            </a:avLst>
          </a:prstGeom>
          <a:solidFill>
            <a:srgbClr val="3A2A28"/>
          </a:solidFill>
          <a:ln/>
        </p:spPr>
      </p:sp>
      <p:sp>
        <p:nvSpPr>
          <p:cNvPr id="55" name="Text 53"/>
          <p:cNvSpPr/>
          <p:nvPr/>
        </p:nvSpPr>
        <p:spPr>
          <a:xfrm>
            <a:off x="10552176" y="34290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552176" y="393192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38912" y="4892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峰值落在 bin 5 → 投影仪坐标 5。只在 bin 0–7 内取 argmax，负频率区一律忽略。bin 8 是 Nyquist / 折叠点，也不当坐标。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38912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读法可直接推广：ver 的 N = 1920 时，L = 3840，只保留前 1920 个 bin。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情况 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情况 C：旧方案 L = 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uₚ = q · N / (M · s)          若 s = 1：Δu = N / 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投影仪有 N 个坐标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" y="32918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物理位置是 0 … N−1，步长 1 px。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91072" y="256032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7432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只有 M 个候选 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32918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只能返回 M 个等级。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" y="425196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4348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乘系数改不了疏密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49834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N/M 只是把粗格子写成浮点。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91072" y="4251960"/>
            <a:ext cx="5623560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44348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结果是台阶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49834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多个真实 uₚ 被压到同一个 q。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 ·    对比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旧方案与推荐方案的本质差别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不是「有没有缩放」的差别，而是 q 网格是否与投影仪坐标网格对齐。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417320"/>
            <a:ext cx="5623560" cy="3383280"/>
          </a:xfrm>
          <a:prstGeom prst="roundRect">
            <a:avLst>
              <a:gd name="adj" fmla="val 2162"/>
            </a:avLst>
          </a:prstGeom>
          <a:solidFill>
            <a:srgbClr val="1A2330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1417320"/>
            <a:ext cx="50292" cy="338328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旧方案    L =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1031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只有 M 个离散值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coord_scale = N/(M·s)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坐标间隔通常较大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例：L = 340，N = 1920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Δu ≈ 5.65 px，最大偏差约 ±2.8 px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532120" cy="3383280"/>
          </a:xfrm>
          <a:prstGeom prst="roundRect">
            <a:avLst>
              <a:gd name="adj" fmla="val 2162"/>
            </a:avLst>
          </a:prstGeom>
          <a:solidFill>
            <a:srgbClr val="1A2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417320"/>
            <a:ext cx="50292" cy="3383280"/>
          </a:xfrm>
          <a:prstGeom prst="rect">
            <a:avLst/>
          </a:prstGeom>
          <a:solidFill>
            <a:srgbClr val="9ED4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推荐方案    L = N/s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73952" y="21031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网格对齐投影仪坐标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coord_scale ≈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输出步长约 1 个投影仪像素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整数网格上，正确 bin 存在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量化约 ±0.5 px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统一公式解释两者：  uₚ = q · N / (L · 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5532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相邻相机像素被解成同一个投影仪坐标时，三角化就会出现条带、断层或层状结构。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AND ZERO PADDING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与零填充的真实作用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决定真实观测样本数量；L &gt; M 时补零只是在更密的 q 网格上评价同一组数据。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小于投影仪分辨率，为何仍可用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1311128" cy="859536"/>
          </a:xfrm>
          <a:prstGeom prst="roundRect">
            <a:avLst>
              <a:gd name="adj" fmla="val 851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097280"/>
            <a:ext cx="987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原始采集只有 M 个复数样本。例如 M = 151，远小于投影仪宽度 N = 1920。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057400"/>
            <a:ext cx="11311128" cy="859536"/>
          </a:xfrm>
          <a:prstGeom prst="roundRect">
            <a:avLst>
              <a:gd name="adj" fmla="val 8511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057400"/>
            <a:ext cx="987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 fft_length &gt; M 时，np.fft.fft(D, n=L) 会在序列后面自动补零。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3017520"/>
            <a:ext cx="11311128" cy="859536"/>
          </a:xfrm>
          <a:prstGeom prst="roundRect">
            <a:avLst>
              <a:gd name="adj" fmla="val 8511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017520"/>
            <a:ext cx="987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补零让 FFT 在更多分析频率上取样，但不增加原始采集信息。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8912" y="3977640"/>
            <a:ext cx="11311128" cy="859536"/>
          </a:xfrm>
          <a:prstGeom prst="roundRect">
            <a:avLst>
              <a:gd name="adj" fmla="val 8511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77640"/>
            <a:ext cx="731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977640"/>
            <a:ext cx="9875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价值：避免把峰值强行量化到 M 个粗 bin 上。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" y="5029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「FFT 长度使用投影仪分辨率」=「用投影仪像素坐标尺度采样频谱峰值位置」。补零不能替代更密集采集，也不能替代亚像素估计。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补零在 numpy 里到底发生了什么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np.fft.fft(D, n=N)     当 N &gt; len(D) = 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这是 FFT 计算内部的补零，不是新增测量数据。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560320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34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原始序列    D[0]  D[1]  …  D[M−1]          长度 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3977640"/>
            <a:ext cx="11311128" cy="1325880"/>
          </a:xfrm>
          <a:prstGeom prst="roundRect">
            <a:avLst>
              <a:gd name="adj" fmla="val 5517"/>
            </a:avLst>
          </a:prstGeom>
          <a:solidFill>
            <a:srgbClr val="22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补零后    D[0] … D[M−1]  0  0  …  0          长度 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前 M 项保留；后 N−M 项全部是 0。FFT 输出因此有 N 个 bin。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5532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7A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D_padded = [D[0], …, D[M−1], 0, …, 0]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DFT 长度 L 决定分析频率网格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2468880"/>
          </a:xfrm>
          <a:prstGeom prst="roundRect">
            <a:avLst>
              <a:gd name="adj" fmla="val 2963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数据长度 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决定你原始测到了多少信息：D[0] … D[M−1]。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1115568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长度 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37376" y="1828800"/>
            <a:ext cx="5102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决定在哪些频率位置求值：q/L，q = 0 … L−1。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8912" y="3794760"/>
            <a:ext cx="11311128" cy="2286000"/>
          </a:xfrm>
          <a:prstGeom prst="roundRect">
            <a:avLst>
              <a:gd name="adj" fmla="val 3200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77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Σ D_padded[k] · exp(−j·2π·q·k/L)     q = 0 … L−1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4526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编号是 0 到 L−1，不是 0 到 L。如果 L = N = 1920，则 bin 是 0…1919，刚好覆盖投影仪像素编号。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补零不是改变 D[k]，而是把求值网格从 M 个点变成 L 个点。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情况 A：L = M，不补零会怎样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理想信号的真实归一化频率是 u / 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1691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= A · exp(j·2π·k·u/N)     不补零时网格间隔 = 1/M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峰值匹配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" y="3520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需要 q/M = u/N，所以 q = M·u/N，通常不是整数。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7939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限制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25696" y="3520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只能输出整数 q，因此 u ≈ argmax × (N/M)。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19872" y="2880360"/>
            <a:ext cx="3675888" cy="1965960"/>
          </a:xfrm>
          <a:prstGeom prst="roundRect">
            <a:avLst>
              <a:gd name="adj" fmla="val 3721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30358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粗 bin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6176" y="3520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一个 bin 覆盖多个投影仪像素，最近格子就是答案。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5074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示例：N = 1920，M = 151。bin 宽度 = N/M ≈ 12.7 px，量化误差约 ±6.4 px。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情况 B：L = N，补零到投影仪分辨率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分析频率网格间隔 = 1/N     峰值匹配：q/N = u/N  →  q = 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argmax 输出的 bin q 就是投影仪像素坐标 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" y="361188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不再需要 coord_scale = N/M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" y="4663440"/>
            <a:ext cx="11311128" cy="932688"/>
          </a:xfrm>
          <a:prstGeom prst="roundRect">
            <a:avLst>
              <a:gd name="adj" fmla="val 7843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731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66344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整数像素级量化误差约 ±0.5 px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 L = N 时峰值会落在 q = u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A · Σ(k=0…M−1) exp( j·2π·k·(u−q)/N 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零填充后的后半段为 0，有效求和仍然只到 M−1。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" y="2743200"/>
            <a:ext cx="5623560" cy="3337560"/>
          </a:xfrm>
          <a:prstGeom prst="roundRect">
            <a:avLst>
              <a:gd name="adj" fmla="val 2192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 q = 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3474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指数项 exp(j·0) = 1，每一项方向相同。因此 |C[u]| = M·|A|，出现最大峰值。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同相叠加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532120" cy="3337560"/>
          </a:xfrm>
          <a:prstGeom prst="roundRect">
            <a:avLst>
              <a:gd name="adj" fmla="val 2192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 q ≠ 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37376" y="3474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每一项相位不同，向量相互抵消。因此 |C[q]| 变小，峰值不会落在这里。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5029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u、q 都是整数时，N 点 FFT 含有 q = u。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补零的本质：更密的频谱采样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234440"/>
          </a:xfrm>
          <a:prstGeom prst="roundRect">
            <a:avLst>
              <a:gd name="adj" fmla="val 592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把长度 M 的有限序列补到 N 点 FFT，等价于对原序列隐含的连续频谱，在 N 个更密的位置重新采样。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个粗采样点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峰值只能落到少数格子上。可看成稀疏取样。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91072" y="256032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743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 个更密采样点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可看成 sinc 插值后再取样。峰值更容易落到正确像素。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" y="4800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不要误解：补零不会提升信噪比，也不会创造新的高频信息。它只是把同一个峰看得更细。物理信息量仍由 M 决定。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实操策略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什么时候用 fft_length = proj_dim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2103120"/>
          </a:xfrm>
          <a:prstGeom prst="roundRect">
            <a:avLst>
              <a:gd name="adj" fmla="val 3478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984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横向坐标 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fft_length = projector_width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例如 1920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115568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纵向坐标 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37376" y="1783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fft_length = projector_height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例如 1080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" y="3401568"/>
            <a:ext cx="11311128" cy="2697480"/>
          </a:xfrm>
          <a:prstGeom prst="roundRect">
            <a:avLst>
              <a:gd name="adj" fmla="val 2712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566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记住四件事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397764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补零后 FFT 输出 N 个 bin：0 到 N−1。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真实坐标 u 是像素整数时，N 点 FFT 的 q = u 刚好存在。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补零提升的是峰值定位网格，不是采集信息量。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仍可配合质心 / 抛物线拟合做亚像素。代码：L = M 时 u = argmax·(N/M)；L = N 时 u = argmax。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只投影了 M 个频率，N−M 怎么办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25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D[0] … D[M−1]    真实采集          其后为补零区域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C[q] = Σₖ₌₀ᴹ⁻¹ D[k] · exp(−j·2π·q·k/L)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" y="2880360"/>
            <a:ext cx="5623560" cy="3154680"/>
          </a:xfrm>
          <a:prstGeom prst="roundRect">
            <a:avLst>
              <a:gd name="adj" fmla="val 2319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090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结论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3566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决定真正参与求和的有效数据数量。后面的 0 不贡献信号。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峰尖不尖，看 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5532120" cy="3154680"/>
          </a:xfrm>
          <a:prstGeom prst="roundRect">
            <a:avLst>
              <a:gd name="adj" fmla="val 2319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结论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7376" y="35661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L 决定 FFT 在多少个候选 q 上评价这个求和结果。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格子密不密，看 L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零填充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零填充的意义与限制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34416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更密的 q 网格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可以在更多候选 bin 上搜索峰值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114300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134416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坐标对齐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3984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当 L = N/s 时，q 与 uₚ 的网格对齐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872" y="114300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34416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更细输出网格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10312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避免 L = M 导致的大步长输出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34747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36758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不增加信息量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" y="443484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后面的点是 0，不是新采集数据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79392" y="34747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4443984" y="36758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不提高信噪比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3984" y="443484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噪声和反射问题不会被自动修复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19872" y="3474720"/>
            <a:ext cx="3675888" cy="2148840"/>
          </a:xfrm>
          <a:prstGeom prst="roundRect">
            <a:avLst>
              <a:gd name="adj" fmla="val 3404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8284464" y="3675888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不能替代足够 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84464" y="4434840"/>
            <a:ext cx="3346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太少时峰会宽，易被噪声干扰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 ·    M 的作用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是否越大越好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不决定坐标缩放，但决定频谱峰的可靠性与抗噪能力。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5623560" cy="3200400"/>
          </a:xfrm>
          <a:prstGeom prst="roundRect">
            <a:avLst>
              <a:gd name="adj" fmla="val 2286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较小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2194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峰更宽、更不稳定。错误斜率不容易被抵消干净，旁瓣更容易压过主峰。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657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太少时，补零也救不了宽峰。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M 较大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2194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峰更尖、抗噪更强。正确峰有更多项同相叠加，错误峰更容易相互抵消。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3657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标准 151，半步 301。M 越大主峰越尖。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" y="4892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L 超过 N/s 只是更细插值，精度和抗噪不再提升。M 与 L 各管一件事，不要互相替代。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    /    72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09728" cy="6528816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2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1280160" cy="32004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364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20" dirty="0">
                <a:solidFill>
                  <a:srgbClr val="8ED0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STAIRS AND PITFALLS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7307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量化阶梯与常见误区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统一公式解释为什么 fft_length = M 会形成粗台阶，以及为什么不能简单把 N 改成 M。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常见错误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长度设错，点云出现量化阶梯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3291840"/>
          </a:xfrm>
          <a:prstGeom prst="roundRect">
            <a:avLst>
              <a:gd name="adj" fmla="val 2222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15568"/>
            <a:ext cx="50292" cy="329184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错误    L = 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1828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频谱只有 M 个 bin。argmax 只能返回整数索引，乘上换算比例后 disparity 仍只能取离散值。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3383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1920 / 340 ≈ 5.65 px / bin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1A2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15568"/>
            <a:ext cx="50292" cy="3291840"/>
          </a:xfrm>
          <a:prstGeom prst="rect">
            <a:avLst/>
          </a:prstGeom>
          <a:solidFill>
            <a:srgbClr val="9ED4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298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正确    L = proj_dim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73952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恢复 FFT 长度为投影仪分辨率后，最小步长回到 1 个投影仪像素。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3383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7A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输出步长 ≈ 1 px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46177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bin 可以以 1 为步长连续，但 disparity = bin × N/L。L 设错时，disparity 的步长就是 N/L，多个投影仪坐标被压缩进同一格。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误区澄清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关于 FFT 长度的四条误解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1311128" cy="1170432"/>
          </a:xfrm>
          <a:prstGeom prst="roundRect">
            <a:avLst>
              <a:gd name="adj" fmla="val 625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09728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补零等于提高了采集精度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60020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补零只是更密集地采样同一段频谱，不增加原始信息。真正的精度由 M 与信噪比决定。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2377440"/>
            <a:ext cx="11311128" cy="1170432"/>
          </a:xfrm>
          <a:prstGeom prst="roundRect">
            <a:avLst>
              <a:gd name="adj" fmla="val 6250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237744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步长改了，FFT 长度可以不动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步长改变了相位增量。L 与 coord_scale 必须随之更新，否则坐标系统性偏移。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" y="3657600"/>
            <a:ext cx="11311128" cy="1170432"/>
          </a:xfrm>
          <a:prstGeom prst="roundRect">
            <a:avLst>
              <a:gd name="adj" fmla="val 6250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65760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L 越大，重建一定越准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16052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超过 N/s 的部分只是更细地插值同一频谱，对真实分辨率无益，反而增加计算量。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" y="4937760"/>
            <a:ext cx="11311128" cy="1170432"/>
          </a:xfrm>
          <a:prstGeom prst="roundRect">
            <a:avLst>
              <a:gd name="adj" fmla="val 6250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4937760"/>
            <a:ext cx="640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029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负频率 bin 也能当坐标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44068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半步长下频谱后一半是负频率，必须在 argmax 前裁掉，否则会出现非法坐标。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量化阶梯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 L = M 会造成量化阶梯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= M  ⇒  uₚ = q · N/(M·s)  ⇒  Δu = N/(M·s)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" y="2450592"/>
            <a:ext cx="11311128" cy="804672"/>
          </a:xfrm>
          <a:prstGeom prst="roundRect">
            <a:avLst>
              <a:gd name="adj" fmla="val 9091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505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真实投影仪坐标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450592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N 个连续位置，步长 1 px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" y="3364992"/>
            <a:ext cx="11311128" cy="804672"/>
          </a:xfrm>
          <a:prstGeom prst="roundRect">
            <a:avLst>
              <a:gd name="adj" fmla="val 9091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649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FFT 的 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364992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只有 M 个等级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" y="4279392"/>
            <a:ext cx="11311128" cy="804672"/>
          </a:xfrm>
          <a:prstGeom prst="roundRect">
            <a:avLst>
              <a:gd name="adj" fmla="val 9091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793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直观结果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4279392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多个相邻的真实 uₚ 被判成同一个 q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5193792"/>
            <a:ext cx="11311128" cy="804672"/>
          </a:xfrm>
          <a:prstGeom prst="roundRect">
            <a:avLst>
              <a:gd name="adj" fmla="val 9091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9379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乘完比例之后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5193792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只是得到浮点形式的离散台阶，格子并没有变密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点云影响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量化阶梯对点云的影响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43000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307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19072" y="1289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相邻相机像素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1874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被解码成同一个投影仪坐标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1072" y="1143000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307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71232" y="12893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中间投影仪坐标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1874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从来不会被输出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" y="3108960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273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19072" y="3255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对应关系不连续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" y="3840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三角化需要连续对应，这里跳变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91072" y="3108960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273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71232" y="3255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点云形态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3952" y="3840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出现条带、断层、空白或层状结构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" y="52120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根本原因：q 的可取值太少，而不是乘法缩放不够。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误区澄清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为什么不能简单把公式分母改成 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1A2330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115568"/>
            <a:ext cx="50292" cy="3246120"/>
          </a:xfrm>
          <a:prstGeom prst="rect">
            <a:avLst/>
          </a:prstGeom>
          <a:solidFill>
            <a:srgbClr val="E39A8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9A8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错误写法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≈ A · exp(j·2π·k·uₚ/M)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606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这里把投影仪坐标 uₚ 错当成了 M 周期坐标。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115568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1A23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15568"/>
            <a:ext cx="50292" cy="3246120"/>
          </a:xfrm>
          <a:prstGeom prst="rect">
            <a:avLst/>
          </a:prstGeom>
          <a:solidFill>
            <a:srgbClr val="9ED4B5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ED4B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正确写法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3952" y="1783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D[k] ≈ A · exp(j·2π·s·k·uₚ/N)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2606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定义在 0 … N−1，分母应是 N。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8912" y="4572000"/>
            <a:ext cx="11311128" cy="1554480"/>
          </a:xfrm>
          <a:prstGeom prst="roundRect">
            <a:avLst>
              <a:gd name="adj" fmla="val 4706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773168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若定义压缩坐标 u′ = M · s · uₚ / N，则 q ≈ u′，不是 q ≈ uₚ。形式上可以改写，但物理意义已经变了：u′ 是频谱坐标，不是投影仪像素坐标。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工程实现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计算量、内存与图像缓存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FFT  ≈  O( Hc · Wc · L · log L 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" y="2057400"/>
            <a:ext cx="11311128" cy="1261872"/>
          </a:xfrm>
          <a:prstGeom prst="roundRect">
            <a:avLst>
              <a:gd name="adj" fmla="val 5797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标准分块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19456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按 block_size（如 100×100）切块，块内所有像素同时做 FFT。速度快。内存峰值来自 D、一块 C 与 |C|。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" y="3429000"/>
            <a:ext cx="11311128" cy="1261872"/>
          </a:xfrm>
          <a:prstGeom prst="roundRect">
            <a:avLst>
              <a:gd name="adj" fmla="val 5797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低内存模式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356616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逐行逐列。每次只保留一行频率响应再逐像素 FFT。内存显著降低，通常更慢。两条路径精度不一定等价：低内存可做邻点质心。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" y="4800600"/>
            <a:ext cx="11311128" cy="1261872"/>
          </a:xfrm>
          <a:prstGeom prst="roundRect">
            <a:avLst>
              <a:gd name="adj" fmla="val 5797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00600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图像缓存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4937760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把大量小图的重复读取转为一次 images_cache.npy。缓存不改变算法结果，只加速反复调参。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后处理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多峰检测：误匹配的第一级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98755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理想情况下每个像素只有一个主峰。高反光、遮挡边界、多路径、低信噪比会让频谱出现多个显著峰值。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" y="1508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645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高反光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直接光和二次反射叠在同一像素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508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1645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遮挡边界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前景和背景条纹在交界像素混合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91072" y="1508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645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多路径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908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折返光等价于多个 uₚ 叠加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17152" y="150876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1A2330"/>
          </a:solidFill>
          <a:ln/>
        </p:spPr>
      </p:sp>
      <p:sp>
        <p:nvSpPr>
          <p:cNvPr id="19" name="Text 17"/>
          <p:cNvSpPr/>
          <p:nvPr/>
        </p:nvSpPr>
        <p:spPr>
          <a:xfrm>
            <a:off x="9345168" y="16459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低信噪比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4516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主峰压不住旁瓣，argmax 选错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" y="3383280"/>
            <a:ext cx="11311128" cy="2697480"/>
          </a:xfrm>
          <a:prstGeom prst="roundRect">
            <a:avLst>
              <a:gd name="adj" fmla="val 2712"/>
            </a:avLst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54787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find_peaks 三步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393192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阈值去掉弱峰 → 左右邻域判定局部极大 → 5 个 bin 内的近峰按幅值加权合并。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新位置 = kᵢ·i + (1−kᵢ)·旧位置，kᵢ = v / (v + v_prev)。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全图扫描可先把主峰 ±30 bin 清零，再按次峰/主峰比值排序。处理思路不是加长 FFT，而是把候选都找出来，再用几何约束挑选。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后处理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极线约束：用几何选出正确匹配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11311128" cy="1325880"/>
          </a:xfrm>
          <a:prstGeom prst="roundRect">
            <a:avLst>
              <a:gd name="adj" fmla="val 5517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533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D7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 =  | a·x + b·y + c |  /  √(a² + b²)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一个相机像素在投影仪图像上对应一条直线。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606040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构造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用相机与投影仪标定参数构造投影矩阵，计算该像素在投影仪图像中的极线。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" y="3474720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组合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34747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行候选 × 列候选：(xₚ, yₚ) = peaks_ver × peaks_hor。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4343400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挑选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43434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选到这条线距离最小的一对。某一方向没有候选就回退原视差。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" y="5212080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写出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011680" y="5212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disp_*_corrected.npy。不覆盖原图。标定误差会直接变成极线偏置。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质量与排查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解码质量评估与问题排查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78992"/>
            <a:ext cx="11311128" cy="777240"/>
          </a:xfrm>
          <a:prstGeom prst="roundRect">
            <a:avLst>
              <a:gd name="adj" fmla="val 9412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peak = max(|C|) / L     主峰越高、次峰越低，坐标越明确。0.5 / 1.0 是参考线，不是概率。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" y="2011680"/>
            <a:ext cx="367588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ED4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1.0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5216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主峰明显，优先保留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9392" y="2011680"/>
            <a:ext cx="367588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14" name="Text 12"/>
          <p:cNvSpPr/>
          <p:nvPr/>
        </p:nvSpPr>
        <p:spPr>
          <a:xfrm>
            <a:off x="4425696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0.5–1.0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5696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中等，看邻域和几何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9872" y="2011680"/>
            <a:ext cx="3675888" cy="1143000"/>
          </a:xfrm>
          <a:prstGeom prst="roundRect">
            <a:avLst>
              <a:gd name="adj" fmla="val 6400"/>
            </a:avLst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121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39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0.5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66176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易误匹配，建议过滤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8912" y="329184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2918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16152" y="329184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核对张数是不是 M×4，命名是不是频率优先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91072" y="329184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32918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68312" y="329184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打开 VERIFY_SEQUENCE，确认四步没有错位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" y="425196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42519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16152" y="425196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看 peak 图，过滤后再重建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91072" y="425196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42519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68312" y="425196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异常像素设 SPECTRUM_POINTS，直接看是不是多峰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" y="521208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" y="5212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16152" y="521208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点云呈台阶，回查 L 与 frequency_step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91072" y="521208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1A2330"/>
          </a:solidFill>
          <a:ln/>
        </p:spPr>
      </p:sp>
      <p:sp>
        <p:nvSpPr>
          <p:cNvPr id="35" name="Text 33"/>
          <p:cNvSpPr/>
          <p:nvPr/>
        </p:nvSpPr>
        <p:spPr>
          <a:xfrm>
            <a:off x="6437376" y="521208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68312" y="521208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0.5 / 0.8 是经验值，不要机械套用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 ·    与三维重建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93776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FSM 在三维重建管线中的位置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条纹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M×4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解码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15968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15968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54496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配对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54496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xₚ, yₚ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3024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三角化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3024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求交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31552" y="109728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1A233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31552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PLY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131552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点云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" y="2331720"/>
            <a:ext cx="5623560" cy="2103120"/>
          </a:xfrm>
          <a:prstGeom prst="roundRect">
            <a:avLst>
              <a:gd name="adj" fmla="val 3478"/>
            </a:avLst>
          </a:prstGeom>
          <a:solidFill>
            <a:srgbClr val="1A233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2487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D0DE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相机射线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" y="2926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从相机光心穿过 (xc, yc)，由 Kc 与位姿确定。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233172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1A23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37376" y="2487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投影仪射线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37376" y="29260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穿过 (xp, yp)。xp 来自 disp_ver，yp 来自 disp_hor。没有坐标，这条射线就不存在。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8912" y="4617720"/>
            <a:ext cx="11311128" cy="1508760"/>
          </a:xfrm>
          <a:prstGeom prst="roundRect">
            <a:avLst>
              <a:gd name="adj" fmla="val 4848"/>
            </a:avLst>
          </a:prstGeom>
          <a:solidFill>
            <a:srgbClr val="1A233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D0D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xₚ = disp_ver[yc, xc]      yₚ = disp_hor[yc, xc]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噪声下两条射线通常不相交，triangulatePoints 求齐次最优解。peak 用于三角化前过滤。FSM 是对应关系，三角化是几何求解。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C1218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6528816"/>
            <a:ext cx="1051560" cy="22860"/>
          </a:xfrm>
          <a:prstGeom prst="rect">
            <a:avLst/>
          </a:prstGeom>
          <a:solidFill>
            <a:srgbClr val="E0B56A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" y="65653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8A6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肖顺康    ·    机器视觉 · 三维成像算法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595360" y="6565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E9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    /    72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256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4754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三式串联，四条边界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" y="1024128"/>
            <a:ext cx="11311128" cy="786384"/>
          </a:xfrm>
          <a:prstGeom prst="roundRect">
            <a:avLst>
              <a:gd name="adj" fmla="val 9302"/>
            </a:avLst>
          </a:prstGeom>
          <a:solidFill>
            <a:srgbClr val="1A233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02412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信号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74520" y="102412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D[k] = (I0−I2) + j(I3−I1)。差分消直流，只留相位。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1892808"/>
            <a:ext cx="11311128" cy="786384"/>
          </a:xfrm>
          <a:prstGeom prst="roundRect">
            <a:avLst>
              <a:gd name="adj" fmla="val 9302"/>
            </a:avLst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89280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旋转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189280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D[k] ≈ A·exp(j·2π·s·k·uₚ/N)。转得越快，坐标越大。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" y="2761488"/>
            <a:ext cx="11311128" cy="786384"/>
          </a:xfrm>
          <a:prstGeom prst="roundRect">
            <a:avLst>
              <a:gd name="adj" fmla="val 9302"/>
            </a:avLst>
          </a:prstGeom>
          <a:solidFill>
            <a:srgbClr val="1A233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76148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74520" y="276148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q / L = s · uₚ / N。对齐时 M 项同相，否则相消。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3630168"/>
            <a:ext cx="11311128" cy="786384"/>
          </a:xfrm>
          <a:prstGeom prst="roundRect">
            <a:avLst>
              <a:gd name="adj" fmla="val 9302"/>
            </a:avLst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630168"/>
            <a:ext cx="1188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B56A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换算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74520" y="3630168"/>
            <a:ext cx="9601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uₚ = q·N/(L·s)。取 L = N/s，则 uₚ = q。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" y="4590288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4974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信息量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观测越多，峰越尖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4590288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56432" y="4974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坐标尺度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分母是投影仪分辨率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91072" y="4590288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29" name="Text 27"/>
          <p:cNvSpPr/>
          <p:nvPr/>
        </p:nvSpPr>
        <p:spPr>
          <a:xfrm>
            <a:off x="6291072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82512" y="4974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评价网格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由 N 与 s 唯一确定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17152" y="4590288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</p:spPr>
      </p:sp>
      <p:sp>
        <p:nvSpPr>
          <p:cNvPr id="33" name="Text 31"/>
          <p:cNvSpPr/>
          <p:nvPr/>
        </p:nvSpPr>
        <p:spPr>
          <a:xfrm>
            <a:off x="9217152" y="4663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5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边界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08592" y="497433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6F1E7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单次 ≠ 通用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26880" y="53218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4BCC8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代码、运行、指标不混说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6408</Words>
  <Application>Microsoft Office PowerPoint</Application>
  <PresentationFormat>宽屏</PresentationFormat>
  <Paragraphs>1275</Paragraphs>
  <Slides>72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77" baseType="lpstr">
      <vt:lpstr>Inter</vt:lpstr>
      <vt:lpstr>Liberation Mono</vt:lpstr>
      <vt:lpstr>WenQuanYi Zen 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频移法（FSM / FSA）统一公式详解</dc:title>
  <dc:subject>面试风格重排 · 内容与页数保持 integrated v2</dc:subject>
  <dc:creator>肖顺康</dc:creator>
  <cp:lastModifiedBy>顺康 肖</cp:lastModifiedBy>
  <cp:revision>2</cp:revision>
  <dcterms:created xsi:type="dcterms:W3CDTF">2026-10-03T08:13:33Z</dcterms:created>
  <dcterms:modified xsi:type="dcterms:W3CDTF">2026-10-03T14:47:33Z</dcterms:modified>
</cp:coreProperties>
</file>