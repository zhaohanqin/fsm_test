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77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0515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  LIGHT    ·    DECODING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频移法（FSM / FSA）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176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原理与实现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81635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从条纹图像到投影仪坐标，再进入三角化与点云。核心是让 FFT 的 bin 网格对齐投影仪坐标网格。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4564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  =  q · N  /  (L · s)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429768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24304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9808" y="4937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章讲义主线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429768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243040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47288" y="4937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条统一公式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429768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243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053328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4937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合法坐标像素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50808" y="429768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243040"/>
          </a:solidFill>
          <a:ln/>
        </p:spPr>
      </p:sp>
      <p:sp>
        <p:nvSpPr>
          <p:cNvPr id="18" name="Text 16"/>
          <p:cNvSpPr/>
          <p:nvPr/>
        </p:nvSpPr>
        <p:spPr>
          <a:xfrm>
            <a:off x="8750808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万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842248" y="4937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点云顶点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 ·    机器视觉 · 三维成像算法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汇报大纲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按面试稿的层级重排：先问题，再公式，再代码边界，最后用博客实测图收口。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" y="1499616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700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09928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问题与编码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" y="2249424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结构光为什么要解码，两个方向各解一个坐标，两层序列各自解决什么。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1499616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55664" y="17007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88936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四步相移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55664" y="2249424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差分消掉直流，把灰度变成携带相位的复数 D。相位才是坐标载体。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" y="3072384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" y="3273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09928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与公式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" y="3822192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旋转速度正比于投影仪坐标。唯一换算：uₚ = q·N/(L·s)。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54496" y="3072384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55664" y="32735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88936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代码与重建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55664" y="3822192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张量形状、分块与低内存、多峰极线，以及对应关系如何进入点云。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4645152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" y="4846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09928" y="48828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实测结果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" y="5394960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博客单次运行：视差、频谱、对应关系，以及 275 万顶点点云。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4496" y="4645152"/>
            <a:ext cx="5577840" cy="1426464"/>
          </a:xfrm>
          <a:prstGeom prst="roundRect">
            <a:avLst>
              <a:gd name="adj" fmla="val 512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55664" y="4846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88936" y="48828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边界与收口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55664" y="5394960"/>
            <a:ext cx="5175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三式串联、四条误区，以及哪些数字只能写成该次诊断。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/   32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这条讲义在讲什么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207008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48840" y="1389888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条纹采集 → 四步相移 → 频率轴复信号 → FFT 主峰 → 投影仪坐标 → 三角化点云。解码只解决对应关系，不直接给出三维。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" y="2322576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2578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2505456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由原理详解与统一公式两套旧讲义合并。标注过的代码现状，以 FSM_decode_core.py 与 FSM_reconstruct_core.py 为准。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3438144"/>
            <a:ext cx="11228832" cy="1005840"/>
          </a:xfrm>
          <a:prstGeom prst="roundRect">
            <a:avLst>
              <a:gd name="adj" fmla="val 727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48840" y="3621024"/>
            <a:ext cx="9281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字体层级对齐面试稿：英文眉题 12 pt，标题 28 pt，正文 14–15 pt，指标数字用 Calibri，中文用微软雅黑。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" y="4681728"/>
            <a:ext cx="11228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结果图来自博客《FSM 频移结构光：从频率响应到投影坐标与三维点云》。99.98% 与 275 万顶点都是该次仓库运行，不外推成通用精度。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/   32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问题背景与方法目标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相机只记下灰度。要三角化，必须先知道这个像素来自投影仪的哪一行、哪一列。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/   32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问题背景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结构光为什么需要解码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投影仪投出已知条纹，相机看到的是被表面调制后的灰度。调制过程丢掉了坐标标签。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1554480"/>
            <a:ext cx="27614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投影仪投条纹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已知频率与相位，坐标还在投影仪上。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7614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9584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9584" y="21214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表面调制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25603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反射率、环境光、互反射改写灰度。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54496" y="1554480"/>
            <a:ext cx="27614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1214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相机只记亮度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25603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像素里没有“来自哪一个投影仪像素”。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0" y="1554480"/>
            <a:ext cx="2761488" cy="2148840"/>
          </a:xfrm>
          <a:prstGeom prst="roundRect">
            <a:avLst>
              <a:gd name="adj" fmla="val 340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8592" y="17007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08592" y="212140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主动编码再解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256032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把坐标写进相位随频率的旋转。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3877056"/>
            <a:ext cx="11228832" cy="2331720"/>
          </a:xfrm>
          <a:prstGeom prst="roundRect">
            <a:avLst>
              <a:gd name="adj" fmla="val 3137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" y="4041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" y="4425696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把“相机看到的反射条纹”反解为“投影仪像素坐标”，是几何三角化之前的对应关系。没有 (xₚ, yₚ)，投影仪那条射线就不存在。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" y="5120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单张图不够：正弦周期重复，同一灰度会出现多次；环境光抬高直流 B；反射率只改变对比度，不提供坐标。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/   32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两个方向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每个方向只恢复一个坐标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条纹方向决定灰度沿投影仪的哪根轴变化。两个方向合起来才是 (x_c, y_c) → (xₚ, yₚ)。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1536192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700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水平条纹   hor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FSM_horizontal_f0_f150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投影仪纵向（行）变化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yₚ  行坐标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disp_hor.npy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proj_dim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projector_height = 1080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9088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垂直条纹   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55664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28432" y="2194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FSM_vertical_f0_f150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55664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28432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投影仪横向（列）变化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55664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28432" y="31089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xₚ  列坐标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5664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28432" y="3566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disp_ver.npy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55664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proj_dim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28432" y="40233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projector_width = 1920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" y="4937760"/>
            <a:ext cx="11228832" cy="1353312"/>
          </a:xfrm>
          <a:prstGeom prst="roundRect">
            <a:avLst>
              <a:gd name="adj" fmla="val 5405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" y="50840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配合关系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" y="5431536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还会输出 peak_hor.npy / peak_ver.npy 作为置信度。极线校正要求两个方向的候选同时存在，因此 DECODE_DIRECTION 必须是 both。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/   32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·    总体方案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两层序列，各解决一个问题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88720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3716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  频率序列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92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0 … M−1，f_k = s·k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24942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让复数 D[k] 的相位随频率线性增长，斜率正比于投影仪坐标。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产出：每个相机像素一条沿频率轴的一维复信号。M 越大，主峰越尖。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37490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s = 1.0 时 M = 151；半步 s = 0.5 时 M = 301。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1371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   四步相移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19088" y="17922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0° / 90° / 180° / 270°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19088" y="22494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用相差 180° 的差分消掉直流背景 B，把实数灰度变成携带相位的复数。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9088" y="29992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产出：每个频率一个复数 D[k]。两步只能拿到余弦，四步才同时有实部与虚部。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19088" y="3749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四次采集之间物体、相机、投影仪都不动，B 与 R 才能当成常数。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4736592"/>
            <a:ext cx="11228832" cy="1536192"/>
          </a:xfrm>
          <a:prstGeom prst="roundRect">
            <a:avLst>
              <a:gd name="adj" fmla="val 4762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49011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为什么必须是两层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" y="5248656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叠加之后，每个相机像素拿到的不是几个灰度，而是一条相位旋转速度正比于 uₚ 的复信号。这正是后面可以用 FFT 解码的原因。图像按频率优先排列：每 4 张一组，切片 I0 = images[0::4]。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/   32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四步相移与复信号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Phase Shift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相差 180° 的两张图相减，直流背景 B 被消掉。剩下的相位，才是投影仪坐标的载体。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/   32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四步相移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差分把灰度变成复数 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984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7007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R·cos 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213969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I0    与 180° 相减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170432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2984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56432" y="17007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R·sin 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13969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    与 270° 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1170432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2984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5936" y="17007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R·cos 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4224" y="213969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I2    与 0° 相减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1170432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129844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0" y="170078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R·sin 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53728" y="2139696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I3    与 90° 相减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3310128"/>
            <a:ext cx="11228832" cy="1417320"/>
          </a:xfrm>
          <a:prstGeom prst="roundRect">
            <a:avLst>
              <a:gd name="adj" fmla="val 5161"/>
            </a:avLst>
          </a:prstGeom>
          <a:solidFill>
            <a:srgbClr val="F3EFE8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" y="3456432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=  (I0 − I2)  +  j (I3 − I1)   ≈   2R · exp(j θ)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" y="396849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代码：Dc = I0 − I2，Ds = I3 − I1，D = Dc + 1j·Ds。B 被完全消去；幅值 2R 只反映反射强度。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" y="4937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幅值不含坐标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|D| = 2R，解码不看幅值。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15968" y="4937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相位才是载体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315968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θ 随频率编号 k 递增。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6448" y="4937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旋转不是图像转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56448" y="5248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指相位随 k </a:t>
            </a:r>
            <a:r>
              <a:rPr lang="en-US" sz="1400" dirty="0" err="1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连续变化</a:t>
            </a:r>
            <a:r>
              <a:rPr lang="zh-CN" alt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（旋转的速度与对应的投影仪的行或者列有关）</a:t>
            </a: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·    物理模型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从投影条纹到相机灰度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31673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I_proj(u, k, φ)  =  A · sin(2π · f_k · u + φ)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556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I_cam  =  B  +  R·A · sin(2π · f_k · uₚ + φ)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1945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是该相机像素对应的投影仪坐标，也是解码的最终目标。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92608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456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条纹振幅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8039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投影系统决定的常量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92608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f_k = s·k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8848" y="3456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k 个频率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98848" y="38039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决定相位旋转速度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6448" y="292608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30906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456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投影仪坐标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38039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待解目标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" y="448056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4645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环境光 + 暗电流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四步差分消去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15968" y="448056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98848" y="4645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98848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表面反射率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98848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只影响幅值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56448" y="4480560"/>
            <a:ext cx="3675888" cy="1408176"/>
          </a:xfrm>
          <a:prstGeom prst="roundRect">
            <a:avLst>
              <a:gd name="adj" fmla="val 5195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39328" y="4645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39328" y="5010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该方向分辨率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9328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相位公式的分母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频率轴、FFT 与统一公式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&amp; Unified Formula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对每个相机像素，D[k] 的相位旋转速度正比于投影仪坐标。FFT 就是把这个速度测出来。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频率轴信号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投影仪坐标 = 相位旋转速度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6858000" cy="3063240"/>
          </a:xfrm>
          <a:prstGeom prst="roundRect">
            <a:avLst>
              <a:gd name="adj" fmla="val 2388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3350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固定一个相机像素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" y="1737360"/>
            <a:ext cx="65477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signal = D[:, y, x]，长度 M 的一维复信号。整幅图有 Hc × Wc 条独立信号。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43230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的形状是 (M, Hc, Wc)。axis = 0 是频率轴，不是图像高度。这是最容易踩错的一处。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312724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自变量 k = 0 … M−1 对应 f_k = s·k，不是图像的行或列。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0" y="1170432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99248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编码公式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99248" y="1783080"/>
            <a:ext cx="3803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D[k] ≈ A · exp( j · 2π · s · k · uₚ / N 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99248" y="2926080"/>
            <a:ext cx="3803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分母是 N，不是采集频率数 M。uₚ 越大，每增加一个频率，相位转得越快。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4407408"/>
            <a:ext cx="3675888" cy="1783080"/>
          </a:xfrm>
          <a:prstGeom prst="roundRect">
            <a:avLst>
              <a:gd name="adj" fmla="val 410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相邻频率相位增量 = 2π·s·uₚ / 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15968" y="4407408"/>
            <a:ext cx="3675888" cy="1783080"/>
          </a:xfrm>
          <a:prstGeom prst="roundRect">
            <a:avLst>
              <a:gd name="adj" fmla="val 410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98848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真实观测数，决定峰有多尖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56448" y="4407408"/>
            <a:ext cx="3675888" cy="1783080"/>
          </a:xfrm>
          <a:prstGeom prst="roundRect">
            <a:avLst>
              <a:gd name="adj" fmla="val 4103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9328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39328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投影仪分辨率，与 M 无关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FFT 解码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bin 在测试一种旋转速度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11228832" cy="1234440"/>
          </a:xfrm>
          <a:prstGeom prst="roundRect">
            <a:avLst>
              <a:gd name="adj" fmla="val 5926"/>
            </a:avLst>
          </a:prstGeom>
          <a:solidFill>
            <a:srgbClr val="F3EFE8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2984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C[q]  =  Σ_k  D[k] · exp( −j · 2π · q · k / L 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175564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匹配时 M 项同相叠加，得到最大峰；不匹配时残余相位随 k 旋转，互相抵消。一次 FFT 同时评价全部候选 q。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256032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27066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np.fft.fft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" y="324612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一次性测试全部候选旋转速度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4992" y="256032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27066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np.abs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93008" y="324612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只看对齐强度，不看相位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27066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np.argmax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2512" y="324612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bin → 投影仪坐标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2560320"/>
            <a:ext cx="27614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7066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/ 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3246120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归一化峰值，当作置信度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" y="4297680"/>
            <a:ext cx="11228832" cy="1920240"/>
          </a:xfrm>
          <a:prstGeom prst="roundRect">
            <a:avLst>
              <a:gd name="adj" fmla="val 3810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" y="44439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= uₚ 时为什么是最大峰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" y="4809744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代入后 C[q] = Σ A · exp( j·2π·k·(uₚ − q) / N )。对齐时每一项同向，|C| = M·|A|；不对齐时向量在圆上铺开。若 L 与 N 不匹配，q = uₚ 这个 bin 根本不存在，峰值只能落到最近的格子上。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统一公式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全篇只有这一条换算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7043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理想信号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0848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相位斜率 α = s·uₚ / 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64992" y="117043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11296" y="1645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FFT 斜率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20848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候选速率 β_q = q / 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4496" y="117043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峰值条件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0848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/ L = s · uₚ / 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1170432"/>
            <a:ext cx="27614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12984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0304" y="1645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解出坐标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304" y="20848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= q · N / (L · 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3218688"/>
            <a:ext cx="11228832" cy="1417320"/>
          </a:xfrm>
          <a:prstGeom prst="roundRect">
            <a:avLst>
              <a:gd name="adj" fmla="val 5161"/>
            </a:avLst>
          </a:prstGeom>
          <a:solidFill>
            <a:srgbClr val="1A2330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944" y="336499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 q 本身就等于 uₚ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" y="37307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coord_scale = N / (L·s) = 1     ⇒     L = N / 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" y="41879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disparity = q · coord_scale。一条公式同时覆盖 s = 1.0 与 s = 0.5，代码不必写两个物理分支。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4828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的语义清楚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" y="5157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argmax 的 bin 编号直接是投影仪坐标。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15968" y="4828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输出步长 1 px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15968" y="5157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避免把坐标压进粗格子。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56448" y="4828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有效区固定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56448" y="51572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只在前 N 个 bin 里搜索。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三种参数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步长变了，FFT 长度必须跟着变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3675888" cy="3246120"/>
          </a:xfrm>
          <a:prstGeom prst="roundRect">
            <a:avLst>
              <a:gd name="adj" fmla="val 2254"/>
            </a:avLst>
          </a:prstGeom>
          <a:solidFill>
            <a:srgbClr val="E7F0EA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B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1.0，L = 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1031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hor：L = 1080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ver：L = 1920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coord_scale =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 与像素一一对应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量化约 ±0.5 px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152144"/>
            <a:ext cx="3675888" cy="3246120"/>
          </a:xfrm>
          <a:prstGeom prst="roundRect">
            <a:avLst>
              <a:gd name="adj" fmla="val 2254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B   当前配置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609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0.5，L = 2N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ver：L = 3840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 仍是前 1920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后一半是负频率区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必须在 argmax 前裁掉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coord_scale 仍为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19872" y="1152144"/>
            <a:ext cx="3584448" cy="3246120"/>
          </a:xfrm>
          <a:prstGeom prst="roundRect">
            <a:avLst>
              <a:gd name="adj" fmla="val 2254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298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情况 C   反例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02752" y="1609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旧方案 L = 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02752" y="21031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150 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Δu ≈ 5.65 px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最大偏差约 ±2.65 px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点云出现台阶、断层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加系数改不了格子疏密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4572000"/>
            <a:ext cx="11228832" cy="1664208"/>
          </a:xfrm>
          <a:prstGeom prst="roundRect">
            <a:avLst>
              <a:gd name="adj" fmla="val 439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4718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主线实配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" y="504748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FREQUENCY_STEP = 0.5，NUM_FREQUENCIES = 301，覆盖 0 … 150。每方向 1204 张图。fft_length = round(N / s)，valid_length 仍等于 proj_dim。多峰扫描与极线校正默认关闭。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·    边界与误区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补零做了什么，公式靠什么成立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11228832" cy="987552"/>
          </a:xfrm>
          <a:prstGeom prst="roundRect">
            <a:avLst>
              <a:gd name="adj" fmla="val 740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264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2801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补零不增加信息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09344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&gt; M 时 np.fft.fft 自动补零。求和项仍是 M 个真实观测，只是在更密的网格上重采样。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" y="2231136"/>
            <a:ext cx="11228832" cy="987552"/>
          </a:xfrm>
          <a:prstGeom prst="roundRect">
            <a:avLst>
              <a:gd name="adj" fmla="val 740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5054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3591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步长与 L 必须同步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688336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 s = 1 的 L = N 去跑 s = 0.5，坐标会系统性偏一倍。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3310128"/>
            <a:ext cx="11228832" cy="987552"/>
          </a:xfrm>
          <a:prstGeom prst="roundRect">
            <a:avLst>
              <a:gd name="adj" fmla="val 740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5844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438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不是越大越好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 N/s 只是更细插值，精度与抗噪不再提升，计算量和内存线性上涨。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4389120"/>
            <a:ext cx="11228832" cy="987552"/>
          </a:xfrm>
          <a:prstGeom prst="roundRect">
            <a:avLst>
              <a:gd name="adj" fmla="val 740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46634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517136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负频率不能当坐标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84632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bin ≥ N 是周期重复区，必须在 argmax 前裁掉，否则会输出越界坐标。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代码、后处理与三维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Post-process,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公式落到仓库里：谁调用谁、张量怎么变形、峰值怎么过滤，以及对应关系如何变成点云。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代码现状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解码与重建只靠 .npy 交接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3502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FSM_decode_example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7393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配置入口，串联加载、解码、保存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15214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33502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FSM_decode_core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77393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ImageLoader、FFT 参数、FSADecoder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6448" y="115214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133502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FSM_visualize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177393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视差、统计、对应关系、单点频谱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56946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75234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FSM_reconstruct_core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191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读标定、过滤、三角化、写 PLY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256946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275234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FSM_reconstruct_example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191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PEAK_LIMIT、步长、输出路径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6448" y="2569464"/>
            <a:ext cx="36758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752344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点云后续处理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9125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坐标系对齐，KD-Tree 误差统计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" y="4114800"/>
            <a:ext cx="11228832" cy="2103120"/>
          </a:xfrm>
          <a:prstGeom prst="roundRect">
            <a:avLst>
              <a:gd name="adj" fmla="val 3478"/>
            </a:avLst>
          </a:prstGeom>
          <a:solidFill>
            <a:srgbClr val="F3EFE8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" y="426110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张量形状    ·    axis = 0 是频率轴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6656" y="464515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images (M·4, Hc, Wc)  →  I0…I3 (M, Hc, Wc)  →  D (M, Hc, Wc)  →  FFT 后 C (L, bh, bw)  →  裁到前 N 个 bin。disp 与 peak 回到 (Hc, Wc)，索引 [y, x] 与相机像素对齐。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交接契约：results/fsa_decode/ 下的 disp_hor.npy、disp_ver.npy、peak_*.npy。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 /   32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两种解码路径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分块更快，低内存才做亚像素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3167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分块向量化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6656" y="17922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block_size 默认 100，只影响内存，不影响整数结果。一块三维数组沿 axis = 0 做 FFT。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输出整数 bin。DFTProcessor 与 PeakDetector 是教科书式封装，主路径没有调用它们。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内存峰值来自复数体 D，加上一块频谱。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152144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9088" y="13167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低内存模式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088" y="17922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LOW_MEMORY_MODE = True 时逐行逐列。主线 example 当前就是这条路径。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25603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&gt; 0.1 时用左右邻点做质心：peak + 0.5·(vr−vl)/(vl+vc+vr)。邻域用 % L 环绕。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两条路径精度不等价：一个是整数 bin，一个带亚像素。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" y="4700016"/>
            <a:ext cx="2761488" cy="1517904"/>
          </a:xfrm>
          <a:prstGeom prst="roundRect">
            <a:avLst>
              <a:gd name="adj" fmla="val 48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484632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" y="537667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4992" y="4700016"/>
            <a:ext cx="2761488" cy="1517904"/>
          </a:xfrm>
          <a:prstGeom prst="roundRect">
            <a:avLst>
              <a:gd name="adj" fmla="val 48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484632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/ 0.5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537667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 / 步长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54496" y="4700016"/>
            <a:ext cx="2761488" cy="1517904"/>
          </a:xfrm>
          <a:prstGeom prst="roundRect">
            <a:avLst>
              <a:gd name="adj" fmla="val 48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484632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54496" y="537667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解码方向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0" y="4700016"/>
            <a:ext cx="2761488" cy="1517904"/>
          </a:xfrm>
          <a:prstGeom prst="roundRect">
            <a:avLst>
              <a:gd name="adj" fmla="val 48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484632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(1200, 1000)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0" y="537667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频谱诊断点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可选后处理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多峰用几何挑，不靠把 FFT 加长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高反光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直接光与二次反射叠在同一像素，频谱出现两个坐标。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152144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遮挡边界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11296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前景与背景的条纹在交界像素上混合。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152144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折返光等价于多个 uₚ 叠加。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0" y="1152144"/>
            <a:ext cx="2761488" cy="1965960"/>
          </a:xfrm>
          <a:prstGeom prst="roundRect">
            <a:avLst>
              <a:gd name="adj" fmla="val 3721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0304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低信噪比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90304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主峰压不住旁瓣，argmax 可能选错。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3291840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34381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多峰检测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" y="385876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阈值去掉弱峰，再取局部极大。5 个 bin 内的近峰按幅值加权合并。全图扫描先抑制主峰 ±30 bin，再按次峰 / 主峰比值排序，最多 200 条。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ENABLE_MULTI_PEAK_SCAN = False。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3438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极线校正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19088" y="38587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一个相机像素在投影仪图像上对应一条极线。行候选 × 列候选里，选到这条线距离最小的一对。标定误差会直接变成极线偏置。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默认关闭，且只复核指定像素，不替代 argmax。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·    质量与排查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是置信度，不是概率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= max|C| / fft_length。分母是 L 不是 M，所以步长一变，同一物理幅值的数值会掉一截。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1536192"/>
            <a:ext cx="36758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66420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15798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主峰明显   ·   优先保留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15968" y="1536192"/>
            <a:ext cx="36758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166420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1.0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53128" y="215798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中等可用   ·   看邻域与几何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56448" y="1536192"/>
            <a:ext cx="3675888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56448" y="1664208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93608" y="2157984"/>
            <a:ext cx="3401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主峰不突出   ·   建议过滤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" y="3273552"/>
            <a:ext cx="11228832" cy="2926080"/>
          </a:xfrm>
          <a:prstGeom prst="roundRect">
            <a:avLst>
              <a:gd name="adj" fmla="val 2500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" y="34198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推荐排查顺序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3858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840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核对图像数是否为 M×4，命名是否频率优先。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38587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840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VERIFY_SEQUENCE，确认四步没有错位。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45171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498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peak 图，过滤低质量像素后再重建。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45171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498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对异常像素设 SPECTRUM_POINTS，直接看是不是多峰。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5175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51572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点云若呈台阶，回查 fft_length 与 frequency_step 是否匹配。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51755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51572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 / 0.8 是经验阈值，与曝光和反射率有关，不要机械套用。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对应关系如何变成点云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Correspondence to Cloud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解码交出的是两幅坐标图。放进标定好的三角化里，它才是三维点。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数据流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两条射线求交，才有三维点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14016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14016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52544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(xₚ, yₚ)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68128" y="1152144"/>
            <a:ext cx="1755648" cy="1051560"/>
          </a:xfrm>
          <a:prstGeom prst="roundRect">
            <a:avLst>
              <a:gd name="adj" fmla="val 6957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168128" y="1243584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2395728"/>
            <a:ext cx="36758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420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相机射线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2962656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从相机光心穿过 (xc, yc)。由 Kc 与位姿确定。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5968" y="2395728"/>
            <a:ext cx="36758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5420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投影仪射线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80560" y="2962656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从投影仪光心穿过 (xp, yp)。xp 来自 disp_ver，yp 来自 disp_hor。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56448" y="2395728"/>
            <a:ext cx="3675888" cy="1874520"/>
          </a:xfrm>
          <a:prstGeom prst="roundRect">
            <a:avLst>
              <a:gd name="adj" fmla="val 3902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2542032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最小二乘交点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962656"/>
            <a:ext cx="3346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噪声下两条射线通常不相交。cv2.triangulatePoints 求齐次最优解。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" y="4443984"/>
            <a:ext cx="11228832" cy="1755648"/>
          </a:xfrm>
          <a:prstGeom prst="roundRect">
            <a:avLst>
              <a:gd name="adj" fmla="val 4167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" y="45902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5A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代码现状里的两处落差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" y="49560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CorrespondenceReader 与 TriangulationEngine 的方法在主线上没有被调用，真实逻辑内联在 FSAReconstructor 里。配对发生在 xp ← disp_ver、yp ← disp_hor。重建 example 的 PEAK_LIMIT = 0.8。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·    容易看错的三件事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补偿、坐标系、标定行号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52144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533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35331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峰值补偿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解码写出 peak = max|C| / L。s 从 1.0 改到 0.5 时 L 翻倍，同一幅值的 peak 掉一半。重建侧再乘 L / M，让 0.8 的绝对语义在两种步长下一致。水平补偿约为 2160 / 301 ≈ 7.18。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2816352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坐标系不是同一个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401568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FSM 三角化后再变到投影仪坐标系。另一路方法直接输出相机坐标系。不先用 R、T 对齐，KD-Tree 会把整体位姿差当成形状误差。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4480560"/>
            <a:ext cx="11228832" cy="1554480"/>
          </a:xfrm>
          <a:prstGeom prst="roundRect">
            <a:avLst>
              <a:gd name="adj" fmla="val 470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4681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68172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标定按行号读取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5065776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Kc、Kp、R、T 写死在固定行。基础矩阵 F 已写出但主线不读。空行一错位就会静默取错数。解码默认标定结果.txt，重建默认标定结果2.txt。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69164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20" dirty="0">
                <a:solidFill>
                  <a:srgbClr val="C4A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12140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博客实测结果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2907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40156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下面的图来自同一次仓库运行：先看频率响应主峰，再看坐标图，最后看点云。不外推成所有场景的精度。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图 1    ·    处理链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从频率响应到投影坐标</a:t>
            </a:r>
            <a:endParaRPr lang="en-US" sz="2800" dirty="0"/>
          </a:p>
        </p:txBody>
      </p:sp>
      <p:pic>
        <p:nvPicPr>
          <p:cNvPr id="4" name="Image 0" descr="/tmp/fsm_build/imgs/fsm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60704"/>
            <a:ext cx="11228832" cy="14165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2633472"/>
            <a:ext cx="27614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" y="27432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 × 2448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5488" y="32186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相机分辨率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4992" y="2633472"/>
            <a:ext cx="27614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64992" y="27432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 × 1080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64992" y="32186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投影仪分辨率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54496" y="2633472"/>
            <a:ext cx="27614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54496" y="27432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× 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254496" y="32186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每方向图像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144000" y="2633472"/>
            <a:ext cx="2761488" cy="1298448"/>
          </a:xfrm>
          <a:prstGeom prst="roundRect">
            <a:avLst>
              <a:gd name="adj" fmla="val 5634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0" y="27432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0.5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144000" y="3218688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频率步长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" y="4096512"/>
            <a:ext cx="11228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图源：照汗青个人博客。处理链与仓库主路径一致：四步解调 → 频率轴 FFT → 主峰换算坐标 → 峰值过滤 → 相机–投影仪三角化 → PLY。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75488" y="4709160"/>
            <a:ext cx="11228832" cy="1536192"/>
          </a:xfrm>
          <a:prstGeom prst="roundRect">
            <a:avLst>
              <a:gd name="adj" fmla="val 4762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6656" y="4983480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读图顺序：先确认两方向都解码，再看主峰是否落在合法坐标，最后才看点云密不密。检测只是中间步骤，最终交给投影仪坐标和三维点。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图 2 / 图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两方向坐标图与质量图</a:t>
            </a:r>
            <a:endParaRPr lang="en-US" sz="2800" dirty="0"/>
          </a:p>
        </p:txBody>
      </p:sp>
      <p:pic>
        <p:nvPicPr>
          <p:cNvPr id="4" name="Image 0" descr="/tmp/fsm_build/imgs/fsm-disparity-h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60704"/>
            <a:ext cx="5486400" cy="2351723"/>
          </a:xfrm>
          <a:prstGeom prst="rect">
            <a:avLst/>
          </a:prstGeom>
        </p:spPr>
      </p:pic>
      <p:pic>
        <p:nvPicPr>
          <p:cNvPr id="5" name="Image 1" descr="/tmp/fsm_build/imgs/fsm-disparity-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60704"/>
            <a:ext cx="5486400" cy="23517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" y="3467291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水平：投影仪行坐标 yₚ，范围 0 … 1079。右图为质量，0.5 作参考阈值。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217920" y="3467291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垂直：投影仪列坐标 xₚ，范围 0 … 1919。亮度连续，不是随机噪声。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" y="4160520"/>
            <a:ext cx="11228832" cy="2057400"/>
          </a:xfrm>
          <a:prstGeom prst="roundRect">
            <a:avLst>
              <a:gd name="adj" fmla="val 355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76656" y="4370832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99.98%  像素落在合法坐标    ·    5,012,292 / 5,013,504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76656" y="493776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这是本地仓库单次真实运行，说明直接光主峰可分离、解码完整性能保住。不写成所有 PCB 场景的通用精度。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图 4 / 图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质量统计与对应关系</a:t>
            </a:r>
            <a:endParaRPr lang="en-US" sz="2800" dirty="0"/>
          </a:p>
        </p:txBody>
      </p:sp>
      <p:pic>
        <p:nvPicPr>
          <p:cNvPr id="4" name="Image 0" descr="/tmp/fsm_build/imgs/fsm-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5074920" cy="3142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25831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  视差与峰值直方图。0.5 / 1.0 是参考线，不是概率阈值。</a:t>
            </a:r>
            <a:endParaRPr lang="en-US" sz="1300" dirty="0"/>
          </a:p>
        </p:txBody>
      </p:sp>
      <p:pic>
        <p:nvPicPr>
          <p:cNvPr id="6" name="Image 1" descr="/tmp/fsm_build/imgs/fsm-correspondence-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097280"/>
            <a:ext cx="5989320" cy="1999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23560" y="3233999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左：视差与峰值直方图，含 0.5 / 1.0 参考线。峰值最大约 18.2（水平）与 30.7（垂直），不是概率。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623560" y="4011239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右：R = 投影仪 X，G = 投影仪 Y，B = 质量。黑色为无效或低置信区域。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623560" y="4892040"/>
            <a:ext cx="6035040" cy="1353312"/>
          </a:xfrm>
          <a:prstGeom prst="roundRect">
            <a:avLst>
              <a:gd name="adj" fmla="val 5405"/>
            </a:avLst>
          </a:prstGeom>
          <a:solidFill>
            <a:srgbClr val="E7F0EA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06440" y="50292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≥ 0.5 保留 51.29%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806440" y="541324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257 万像素进入后续。阈值越松，点越密，飞点也越多。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3" name="Text 9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 /   32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图 6 / 图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单像素频谱：主峰 bin 即坐标</a:t>
            </a:r>
            <a:endParaRPr lang="en-US" sz="2800" dirty="0"/>
          </a:p>
        </p:txBody>
      </p:sp>
      <p:pic>
        <p:nvPicPr>
          <p:cNvPr id="4" name="Image 0" descr="/tmp/fsm_build/imgs/fsm-spectrum-hor-1200-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24128"/>
            <a:ext cx="5532120" cy="2734366"/>
          </a:xfrm>
          <a:prstGeom prst="rect">
            <a:avLst/>
          </a:prstGeom>
        </p:spPr>
      </p:pic>
      <p:pic>
        <p:nvPicPr>
          <p:cNvPr id="5" name="Image 1" descr="/tmp/fsm_build/imgs/fsm-spectrum-ver-1200-1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24128"/>
            <a:ext cx="5532120" cy="273436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5488" y="3950208"/>
            <a:ext cx="5577840" cy="2267712"/>
          </a:xfrm>
          <a:prstGeom prst="roundRect">
            <a:avLst>
              <a:gd name="adj" fmla="val 322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58368" y="40965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水平   (1200, 1000)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58368" y="44622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主峰 bin = 822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58368" y="4919472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disp_hor = 822.0。水平 FFT 长度 2160，有效 bin 1080。旁瓣不占主峰，就仍指向直接光对应的投影仪行。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3950208"/>
            <a:ext cx="5486400" cy="2267712"/>
          </a:xfrm>
          <a:prstGeom prst="roundRect">
            <a:avLst>
              <a:gd name="adj" fmla="val 3226"/>
            </a:avLst>
          </a:prstGeom>
          <a:solidFill>
            <a:srgbClr val="E7EEF2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0" y="40965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   同一像素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0" y="44622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主峰 bin = 1203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400800" y="49194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disp_ver = 1203.0。垂直 FFT 长度 3840，有效 bin 1920。bin 与解码坐标 1 : 1，不是先解码再画掩膜。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 /   32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·    图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1206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频谱主峰通过后，再生成点云</a:t>
            </a:r>
            <a:endParaRPr lang="en-US" sz="2800" dirty="0"/>
          </a:p>
        </p:txBody>
      </p:sp>
      <p:pic>
        <p:nvPicPr>
          <p:cNvPr id="4" name="Image 0" descr="/tmp/fsm_build/imgs/fsm-pointcloud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7452360" cy="35476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042416"/>
            <a:ext cx="3675888" cy="1234440"/>
          </a:xfrm>
          <a:prstGeom prst="roundRect">
            <a:avLst>
              <a:gd name="adj" fmla="val 5926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38160" y="1152144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2,758,957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38160" y="1627632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顶点，含 RGB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0" y="2395728"/>
            <a:ext cx="3675888" cy="1234440"/>
          </a:xfrm>
          <a:prstGeom prst="roundRect">
            <a:avLst>
              <a:gd name="adj" fmla="val 5926"/>
            </a:avLst>
          </a:prstGeom>
          <a:solidFill>
            <a:srgbClr val="E7F0EA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138160" y="2505456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51.29%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138160" y="2980944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 ≥ 0.5 保留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3749040"/>
            <a:ext cx="3675888" cy="1417320"/>
          </a:xfrm>
          <a:prstGeom prst="roundRect">
            <a:avLst>
              <a:gd name="adj" fmla="val 5161"/>
            </a:avLst>
          </a:prstGeom>
          <a:solidFill>
            <a:srgbClr val="F6EBE4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0" y="3858768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 px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38160" y="42245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相机反投影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38160" y="4517136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0.500 px   DLP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5488" y="5349240"/>
            <a:ext cx="11228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左：正面按深度着色。右：等轴按顶点颜色。渲染约 12.5 万点，原文件 275 万顶点。反投影误差是该次标定诊断，不写成系统通用精度。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 /   32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三式串联，四条边界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133856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89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信号构造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2801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D[k] = (I0 − I2) + j(I3 − I1)。差分消掉直流，只留相位。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2185416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4414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134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D[k] ≈ A · exp(j · 2π · s · k · uₚ / N)。斜率正比于 uₚ / N。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" y="3236976"/>
            <a:ext cx="11228832" cy="960120"/>
          </a:xfrm>
          <a:prstGeom prst="roundRect">
            <a:avLst>
              <a:gd name="adj" fmla="val 7619"/>
            </a:avLst>
          </a:prstGeom>
          <a:solidFill>
            <a:srgbClr val="FFFDFB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4930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64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统一公式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3832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uₚ = q · N / (L · s)。取 L = N / s，则 uₚ = q。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" y="44074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决定信息量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4754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观测越多，峰越尖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64992" y="44074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决定坐标尺度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4754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分母是投影仪分辨率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44074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决定评价网格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4754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N 与 s 唯一确定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4407408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结果要标边界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475488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 ≠ 通用精度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" y="5349240"/>
            <a:ext cx="11228832" cy="896112"/>
          </a:xfrm>
          <a:prstGeom prst="roundRect">
            <a:avLst>
              <a:gd name="adj" fmla="val 8163"/>
            </a:avLst>
          </a:prstGeom>
          <a:solidFill>
            <a:srgbClr val="F3EFE8"/>
          </a:solidFill>
          <a:ln/>
          <a:effectLst>
            <a:outerShdw blurRad="101600" dist="12700" dir="16200000" algn="bl" rotWithShape="0">
              <a:srgbClr val="1C2333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" y="5532120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瓶颈排序：标定精度  &gt;  对应关系质量  &gt;  FFT bin 量化。代码跑通、单次运行、验证集指标，三件事不混着说。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E4DDD3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 /   32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46A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965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可对照仓库：解码视差、单点频谱，以及 pointcloud_fsa.ply。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A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图源    照汗青个人博客《FSM 频移结构光》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7E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 ·    机器视觉 · 三维成像算法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6510528"/>
            <a:ext cx="11228832" cy="9144"/>
          </a:xfrm>
          <a:prstGeom prst="rect">
            <a:avLst/>
          </a:prstGeom>
          <a:solidFill>
            <a:srgbClr val="3A445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65471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0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肖顺康   ·   机器视觉 · 三维成像算法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6547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 /   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2796</Words>
  <Application>Microsoft Office PowerPoint</Application>
  <PresentationFormat>宽屏</PresentationFormat>
  <Paragraphs>530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频移法 FSM / FSA · 原理与实现</dc:title>
  <dc:subject>按面试汇报稿字体层级与卡片排版重排的频移法讲义，并纳入博客实测图</dc:subject>
  <dc:creator>肖顺康</dc:creator>
  <cp:lastModifiedBy>顺康 肖</cp:lastModifiedBy>
  <cp:revision>3</cp:revision>
  <dcterms:created xsi:type="dcterms:W3CDTF">2026-10-02T15:20:06Z</dcterms:created>
  <dcterms:modified xsi:type="dcterms:W3CDTF">2026-10-04T01:38:57Z</dcterms:modified>
</cp:coreProperties>
</file>